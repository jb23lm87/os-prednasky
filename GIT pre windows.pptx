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A81AB6-2C15-CC48-BBC7-048682A88CA7}" v="7" dt="2025-11-03T12:56:39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72"/>
    <p:restoredTop sz="94680"/>
  </p:normalViewPr>
  <p:slideViewPr>
    <p:cSldViewPr snapToGrid="0">
      <p:cViewPr varScale="1">
        <p:scale>
          <a:sx n="86" d="100"/>
          <a:sy n="86" d="100"/>
        </p:scale>
        <p:origin x="216" y="1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B2933F-3BDF-7774-5E2F-062AF601F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44B4ACA-98AD-260C-2913-0A4A301AC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F7965D18-F6B7-169A-8F2D-508346026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E887C87-4EFD-7F70-745D-4A9453AA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77F92AB-7EEE-B51C-0DC8-5BB35967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97272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CB9A02-555E-C32E-C2DF-A8704C1FA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E0FB4D0-702D-0978-B9BB-E441384DB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2E99009-A632-5BCF-568E-E66254F6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A46255F-8F85-858E-5724-5716C6BD0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18D901D-BBD0-B072-54E7-05AA1ECD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51405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B46487-70A2-23CA-BCC9-01855EAEB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E95F613-69F7-E01B-9F2F-28CF163C3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9514F43-E344-4129-8627-C8D02728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2CBE4CD-778C-C1CB-5EBE-9D7B21FA2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15D41B1A-5680-5682-C224-2DE955B1A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80587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CEB742-1BB7-3CE0-97B9-246635D9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4622E7D-4497-C593-C363-64B8293BE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5902E952-CAC3-9980-A91F-C97CFF421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A31D9569-CAD3-9476-229A-F4BD22418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05C427B2-63D6-D0F8-8E92-22B44D4A2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3EF87F8-3AB2-4D8C-BC9A-38E1384C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34274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EA36B0-B792-0E21-2256-6C92AF23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81B975B-17EB-1F94-52A3-64B9E6967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E7508328-312E-7B5D-C35A-3F5757BAC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189530A-6727-31B1-1816-C0C0E82E2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998DAC9F-5B4F-2780-0714-3D122D291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305A1F82-47EB-85B7-1C4C-FA2D3E102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21C0F602-68B2-7676-72E1-BE5CDD7FB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60494820-7802-A8E6-31DA-EF89B0C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713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A5A3C1-2A46-564E-C05F-66ED80B9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03E30A11-B5CB-B28F-8A29-E82852E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4EA5A225-83D1-50E8-F498-340BF4B0F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FFE01593-E22A-0A56-84A3-05A416D19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59812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8447A0BB-181E-66BB-9D33-29DC27FC5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5303EAFA-D4A9-219D-9BF5-94A309256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E4F3BA2-758B-2FD1-F57D-936A18CE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2363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A174D4-1866-ADD0-FFD5-F4B2464D2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084DD56-9EAB-F90F-341A-62ACA2530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38EF08D-DA82-BCC8-8063-949CCE83B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B1517838-8EA6-5D56-20DA-40AEA47EF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FAE6A3E7-ED0E-4596-2650-8E2F934D0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C2594092-B02A-455B-CC6B-5A3AA4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73095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0E36C5-9955-CE8F-16F6-19F9DE9B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B51AF867-23D6-FD8F-0FB8-037AF308A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4AAD8B9-A430-8F5C-C6E9-27A06DC3C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B3AC2EB-BE83-79BF-F438-0B7BBB0BC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1F2CE8AF-C730-DB18-40C1-192DFF448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F4055B8B-038F-E99C-0BA1-B3141592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66945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927B57-CED6-FCB4-FCE1-EA628709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722ED99D-8A02-E6C9-A960-AF3A72BAD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E9EDB2C-790B-F9CE-1124-D3A8F5104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5B443CF-C5C4-4907-D180-0C1F420FA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FC5BDF7-2E4B-62DC-2226-66BAB12F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13806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EC4D44E7-A565-7775-3BE7-52A0C89CB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C0458535-20EA-FAB4-E261-8EDFB36BC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5E062DE-FD7D-A8CC-ED71-E0092E65A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1A78130-EA08-9859-31F8-040E3F92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68F381B-B336-A563-250A-DD70F68D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5684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23FC9BB5-6D44-A86E-988F-9F6E185D5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F3674EB-268A-F506-C264-E7798DE6A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BF77C09-3499-5231-DD63-1F922C49A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893B9-9484-8345-8828-A26F778C7E53}" type="datetimeFigureOut">
              <a:rPr lang="sk-SK" smtClean="0"/>
              <a:t>3.11.2025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2AA8B73-E1C3-7F84-C381-E3EEEE4BF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1BAAC597-BE88-75D7-20C0-F33FCAC8F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66F8A-1BF6-7A41-ADC3-B49252BF51F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8211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Oaj3RBIoGFc?si=HpMr1Xexc7ggoO0N" TargetMode="External"/><Relationship Id="rId2" Type="http://schemas.openxmlformats.org/officeDocument/2006/relationships/hyperlink" Target="https://youtu.be/e9lnsKot_SQ?si=2ikgNU9WDCnw-Ea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Uq41qdjJ8Xs" TargetMode="External"/><Relationship Id="rId4" Type="http://schemas.openxmlformats.org/officeDocument/2006/relationships/hyperlink" Target="https://www.youtub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CC3812-170E-7BBE-A88F-446434CE2E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Práca s Git v grafickom režime na Windows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7CC1A8E-CC08-57D4-9852-2B6C52CE7C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Úplné minimum pre načítanie repozitára</a:t>
            </a:r>
          </a:p>
        </p:txBody>
      </p:sp>
    </p:spTree>
    <p:extLst>
      <p:ext uri="{BB962C8B-B14F-4D97-AF65-F5344CB8AC3E}">
        <p14:creationId xmlns:p14="http://schemas.microsoft.com/office/powerpoint/2010/main" val="3095606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934D5D-3896-EBEA-3D52-B8ED4EF9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Kde ho získam?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0FC7A9E-8CD3-02A0-19F9-5F6ACAA71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/>
              <a:t>GitHub</a:t>
            </a:r>
            <a:r>
              <a:rPr lang="sk-SK" dirty="0"/>
              <a:t> Desktop: [</a:t>
            </a:r>
            <a:r>
              <a:rPr lang="sk-SK" dirty="0" err="1"/>
              <a:t>desktop.github.com</a:t>
            </a:r>
            <a:r>
              <a:rPr lang="sk-SK" dirty="0"/>
              <a:t>]</a:t>
            </a:r>
          </a:p>
          <a:p>
            <a:endParaRPr lang="sk-SK" dirty="0"/>
          </a:p>
          <a:p>
            <a:r>
              <a:rPr lang="sk-SK" dirty="0"/>
              <a:t>Prípadne môžete použiť aj oficiálny "Git </a:t>
            </a:r>
            <a:r>
              <a:rPr lang="sk-SK" dirty="0" err="1"/>
              <a:t>for</a:t>
            </a:r>
            <a:r>
              <a:rPr lang="sk-SK" dirty="0"/>
              <a:t> Windows", ktorý obsahuje aj grafické rozhranie (Git GUI) a stiahnete ho z [git-</a:t>
            </a:r>
            <a:r>
              <a:rPr lang="sk-SK" dirty="0" err="1"/>
              <a:t>scm.com</a:t>
            </a:r>
            <a:r>
              <a:rPr lang="sk-SK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035319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419223-5AAE-A878-3EA6-D49A1DFD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Ako si stiahnem obsah repozitára z </a:t>
            </a:r>
            <a:r>
              <a:rPr lang="sk-SK" dirty="0" err="1"/>
              <a:t>GitHubu</a:t>
            </a:r>
            <a:r>
              <a:rPr lang="sk-SK" dirty="0"/>
              <a:t>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E9F17F8-78D2-4C5D-782E-E85E6ACC2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Vyberte si vhodný grafický klient (napr. </a:t>
            </a:r>
            <a:r>
              <a:rPr lang="sk-SK" dirty="0" err="1"/>
              <a:t>GitHub</a:t>
            </a:r>
            <a:r>
              <a:rPr lang="sk-SK" dirty="0"/>
              <a:t> Desktop).​</a:t>
            </a:r>
          </a:p>
          <a:p>
            <a:r>
              <a:rPr lang="sk-SK" dirty="0"/>
              <a:t>Prihláste sa do aplikácie a kliknite na možnosť „</a:t>
            </a:r>
            <a:r>
              <a:rPr lang="sk-SK" dirty="0" err="1"/>
              <a:t>Klónovať</a:t>
            </a:r>
            <a:r>
              <a:rPr lang="sk-SK" dirty="0"/>
              <a:t> repozitár“.</a:t>
            </a:r>
          </a:p>
          <a:p>
            <a:r>
              <a:rPr lang="sk-SK" dirty="0"/>
              <a:t>Vložte URL adresu repozitára z </a:t>
            </a:r>
            <a:r>
              <a:rPr lang="sk-SK" dirty="0" err="1"/>
              <a:t>GitHubu</a:t>
            </a:r>
            <a:r>
              <a:rPr lang="sk-SK" dirty="0"/>
              <a:t> (získate ju na stránke repozitára kliknutím na „</a:t>
            </a:r>
            <a:r>
              <a:rPr lang="sk-SK" dirty="0" err="1"/>
              <a:t>Code</a:t>
            </a:r>
            <a:r>
              <a:rPr lang="sk-SK" dirty="0"/>
              <a:t>“).​</a:t>
            </a:r>
          </a:p>
          <a:p>
            <a:r>
              <a:rPr lang="sk-SK" dirty="0"/>
              <a:t>Potvrďte a počkajte, kým sa repozitár stiahne do vášho počítača.</a:t>
            </a:r>
          </a:p>
          <a:p>
            <a:pPr marL="0" indent="0">
              <a:buNone/>
            </a:pPr>
            <a:endParaRPr lang="sk-SK" i="1" dirty="0"/>
          </a:p>
          <a:p>
            <a:pPr marL="0" indent="0">
              <a:buNone/>
            </a:pPr>
            <a:r>
              <a:rPr lang="sk-SK" i="1" dirty="0"/>
              <a:t>Alternatíva v príkazovom riadku:</a:t>
            </a:r>
            <a:endParaRPr lang="sk-SK" dirty="0"/>
          </a:p>
          <a:p>
            <a:pPr lvl="1"/>
            <a:r>
              <a:rPr lang="sk-SK" dirty="0"/>
              <a:t>git clone </a:t>
            </a:r>
            <a:r>
              <a:rPr lang="sk-SK" dirty="0" err="1"/>
              <a:t>https</a:t>
            </a:r>
            <a:r>
              <a:rPr lang="sk-SK" dirty="0"/>
              <a:t>://</a:t>
            </a:r>
            <a:r>
              <a:rPr lang="sk-SK" dirty="0" err="1"/>
              <a:t>github.com</a:t>
            </a:r>
            <a:r>
              <a:rPr lang="sk-SK" dirty="0"/>
              <a:t>/UZIVATEL/REPOZITAR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0699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C608AB-FECC-5A2C-0C84-DD00BFFB0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Ako načítať zmeny z </a:t>
            </a:r>
            <a:r>
              <a:rPr lang="sk-SK" dirty="0" err="1"/>
              <a:t>GitHubu</a:t>
            </a:r>
            <a:r>
              <a:rPr lang="sk-SK" dirty="0"/>
              <a:t> do svojho počítača?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3336597-88D3-971E-0713-E200230A1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Otvorte vybraný projekt v zvolenom grafickom klientovi (</a:t>
            </a:r>
            <a:r>
              <a:rPr lang="sk-SK" dirty="0" err="1"/>
              <a:t>GitHub</a:t>
            </a:r>
            <a:r>
              <a:rPr lang="sk-SK" dirty="0"/>
              <a:t> Desktop, </a:t>
            </a:r>
            <a:r>
              <a:rPr lang="sk-SK" dirty="0" err="1"/>
              <a:t>Sourcetree</a:t>
            </a:r>
            <a:r>
              <a:rPr lang="sk-SK" dirty="0"/>
              <a:t>, atď.).</a:t>
            </a:r>
          </a:p>
          <a:p>
            <a:r>
              <a:rPr lang="sk-SK" dirty="0"/>
              <a:t>V menu vyberte možnosť „</a:t>
            </a:r>
            <a:r>
              <a:rPr lang="sk-SK" dirty="0" err="1"/>
              <a:t>Pull</a:t>
            </a:r>
            <a:r>
              <a:rPr lang="sk-SK" dirty="0"/>
              <a:t>“ alebo „Načítať nové zmeny“ – klient automaticky stiahne posledné zmeny z vzdialeného repozitára.​</a:t>
            </a:r>
          </a:p>
          <a:p>
            <a:endParaRPr lang="sk-SK" dirty="0"/>
          </a:p>
          <a:p>
            <a:pPr marL="0" indent="0">
              <a:buNone/>
            </a:pPr>
            <a:r>
              <a:rPr lang="sk-SK" dirty="0"/>
              <a:t>V príkazovom riadku použite:</a:t>
            </a:r>
          </a:p>
          <a:p>
            <a:r>
              <a:rPr lang="sk-SK" dirty="0"/>
              <a:t>git </a:t>
            </a:r>
            <a:r>
              <a:rPr lang="sk-SK" dirty="0" err="1"/>
              <a:t>pull</a:t>
            </a:r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986670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61EC72-5B06-C333-6EE0-7AD5DBF51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Návody a tutoriály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560DFC2-3C23-1472-D90C-92EB7DCA8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b="1" dirty="0" err="1"/>
              <a:t>How</a:t>
            </a:r>
            <a:r>
              <a:rPr lang="sk-SK" b="1" dirty="0"/>
              <a:t> Git </a:t>
            </a:r>
            <a:r>
              <a:rPr lang="sk-SK" b="1" dirty="0" err="1"/>
              <a:t>Actually</a:t>
            </a:r>
            <a:r>
              <a:rPr lang="sk-SK" b="1" dirty="0"/>
              <a:t> Works: </a:t>
            </a:r>
            <a:r>
              <a:rPr lang="sk-SK" b="1" dirty="0" err="1"/>
              <a:t>Explained</a:t>
            </a:r>
            <a:r>
              <a:rPr lang="sk-SK" b="1" dirty="0"/>
              <a:t> in 4 </a:t>
            </a:r>
            <a:r>
              <a:rPr lang="sk-SK" b="1" dirty="0" err="1"/>
              <a:t>Minutes</a:t>
            </a:r>
            <a:endParaRPr lang="sk-SK" b="1" dirty="0"/>
          </a:p>
          <a:p>
            <a:r>
              <a:rPr lang="sk-SK" dirty="0">
                <a:hlinkClick r:id="rId2"/>
              </a:rPr>
              <a:t>https://youtu.be/e9lnsKot_SQ?si=2ikgNU9WDCnw-Ea2</a:t>
            </a:r>
            <a:endParaRPr lang="sk-SK" dirty="0"/>
          </a:p>
          <a:p>
            <a:endParaRPr lang="sk-SK" dirty="0"/>
          </a:p>
          <a:p>
            <a:r>
              <a:rPr lang="sk-SK" b="1" dirty="0" err="1"/>
              <a:t>GitHub</a:t>
            </a:r>
            <a:r>
              <a:rPr lang="sk-SK" b="1" dirty="0"/>
              <a:t> </a:t>
            </a:r>
            <a:r>
              <a:rPr lang="sk-SK" b="1" dirty="0" err="1"/>
              <a:t>Basics</a:t>
            </a:r>
            <a:r>
              <a:rPr lang="sk-SK" b="1" dirty="0"/>
              <a:t> Made </a:t>
            </a:r>
            <a:r>
              <a:rPr lang="sk-SK" b="1" dirty="0" err="1"/>
              <a:t>Easy</a:t>
            </a:r>
            <a:r>
              <a:rPr lang="sk-SK" b="1" dirty="0"/>
              <a:t>: A </a:t>
            </a:r>
            <a:r>
              <a:rPr lang="sk-SK" b="1" dirty="0" err="1"/>
              <a:t>Fast</a:t>
            </a:r>
            <a:r>
              <a:rPr lang="sk-SK" b="1" dirty="0"/>
              <a:t> </a:t>
            </a:r>
            <a:r>
              <a:rPr lang="sk-SK" b="1" dirty="0" err="1"/>
              <a:t>Beginner's</a:t>
            </a:r>
            <a:r>
              <a:rPr lang="sk-SK" b="1" dirty="0"/>
              <a:t> </a:t>
            </a:r>
            <a:r>
              <a:rPr lang="sk-SK" b="1" dirty="0" err="1"/>
              <a:t>Tutorial</a:t>
            </a:r>
            <a:r>
              <a:rPr lang="sk-SK" b="1" dirty="0"/>
              <a:t>! 23:29min</a:t>
            </a:r>
          </a:p>
          <a:p>
            <a:r>
              <a:rPr lang="sk-SK" dirty="0">
                <a:hlinkClick r:id="rId3"/>
              </a:rPr>
              <a:t>https://youtu.be/Oaj3RBIoGFc?si=HpMr1Xexc7ggoO0N</a:t>
            </a:r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49FA17-822C-8D84-73E4-FBCAA76C5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5836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sk-SK" altLang="sk-SK" sz="7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endParaRPr kumimoji="0" lang="sk-SK" altLang="sk-SK" sz="7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700" b="0" i="0" u="none" strike="noStrike" cap="none" normalizeH="0" baseline="0">
                <a:ln>
                  <a:noFill/>
                </a:ln>
                <a:solidFill>
                  <a:srgbClr val="606060"/>
                </a:solidFill>
                <a:effectLst/>
                <a:latin typeface="Roboto" panose="02000000000000000000" pitchFamily="2" charset="0"/>
              </a:rPr>
              <a:t>SK</a:t>
            </a:r>
            <a:endParaRPr kumimoji="0" lang="sk-SK" altLang="sk-SK" sz="7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hlinkClick r:id="rId4" tooltip="YouTube Premium – Domov"/>
            <a:extLst>
              <a:ext uri="{FF2B5EF4-FFF2-40B4-BE49-F238E27FC236}">
                <a16:creationId xmlns:a16="http://schemas.microsoft.com/office/drawing/2014/main" id="{DD4E7224-1687-A06C-18A5-FEF7A5F27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3065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k-SK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53167D6-C617-D6A9-CF10-1E2D9E029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87216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endParaRPr lang="sk-SK"/>
          </a:p>
        </p:txBody>
      </p:sp>
      <p:sp>
        <p:nvSpPr>
          <p:cNvPr id="7" name="Rectangle 4">
            <a:hlinkClick r:id="rId5"/>
            <a:extLst>
              <a:ext uri="{FF2B5EF4-FFF2-40B4-BE49-F238E27FC236}">
                <a16:creationId xmlns:a16="http://schemas.microsoft.com/office/drawing/2014/main" id="{5499720E-B70D-ABA8-E9BB-C8FE83534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0039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How Git Works: Explained in 4 Minutes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693367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242</Words>
  <Application>Microsoft Macintosh PowerPoint</Application>
  <PresentationFormat>Širokouhlá</PresentationFormat>
  <Paragraphs>30</Paragraphs>
  <Slides>5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Roboto</vt:lpstr>
      <vt:lpstr>Motív Office</vt:lpstr>
      <vt:lpstr>Práca s Git v grafickom režime na Windows</vt:lpstr>
      <vt:lpstr>Kde ho získam?</vt:lpstr>
      <vt:lpstr>Ako si stiahnem obsah repozitára z GitHubu?</vt:lpstr>
      <vt:lpstr>Ako načítať zmeny z GitHubu do svojho počítača?</vt:lpstr>
      <vt:lpstr>Návody a tutoriály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Július Baráth</dc:creator>
  <cp:lastModifiedBy>Július Baráth</cp:lastModifiedBy>
  <cp:revision>1</cp:revision>
  <dcterms:created xsi:type="dcterms:W3CDTF">2025-11-03T12:46:00Z</dcterms:created>
  <dcterms:modified xsi:type="dcterms:W3CDTF">2025-11-03T13:03:20Z</dcterms:modified>
</cp:coreProperties>
</file>