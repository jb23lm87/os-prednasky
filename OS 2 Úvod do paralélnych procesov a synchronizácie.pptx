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88" r:id="rId12"/>
    <p:sldId id="290" r:id="rId13"/>
    <p:sldId id="291" r:id="rId14"/>
    <p:sldId id="292" r:id="rId15"/>
    <p:sldId id="293" r:id="rId16"/>
    <p:sldId id="294" r:id="rId17"/>
    <p:sldId id="295" r:id="rId18"/>
    <p:sldId id="297" r:id="rId19"/>
    <p:sldId id="298" r:id="rId20"/>
    <p:sldId id="323" r:id="rId21"/>
    <p:sldId id="325" r:id="rId22"/>
    <p:sldId id="324" r:id="rId23"/>
    <p:sldId id="306" r:id="rId24"/>
    <p:sldId id="300" r:id="rId25"/>
    <p:sldId id="301" r:id="rId26"/>
    <p:sldId id="302" r:id="rId27"/>
    <p:sldId id="303" r:id="rId28"/>
    <p:sldId id="307" r:id="rId29"/>
    <p:sldId id="311" r:id="rId30"/>
    <p:sldId id="312" r:id="rId31"/>
    <p:sldId id="314" r:id="rId32"/>
    <p:sldId id="304" r:id="rId33"/>
    <p:sldId id="305" r:id="rId34"/>
    <p:sldId id="308" r:id="rId35"/>
    <p:sldId id="321" r:id="rId36"/>
    <p:sldId id="266" r:id="rId37"/>
    <p:sldId id="271" r:id="rId38"/>
    <p:sldId id="272" r:id="rId39"/>
    <p:sldId id="274" r:id="rId40"/>
    <p:sldId id="316" r:id="rId41"/>
    <p:sldId id="317" r:id="rId42"/>
    <p:sldId id="275" r:id="rId43"/>
    <p:sldId id="276" r:id="rId44"/>
    <p:sldId id="277" r:id="rId45"/>
    <p:sldId id="280" r:id="rId46"/>
    <p:sldId id="281" r:id="rId47"/>
    <p:sldId id="282" r:id="rId48"/>
    <p:sldId id="283" r:id="rId49"/>
    <p:sldId id="284" r:id="rId50"/>
    <p:sldId id="285" r:id="rId51"/>
    <p:sldId id="286" r:id="rId52"/>
    <p:sldId id="322" r:id="rId53"/>
    <p:sldId id="287" r:id="rId54"/>
  </p:sldIdLst>
  <p:sldSz cx="12192000" cy="6858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0BC3AC-5919-1247-B8AC-1DC04D9811EF}" v="56" dt="2026-02-03T11:50:35.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57"/>
    <p:restoredTop sz="97030"/>
  </p:normalViewPr>
  <p:slideViewPr>
    <p:cSldViewPr snapToGrid="0" snapToObjects="1">
      <p:cViewPr varScale="1">
        <p:scale>
          <a:sx n="139" d="100"/>
          <a:sy n="139" d="100"/>
        </p:scale>
        <p:origin x="184" y="632"/>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undo custSel addSld delSld modSld sldOrd">
      <pc:chgData name="Baráth, Július" userId="aebde9b9-dccc-4475-a9ac-c05e78323d7a" providerId="ADAL" clId="{4A0811C8-ED2F-505E-B787-C8270CED5046}" dt="2026-02-04T09:00:00.349" v="572" actId="1076"/>
      <pc:docMkLst>
        <pc:docMk/>
      </pc:docMkLst>
      <pc:sldChg chg="modSp mod">
        <pc:chgData name="Baráth, Július" userId="aebde9b9-dccc-4475-a9ac-c05e78323d7a" providerId="ADAL" clId="{4A0811C8-ED2F-505E-B787-C8270CED5046}" dt="2026-02-03T09:57:40.265" v="14" actId="15"/>
        <pc:sldMkLst>
          <pc:docMk/>
          <pc:sldMk cId="2192710277" sldId="257"/>
        </pc:sldMkLst>
        <pc:spChg chg="mod">
          <ac:chgData name="Baráth, Július" userId="aebde9b9-dccc-4475-a9ac-c05e78323d7a" providerId="ADAL" clId="{4A0811C8-ED2F-505E-B787-C8270CED5046}" dt="2026-02-03T09:57:40.265" v="14" actId="15"/>
          <ac:spMkLst>
            <pc:docMk/>
            <pc:sldMk cId="2192710277" sldId="257"/>
            <ac:spMk id="3" creationId="{0FA40D0C-06A6-A049-A6A3-184E4622E874}"/>
          </ac:spMkLst>
        </pc:spChg>
      </pc:sldChg>
      <pc:sldChg chg="modSp mod">
        <pc:chgData name="Baráth, Július" userId="aebde9b9-dccc-4475-a9ac-c05e78323d7a" providerId="ADAL" clId="{4A0811C8-ED2F-505E-B787-C8270CED5046}" dt="2026-02-03T11:48:29.273" v="556" actId="27636"/>
        <pc:sldMkLst>
          <pc:docMk/>
          <pc:sldMk cId="2345067092" sldId="258"/>
        </pc:sldMkLst>
        <pc:spChg chg="mod">
          <ac:chgData name="Baráth, Július" userId="aebde9b9-dccc-4475-a9ac-c05e78323d7a" providerId="ADAL" clId="{4A0811C8-ED2F-505E-B787-C8270CED5046}" dt="2026-02-03T11:48:29.273" v="556" actId="27636"/>
          <ac:spMkLst>
            <pc:docMk/>
            <pc:sldMk cId="2345067092" sldId="258"/>
            <ac:spMk id="3" creationId="{695E7A34-BAD0-FD4B-88EE-A80002625D51}"/>
          </ac:spMkLst>
        </pc:spChg>
      </pc:sldChg>
      <pc:sldChg chg="addSp modSp mod">
        <pc:chgData name="Baráth, Július" userId="aebde9b9-dccc-4475-a9ac-c05e78323d7a" providerId="ADAL" clId="{4A0811C8-ED2F-505E-B787-C8270CED5046}" dt="2026-02-03T11:49:49.011" v="566" actId="1076"/>
        <pc:sldMkLst>
          <pc:docMk/>
          <pc:sldMk cId="2830035912" sldId="259"/>
        </pc:sldMkLst>
        <pc:spChg chg="add mod">
          <ac:chgData name="Baráth, Július" userId="aebde9b9-dccc-4475-a9ac-c05e78323d7a" providerId="ADAL" clId="{4A0811C8-ED2F-505E-B787-C8270CED5046}" dt="2026-02-03T11:49:41.447" v="563" actId="1076"/>
          <ac:spMkLst>
            <pc:docMk/>
            <pc:sldMk cId="2830035912" sldId="259"/>
            <ac:spMk id="3" creationId="{FD4062D0-D8A9-5393-FCF0-EE033298B0DD}"/>
          </ac:spMkLst>
        </pc:spChg>
        <pc:picChg chg="mod">
          <ac:chgData name="Baráth, Július" userId="aebde9b9-dccc-4475-a9ac-c05e78323d7a" providerId="ADAL" clId="{4A0811C8-ED2F-505E-B787-C8270CED5046}" dt="2026-02-03T11:49:49.011" v="566" actId="1076"/>
          <ac:picMkLst>
            <pc:docMk/>
            <pc:sldMk cId="2830035912" sldId="259"/>
            <ac:picMk id="11" creationId="{00000000-0000-0000-0000-000000000000}"/>
          </ac:picMkLst>
        </pc:picChg>
      </pc:sldChg>
      <pc:sldChg chg="modSp">
        <pc:chgData name="Baráth, Július" userId="aebde9b9-dccc-4475-a9ac-c05e78323d7a" providerId="ADAL" clId="{4A0811C8-ED2F-505E-B787-C8270CED5046}" dt="2026-02-03T11:50:35.132" v="568" actId="14100"/>
        <pc:sldMkLst>
          <pc:docMk/>
          <pc:sldMk cId="334612787" sldId="261"/>
        </pc:sldMkLst>
        <pc:spChg chg="mod">
          <ac:chgData name="Baráth, Július" userId="aebde9b9-dccc-4475-a9ac-c05e78323d7a" providerId="ADAL" clId="{4A0811C8-ED2F-505E-B787-C8270CED5046}" dt="2026-02-03T11:50:35.132" v="568" actId="14100"/>
          <ac:spMkLst>
            <pc:docMk/>
            <pc:sldMk cId="334612787" sldId="261"/>
            <ac:spMk id="11272" creationId="{00000000-0000-0000-0000-000000000000}"/>
          </ac:spMkLst>
        </pc:spChg>
      </pc:sldChg>
      <pc:sldChg chg="modSp mod">
        <pc:chgData name="Baráth, Július" userId="aebde9b9-dccc-4475-a9ac-c05e78323d7a" providerId="ADAL" clId="{4A0811C8-ED2F-505E-B787-C8270CED5046}" dt="2026-02-03T10:00:40.875" v="25" actId="20577"/>
        <pc:sldMkLst>
          <pc:docMk/>
          <pc:sldMk cId="3347599706" sldId="263"/>
        </pc:sldMkLst>
        <pc:spChg chg="mod">
          <ac:chgData name="Baráth, Július" userId="aebde9b9-dccc-4475-a9ac-c05e78323d7a" providerId="ADAL" clId="{4A0811C8-ED2F-505E-B787-C8270CED5046}" dt="2026-02-03T10:00:40.875" v="25" actId="20577"/>
          <ac:spMkLst>
            <pc:docMk/>
            <pc:sldMk cId="3347599706" sldId="263"/>
            <ac:spMk id="3" creationId="{00000000-0000-0000-0000-000000000000}"/>
          </ac:spMkLst>
        </pc:spChg>
      </pc:sldChg>
      <pc:sldChg chg="modSp mod">
        <pc:chgData name="Baráth, Július" userId="aebde9b9-dccc-4475-a9ac-c05e78323d7a" providerId="ADAL" clId="{4A0811C8-ED2F-505E-B787-C8270CED5046}" dt="2026-02-04T09:00:00.349" v="572" actId="1076"/>
        <pc:sldMkLst>
          <pc:docMk/>
          <pc:sldMk cId="3215213909" sldId="281"/>
        </pc:sldMkLst>
        <pc:spChg chg="mod">
          <ac:chgData name="Baráth, Július" userId="aebde9b9-dccc-4475-a9ac-c05e78323d7a" providerId="ADAL" clId="{4A0811C8-ED2F-505E-B787-C8270CED5046}" dt="2026-02-04T09:00:00.349" v="572" actId="1076"/>
          <ac:spMkLst>
            <pc:docMk/>
            <pc:sldMk cId="3215213909" sldId="281"/>
            <ac:spMk id="7" creationId="{90D99940-9123-4581-D9AC-BBE8F9D94D6C}"/>
          </ac:spMkLst>
        </pc:spChg>
        <pc:spChg chg="mod">
          <ac:chgData name="Baráth, Július" userId="aebde9b9-dccc-4475-a9ac-c05e78323d7a" providerId="ADAL" clId="{4A0811C8-ED2F-505E-B787-C8270CED5046}" dt="2026-02-04T08:59:57.082" v="571" actId="1076"/>
          <ac:spMkLst>
            <pc:docMk/>
            <pc:sldMk cId="3215213909" sldId="281"/>
            <ac:spMk id="8" creationId="{9C641B73-9397-2D5D-2C98-501BC496826F}"/>
          </ac:spMkLst>
        </pc:spChg>
      </pc:sldChg>
      <pc:sldChg chg="addSp delSp modSp mod">
        <pc:chgData name="Baráth, Július" userId="aebde9b9-dccc-4475-a9ac-c05e78323d7a" providerId="ADAL" clId="{4A0811C8-ED2F-505E-B787-C8270CED5046}" dt="2026-02-03T10:47:25.906" v="299" actId="20577"/>
        <pc:sldMkLst>
          <pc:docMk/>
          <pc:sldMk cId="2459821752" sldId="288"/>
        </pc:sldMkLst>
        <pc:spChg chg="mod">
          <ac:chgData name="Baráth, Július" userId="aebde9b9-dccc-4475-a9ac-c05e78323d7a" providerId="ADAL" clId="{4A0811C8-ED2F-505E-B787-C8270CED5046}" dt="2026-02-03T10:47:25.906" v="299" actId="20577"/>
          <ac:spMkLst>
            <pc:docMk/>
            <pc:sldMk cId="2459821752" sldId="288"/>
            <ac:spMk id="3" creationId="{00000000-0000-0000-0000-000000000000}"/>
          </ac:spMkLst>
        </pc:spChg>
        <pc:spChg chg="add del mod">
          <ac:chgData name="Baráth, Július" userId="aebde9b9-dccc-4475-a9ac-c05e78323d7a" providerId="ADAL" clId="{4A0811C8-ED2F-505E-B787-C8270CED5046}" dt="2026-02-03T10:29:09.731" v="116"/>
          <ac:spMkLst>
            <pc:docMk/>
            <pc:sldMk cId="2459821752" sldId="288"/>
            <ac:spMk id="5" creationId="{2C399BD9-9DEA-10E2-E161-5C889833B7C6}"/>
          </ac:spMkLst>
        </pc:spChg>
        <pc:spChg chg="add mod">
          <ac:chgData name="Baráth, Július" userId="aebde9b9-dccc-4475-a9ac-c05e78323d7a" providerId="ADAL" clId="{4A0811C8-ED2F-505E-B787-C8270CED5046}" dt="2026-02-03T10:28:59.728" v="113"/>
          <ac:spMkLst>
            <pc:docMk/>
            <pc:sldMk cId="2459821752" sldId="288"/>
            <ac:spMk id="6" creationId="{150CBCA0-5B40-FD02-4719-F8721FCDBF86}"/>
          </ac:spMkLst>
        </pc:spChg>
      </pc:sldChg>
      <pc:sldChg chg="modSp mod">
        <pc:chgData name="Baráth, Július" userId="aebde9b9-dccc-4475-a9ac-c05e78323d7a" providerId="ADAL" clId="{4A0811C8-ED2F-505E-B787-C8270CED5046}" dt="2026-02-03T10:54:29.284" v="317" actId="20577"/>
        <pc:sldMkLst>
          <pc:docMk/>
          <pc:sldMk cId="4088828821" sldId="290"/>
        </pc:sldMkLst>
        <pc:spChg chg="mod">
          <ac:chgData name="Baráth, Július" userId="aebde9b9-dccc-4475-a9ac-c05e78323d7a" providerId="ADAL" clId="{4A0811C8-ED2F-505E-B787-C8270CED5046}" dt="2026-02-03T10:54:29.284" v="317" actId="20577"/>
          <ac:spMkLst>
            <pc:docMk/>
            <pc:sldMk cId="4088828821" sldId="290"/>
            <ac:spMk id="2" creationId="{77AC8B45-E5C5-E444-A45D-D2726973EBAD}"/>
          </ac:spMkLst>
        </pc:spChg>
        <pc:spChg chg="mod">
          <ac:chgData name="Baráth, Július" userId="aebde9b9-dccc-4475-a9ac-c05e78323d7a" providerId="ADAL" clId="{4A0811C8-ED2F-505E-B787-C8270CED5046}" dt="2026-02-03T10:54:20.945" v="313" actId="403"/>
          <ac:spMkLst>
            <pc:docMk/>
            <pc:sldMk cId="4088828821" sldId="290"/>
            <ac:spMk id="3" creationId="{59717443-41A9-56B0-C747-36FFC65F3CFE}"/>
          </ac:spMkLst>
        </pc:spChg>
      </pc:sldChg>
      <pc:sldChg chg="modSp mod">
        <pc:chgData name="Baráth, Július" userId="aebde9b9-dccc-4475-a9ac-c05e78323d7a" providerId="ADAL" clId="{4A0811C8-ED2F-505E-B787-C8270CED5046}" dt="2026-02-03T10:03:51.624" v="27" actId="1076"/>
        <pc:sldMkLst>
          <pc:docMk/>
          <pc:sldMk cId="2068648163" sldId="291"/>
        </pc:sldMkLst>
        <pc:spChg chg="mod">
          <ac:chgData name="Baráth, Július" userId="aebde9b9-dccc-4475-a9ac-c05e78323d7a" providerId="ADAL" clId="{4A0811C8-ED2F-505E-B787-C8270CED5046}" dt="2026-02-03T10:03:51.624" v="27" actId="1076"/>
          <ac:spMkLst>
            <pc:docMk/>
            <pc:sldMk cId="2068648163" sldId="291"/>
            <ac:spMk id="3" creationId="{00000000-0000-0000-0000-000000000000}"/>
          </ac:spMkLst>
        </pc:spChg>
      </pc:sldChg>
      <pc:sldChg chg="modSp mod">
        <pc:chgData name="Baráth, Július" userId="aebde9b9-dccc-4475-a9ac-c05e78323d7a" providerId="ADAL" clId="{4A0811C8-ED2F-505E-B787-C8270CED5046}" dt="2026-02-03T10:04:07.524" v="30" actId="27636"/>
        <pc:sldMkLst>
          <pc:docMk/>
          <pc:sldMk cId="2176794767" sldId="292"/>
        </pc:sldMkLst>
        <pc:spChg chg="mod">
          <ac:chgData name="Baráth, Július" userId="aebde9b9-dccc-4475-a9ac-c05e78323d7a" providerId="ADAL" clId="{4A0811C8-ED2F-505E-B787-C8270CED5046}" dt="2026-02-03T10:03:27.848" v="26" actId="113"/>
          <ac:spMkLst>
            <pc:docMk/>
            <pc:sldMk cId="2176794767" sldId="292"/>
            <ac:spMk id="2" creationId="{00000000-0000-0000-0000-000000000000}"/>
          </ac:spMkLst>
        </pc:spChg>
        <pc:spChg chg="mod">
          <ac:chgData name="Baráth, Július" userId="aebde9b9-dccc-4475-a9ac-c05e78323d7a" providerId="ADAL" clId="{4A0811C8-ED2F-505E-B787-C8270CED5046}" dt="2026-02-03T10:04:07.524" v="30" actId="27636"/>
          <ac:spMkLst>
            <pc:docMk/>
            <pc:sldMk cId="2176794767" sldId="292"/>
            <ac:spMk id="4" creationId="{00000000-0000-0000-0000-000000000000}"/>
          </ac:spMkLst>
        </pc:spChg>
      </pc:sldChg>
      <pc:sldChg chg="addSp modSp mod">
        <pc:chgData name="Baráth, Július" userId="aebde9b9-dccc-4475-a9ac-c05e78323d7a" providerId="ADAL" clId="{4A0811C8-ED2F-505E-B787-C8270CED5046}" dt="2026-02-03T11:06:40.153" v="460" actId="368"/>
        <pc:sldMkLst>
          <pc:docMk/>
          <pc:sldMk cId="3256878633" sldId="297"/>
        </pc:sldMkLst>
        <pc:spChg chg="mod">
          <ac:chgData name="Baráth, Július" userId="aebde9b9-dccc-4475-a9ac-c05e78323d7a" providerId="ADAL" clId="{4A0811C8-ED2F-505E-B787-C8270CED5046}" dt="2026-02-03T11:06:31.575" v="459" actId="27636"/>
          <ac:spMkLst>
            <pc:docMk/>
            <pc:sldMk cId="3256878633" sldId="297"/>
            <ac:spMk id="2" creationId="{22124CC1-E539-9D43-BE9F-145005443BEF}"/>
          </ac:spMkLst>
        </pc:spChg>
        <pc:spChg chg="add">
          <ac:chgData name="Baráth, Július" userId="aebde9b9-dccc-4475-a9ac-c05e78323d7a" providerId="ADAL" clId="{4A0811C8-ED2F-505E-B787-C8270CED5046}" dt="2026-02-03T11:04:32.051" v="425"/>
          <ac:spMkLst>
            <pc:docMk/>
            <pc:sldMk cId="3256878633" sldId="297"/>
            <ac:spMk id="3" creationId="{A9898511-FB6F-BCC4-00BC-B069AE8214A5}"/>
          </ac:spMkLst>
        </pc:spChg>
        <pc:spChg chg="mod">
          <ac:chgData name="Baráth, Július" userId="aebde9b9-dccc-4475-a9ac-c05e78323d7a" providerId="ADAL" clId="{4A0811C8-ED2F-505E-B787-C8270CED5046}" dt="2026-02-03T11:06:40.153" v="460" actId="368"/>
          <ac:spMkLst>
            <pc:docMk/>
            <pc:sldMk cId="3256878633" sldId="297"/>
            <ac:spMk id="23556" creationId="{00000000-0000-0000-0000-000000000000}"/>
          </ac:spMkLst>
        </pc:spChg>
      </pc:sldChg>
      <pc:sldChg chg="addSp modSp mod">
        <pc:chgData name="Baráth, Július" userId="aebde9b9-dccc-4475-a9ac-c05e78323d7a" providerId="ADAL" clId="{4A0811C8-ED2F-505E-B787-C8270CED5046}" dt="2026-02-03T11:03:02.785" v="415" actId="20577"/>
        <pc:sldMkLst>
          <pc:docMk/>
          <pc:sldMk cId="887361340" sldId="298"/>
        </pc:sldMkLst>
        <pc:spChg chg="add mod">
          <ac:chgData name="Baráth, Július" userId="aebde9b9-dccc-4475-a9ac-c05e78323d7a" providerId="ADAL" clId="{4A0811C8-ED2F-505E-B787-C8270CED5046}" dt="2026-02-03T11:03:02.785" v="415" actId="20577"/>
          <ac:spMkLst>
            <pc:docMk/>
            <pc:sldMk cId="887361340" sldId="298"/>
            <ac:spMk id="2" creationId="{22D9CFC9-7A34-A25D-84B6-792F17980B5F}"/>
          </ac:spMkLst>
        </pc:spChg>
        <pc:spChg chg="mod">
          <ac:chgData name="Baráth, Július" userId="aebde9b9-dccc-4475-a9ac-c05e78323d7a" providerId="ADAL" clId="{4A0811C8-ED2F-505E-B787-C8270CED5046}" dt="2026-02-03T11:02:06.716" v="408" actId="113"/>
          <ac:spMkLst>
            <pc:docMk/>
            <pc:sldMk cId="887361340" sldId="298"/>
            <ac:spMk id="4" creationId="{2E04A82A-6BA7-1244-8440-256F60A16143}"/>
          </ac:spMkLst>
        </pc:spChg>
        <pc:spChg chg="mod">
          <ac:chgData name="Baráth, Július" userId="aebde9b9-dccc-4475-a9ac-c05e78323d7a" providerId="ADAL" clId="{4A0811C8-ED2F-505E-B787-C8270CED5046}" dt="2026-02-03T11:02:13.713" v="409" actId="1076"/>
          <ac:spMkLst>
            <pc:docMk/>
            <pc:sldMk cId="887361340" sldId="298"/>
            <ac:spMk id="24580" creationId="{00000000-0000-0000-0000-000000000000}"/>
          </ac:spMkLst>
        </pc:spChg>
      </pc:sldChg>
      <pc:sldChg chg="addSp modSp mod modClrScheme chgLayout">
        <pc:chgData name="Baráth, Július" userId="aebde9b9-dccc-4475-a9ac-c05e78323d7a" providerId="ADAL" clId="{4A0811C8-ED2F-505E-B787-C8270CED5046}" dt="2026-02-03T11:13:01.899" v="515" actId="12"/>
        <pc:sldMkLst>
          <pc:docMk/>
          <pc:sldMk cId="4070380688" sldId="300"/>
        </pc:sldMkLst>
        <pc:spChg chg="add mod ord">
          <ac:chgData name="Baráth, Július" userId="aebde9b9-dccc-4475-a9ac-c05e78323d7a" providerId="ADAL" clId="{4A0811C8-ED2F-505E-B787-C8270CED5046}" dt="2026-02-03T11:13:01.899" v="515" actId="12"/>
          <ac:spMkLst>
            <pc:docMk/>
            <pc:sldMk cId="4070380688" sldId="300"/>
            <ac:spMk id="2" creationId="{6795B5F3-D4C8-C27A-C4E5-445C8779B727}"/>
          </ac:spMkLst>
        </pc:spChg>
        <pc:spChg chg="mod ord">
          <ac:chgData name="Baráth, Július" userId="aebde9b9-dccc-4475-a9ac-c05e78323d7a" providerId="ADAL" clId="{4A0811C8-ED2F-505E-B787-C8270CED5046}" dt="2026-02-03T11:12:59.440" v="514" actId="12"/>
          <ac:spMkLst>
            <pc:docMk/>
            <pc:sldMk cId="4070380688" sldId="300"/>
            <ac:spMk id="5" creationId="{00000000-0000-0000-0000-000000000000}"/>
          </ac:spMkLst>
        </pc:spChg>
        <pc:spChg chg="mod ord">
          <ac:chgData name="Baráth, Július" userId="aebde9b9-dccc-4475-a9ac-c05e78323d7a" providerId="ADAL" clId="{4A0811C8-ED2F-505E-B787-C8270CED5046}" dt="2026-02-03T11:11:42.989" v="479" actId="700"/>
          <ac:spMkLst>
            <pc:docMk/>
            <pc:sldMk cId="4070380688" sldId="300"/>
            <ac:spMk id="26627" creationId="{00000000-0000-0000-0000-000000000000}"/>
          </ac:spMkLst>
        </pc:spChg>
        <pc:spChg chg="mod ord">
          <ac:chgData name="Baráth, Július" userId="aebde9b9-dccc-4475-a9ac-c05e78323d7a" providerId="ADAL" clId="{4A0811C8-ED2F-505E-B787-C8270CED5046}" dt="2026-02-03T11:12:01.886" v="493" actId="20577"/>
          <ac:spMkLst>
            <pc:docMk/>
            <pc:sldMk cId="4070380688" sldId="300"/>
            <ac:spMk id="26628" creationId="{00000000-0000-0000-0000-000000000000}"/>
          </ac:spMkLst>
        </pc:spChg>
      </pc:sldChg>
      <pc:sldChg chg="addSp delSp modSp mod modClrScheme chgLayout">
        <pc:chgData name="Baráth, Július" userId="aebde9b9-dccc-4475-a9ac-c05e78323d7a" providerId="ADAL" clId="{4A0811C8-ED2F-505E-B787-C8270CED5046}" dt="2026-02-03T11:42:23.968" v="549" actId="15"/>
        <pc:sldMkLst>
          <pc:docMk/>
          <pc:sldMk cId="397644615" sldId="304"/>
        </pc:sldMkLst>
        <pc:spChg chg="add del mod">
          <ac:chgData name="Baráth, Július" userId="aebde9b9-dccc-4475-a9ac-c05e78323d7a" providerId="ADAL" clId="{4A0811C8-ED2F-505E-B787-C8270CED5046}" dt="2026-02-03T11:40:01.712" v="526" actId="6264"/>
          <ac:spMkLst>
            <pc:docMk/>
            <pc:sldMk cId="397644615" sldId="304"/>
            <ac:spMk id="2" creationId="{E67FB9C2-574E-1BCD-B2DE-A8F40A4E67A2}"/>
          </ac:spMkLst>
        </pc:spChg>
        <pc:spChg chg="add mod ord">
          <ac:chgData name="Baráth, Július" userId="aebde9b9-dccc-4475-a9ac-c05e78323d7a" providerId="ADAL" clId="{4A0811C8-ED2F-505E-B787-C8270CED5046}" dt="2026-02-03T11:42:23.968" v="549" actId="15"/>
          <ac:spMkLst>
            <pc:docMk/>
            <pc:sldMk cId="397644615" sldId="304"/>
            <ac:spMk id="3" creationId="{C546CA57-7330-134E-82B3-A6C54F8156E0}"/>
          </ac:spMkLst>
        </pc:spChg>
        <pc:spChg chg="mod ord">
          <ac:chgData name="Baráth, Július" userId="aebde9b9-dccc-4475-a9ac-c05e78323d7a" providerId="ADAL" clId="{4A0811C8-ED2F-505E-B787-C8270CED5046}" dt="2026-02-03T11:40:11.159" v="527" actId="700"/>
          <ac:spMkLst>
            <pc:docMk/>
            <pc:sldMk cId="397644615" sldId="304"/>
            <ac:spMk id="30723" creationId="{00000000-0000-0000-0000-000000000000}"/>
          </ac:spMkLst>
        </pc:spChg>
        <pc:spChg chg="del mod">
          <ac:chgData name="Baráth, Július" userId="aebde9b9-dccc-4475-a9ac-c05e78323d7a" providerId="ADAL" clId="{4A0811C8-ED2F-505E-B787-C8270CED5046}" dt="2026-02-03T11:40:01.712" v="526" actId="6264"/>
          <ac:spMkLst>
            <pc:docMk/>
            <pc:sldMk cId="397644615" sldId="304"/>
            <ac:spMk id="30724" creationId="{00000000-0000-0000-0000-000000000000}"/>
          </ac:spMkLst>
        </pc:spChg>
        <pc:spChg chg="mod ord">
          <ac:chgData name="Baráth, Július" userId="aebde9b9-dccc-4475-a9ac-c05e78323d7a" providerId="ADAL" clId="{4A0811C8-ED2F-505E-B787-C8270CED5046}" dt="2026-02-03T11:41:28.793" v="538" actId="1076"/>
          <ac:spMkLst>
            <pc:docMk/>
            <pc:sldMk cId="397644615" sldId="304"/>
            <ac:spMk id="30725" creationId="{00000000-0000-0000-0000-000000000000}"/>
          </ac:spMkLst>
        </pc:spChg>
      </pc:sldChg>
      <pc:sldChg chg="modSp mod">
        <pc:chgData name="Baráth, Július" userId="aebde9b9-dccc-4475-a9ac-c05e78323d7a" providerId="ADAL" clId="{4A0811C8-ED2F-505E-B787-C8270CED5046}" dt="2026-02-03T11:41:58.392" v="541" actId="12"/>
        <pc:sldMkLst>
          <pc:docMk/>
          <pc:sldMk cId="4133182652" sldId="305"/>
        </pc:sldMkLst>
        <pc:spChg chg="mod">
          <ac:chgData name="Baráth, Július" userId="aebde9b9-dccc-4475-a9ac-c05e78323d7a" providerId="ADAL" clId="{4A0811C8-ED2F-505E-B787-C8270CED5046}" dt="2026-02-03T11:41:58.392" v="541" actId="12"/>
          <ac:spMkLst>
            <pc:docMk/>
            <pc:sldMk cId="4133182652" sldId="305"/>
            <ac:spMk id="31748" creationId="{00000000-0000-0000-0000-000000000000}"/>
          </ac:spMkLst>
        </pc:spChg>
      </pc:sldChg>
      <pc:sldChg chg="modSp mod">
        <pc:chgData name="Baráth, Július" userId="aebde9b9-dccc-4475-a9ac-c05e78323d7a" providerId="ADAL" clId="{4A0811C8-ED2F-505E-B787-C8270CED5046}" dt="2026-02-03T10:24:22.594" v="89"/>
        <pc:sldMkLst>
          <pc:docMk/>
          <pc:sldMk cId="3235063092" sldId="306"/>
        </pc:sldMkLst>
        <pc:spChg chg="mod">
          <ac:chgData name="Baráth, Július" userId="aebde9b9-dccc-4475-a9ac-c05e78323d7a" providerId="ADAL" clId="{4A0811C8-ED2F-505E-B787-C8270CED5046}" dt="2026-02-03T10:15:00.675" v="68"/>
          <ac:spMkLst>
            <pc:docMk/>
            <pc:sldMk cId="3235063092" sldId="306"/>
            <ac:spMk id="2" creationId="{00000000-0000-0000-0000-000000000000}"/>
          </ac:spMkLst>
        </pc:spChg>
        <pc:spChg chg="mod">
          <ac:chgData name="Baráth, Július" userId="aebde9b9-dccc-4475-a9ac-c05e78323d7a" providerId="ADAL" clId="{4A0811C8-ED2F-505E-B787-C8270CED5046}" dt="2026-02-03T10:17:45.450" v="87" actId="27636"/>
          <ac:spMkLst>
            <pc:docMk/>
            <pc:sldMk cId="3235063092" sldId="306"/>
            <ac:spMk id="3" creationId="{00000000-0000-0000-0000-000000000000}"/>
          </ac:spMkLst>
        </pc:spChg>
        <pc:spChg chg="mod">
          <ac:chgData name="Baráth, Július" userId="aebde9b9-dccc-4475-a9ac-c05e78323d7a" providerId="ADAL" clId="{4A0811C8-ED2F-505E-B787-C8270CED5046}" dt="2026-02-03T10:24:22.594" v="89"/>
          <ac:spMkLst>
            <pc:docMk/>
            <pc:sldMk cId="3235063092" sldId="306"/>
            <ac:spMk id="6" creationId="{1996FD82-8067-2950-8203-05A0703821E7}"/>
          </ac:spMkLst>
        </pc:spChg>
      </pc:sldChg>
      <pc:sldChg chg="del">
        <pc:chgData name="Baráth, Július" userId="aebde9b9-dccc-4475-a9ac-c05e78323d7a" providerId="ADAL" clId="{4A0811C8-ED2F-505E-B787-C8270CED5046}" dt="2026-02-03T11:43:55.098" v="550" actId="2696"/>
        <pc:sldMkLst>
          <pc:docMk/>
          <pc:sldMk cId="3109471324" sldId="309"/>
        </pc:sldMkLst>
      </pc:sldChg>
      <pc:sldChg chg="modSp mod">
        <pc:chgData name="Baráth, Július" userId="aebde9b9-dccc-4475-a9ac-c05e78323d7a" providerId="ADAL" clId="{4A0811C8-ED2F-505E-B787-C8270CED5046}" dt="2026-02-03T11:37:18.778" v="517" actId="113"/>
        <pc:sldMkLst>
          <pc:docMk/>
          <pc:sldMk cId="650989019" sldId="311"/>
        </pc:sldMkLst>
        <pc:spChg chg="mod">
          <ac:chgData name="Baráth, Július" userId="aebde9b9-dccc-4475-a9ac-c05e78323d7a" providerId="ADAL" clId="{4A0811C8-ED2F-505E-B787-C8270CED5046}" dt="2026-02-03T11:37:18.778" v="517" actId="113"/>
          <ac:spMkLst>
            <pc:docMk/>
            <pc:sldMk cId="650989019" sldId="311"/>
            <ac:spMk id="16388" creationId="{00000000-0000-0000-0000-000000000000}"/>
          </ac:spMkLst>
        </pc:spChg>
      </pc:sldChg>
      <pc:sldChg chg="modSp mod">
        <pc:chgData name="Baráth, Július" userId="aebde9b9-dccc-4475-a9ac-c05e78323d7a" providerId="ADAL" clId="{4A0811C8-ED2F-505E-B787-C8270CED5046}" dt="2026-02-03T11:37:38.454" v="520" actId="113"/>
        <pc:sldMkLst>
          <pc:docMk/>
          <pc:sldMk cId="2953323799" sldId="312"/>
        </pc:sldMkLst>
        <pc:spChg chg="mod">
          <ac:chgData name="Baráth, Július" userId="aebde9b9-dccc-4475-a9ac-c05e78323d7a" providerId="ADAL" clId="{4A0811C8-ED2F-505E-B787-C8270CED5046}" dt="2026-02-03T11:37:38.454" v="520" actId="113"/>
          <ac:spMkLst>
            <pc:docMk/>
            <pc:sldMk cId="2953323799" sldId="312"/>
            <ac:spMk id="17412" creationId="{00000000-0000-0000-0000-000000000000}"/>
          </ac:spMkLst>
        </pc:spChg>
      </pc:sldChg>
      <pc:sldChg chg="modSp mod">
        <pc:chgData name="Baráth, Július" userId="aebde9b9-dccc-4475-a9ac-c05e78323d7a" providerId="ADAL" clId="{4A0811C8-ED2F-505E-B787-C8270CED5046}" dt="2026-02-03T11:37:55.318" v="522" actId="113"/>
        <pc:sldMkLst>
          <pc:docMk/>
          <pc:sldMk cId="3914507190" sldId="314"/>
        </pc:sldMkLst>
        <pc:spChg chg="mod">
          <ac:chgData name="Baráth, Július" userId="aebde9b9-dccc-4475-a9ac-c05e78323d7a" providerId="ADAL" clId="{4A0811C8-ED2F-505E-B787-C8270CED5046}" dt="2026-02-03T11:37:55.318" v="522" actId="113"/>
          <ac:spMkLst>
            <pc:docMk/>
            <pc:sldMk cId="3914507190" sldId="314"/>
            <ac:spMk id="19460" creationId="{00000000-0000-0000-0000-000000000000}"/>
          </ac:spMkLst>
        </pc:spChg>
      </pc:sldChg>
      <pc:sldChg chg="del">
        <pc:chgData name="Baráth, Július" userId="aebde9b9-dccc-4475-a9ac-c05e78323d7a" providerId="ADAL" clId="{4A0811C8-ED2F-505E-B787-C8270CED5046}" dt="2026-02-03T11:46:57.957" v="551" actId="2696"/>
        <pc:sldMkLst>
          <pc:docMk/>
          <pc:sldMk cId="3274664270" sldId="318"/>
        </pc:sldMkLst>
      </pc:sldChg>
      <pc:sldChg chg="del">
        <pc:chgData name="Baráth, Július" userId="aebde9b9-dccc-4475-a9ac-c05e78323d7a" providerId="ADAL" clId="{4A0811C8-ED2F-505E-B787-C8270CED5046}" dt="2026-02-03T11:46:58.654" v="552" actId="2696"/>
        <pc:sldMkLst>
          <pc:docMk/>
          <pc:sldMk cId="3836837614" sldId="319"/>
        </pc:sldMkLst>
      </pc:sldChg>
      <pc:sldChg chg="del">
        <pc:chgData name="Baráth, Július" userId="aebde9b9-dccc-4475-a9ac-c05e78323d7a" providerId="ADAL" clId="{4A0811C8-ED2F-505E-B787-C8270CED5046}" dt="2026-02-03T11:46:59.588" v="553" actId="2696"/>
        <pc:sldMkLst>
          <pc:docMk/>
          <pc:sldMk cId="2443848241" sldId="320"/>
        </pc:sldMkLst>
      </pc:sldChg>
      <pc:sldChg chg="modSp new mod ord">
        <pc:chgData name="Baráth, Július" userId="aebde9b9-dccc-4475-a9ac-c05e78323d7a" providerId="ADAL" clId="{4A0811C8-ED2F-505E-B787-C8270CED5046}" dt="2026-02-03T10:40:54.668" v="195" actId="20578"/>
        <pc:sldMkLst>
          <pc:docMk/>
          <pc:sldMk cId="4143176927" sldId="323"/>
        </pc:sldMkLst>
        <pc:spChg chg="mod">
          <ac:chgData name="Baráth, Július" userId="aebde9b9-dccc-4475-a9ac-c05e78323d7a" providerId="ADAL" clId="{4A0811C8-ED2F-505E-B787-C8270CED5046}" dt="2026-02-03T10:38:01.469" v="194" actId="1076"/>
          <ac:spMkLst>
            <pc:docMk/>
            <pc:sldMk cId="4143176927" sldId="323"/>
            <ac:spMk id="2" creationId="{389F8CB0-B231-AE94-1A65-7BE6252F199D}"/>
          </ac:spMkLst>
        </pc:spChg>
        <pc:spChg chg="mod">
          <ac:chgData name="Baráth, Július" userId="aebde9b9-dccc-4475-a9ac-c05e78323d7a" providerId="ADAL" clId="{4A0811C8-ED2F-505E-B787-C8270CED5046}" dt="2026-02-03T10:37:53.345" v="193" actId="115"/>
          <ac:spMkLst>
            <pc:docMk/>
            <pc:sldMk cId="4143176927" sldId="323"/>
            <ac:spMk id="3" creationId="{A0AC6075-5FE4-5CEE-4243-455D47306D1A}"/>
          </ac:spMkLst>
        </pc:spChg>
      </pc:sldChg>
      <pc:sldChg chg="addSp modSp new mod modClrScheme chgLayout">
        <pc:chgData name="Baráth, Július" userId="aebde9b9-dccc-4475-a9ac-c05e78323d7a" providerId="ADAL" clId="{4A0811C8-ED2F-505E-B787-C8270CED5046}" dt="2026-02-03T11:08:56.324" v="478" actId="27636"/>
        <pc:sldMkLst>
          <pc:docMk/>
          <pc:sldMk cId="3071328026" sldId="324"/>
        </pc:sldMkLst>
        <pc:spChg chg="mod ord">
          <ac:chgData name="Baráth, Július" userId="aebde9b9-dccc-4475-a9ac-c05e78323d7a" providerId="ADAL" clId="{4A0811C8-ED2F-505E-B787-C8270CED5046}" dt="2026-02-03T10:41:33.717" v="245" actId="700"/>
          <ac:spMkLst>
            <pc:docMk/>
            <pc:sldMk cId="3071328026" sldId="324"/>
            <ac:spMk id="2" creationId="{DEBD3764-4E11-D5ED-FCCE-24E6AD3F37E7}"/>
          </ac:spMkLst>
        </pc:spChg>
        <pc:spChg chg="mod ord">
          <ac:chgData name="Baráth, Július" userId="aebde9b9-dccc-4475-a9ac-c05e78323d7a" providerId="ADAL" clId="{4A0811C8-ED2F-505E-B787-C8270CED5046}" dt="2026-02-03T11:08:56.324" v="478" actId="27636"/>
          <ac:spMkLst>
            <pc:docMk/>
            <pc:sldMk cId="3071328026" sldId="324"/>
            <ac:spMk id="3" creationId="{DFF2BF87-46ED-5D64-7969-73B7C32A64F3}"/>
          </ac:spMkLst>
        </pc:spChg>
        <pc:spChg chg="mod ord">
          <ac:chgData name="Baráth, Július" userId="aebde9b9-dccc-4475-a9ac-c05e78323d7a" providerId="ADAL" clId="{4A0811C8-ED2F-505E-B787-C8270CED5046}" dt="2026-02-03T10:41:33.717" v="245" actId="700"/>
          <ac:spMkLst>
            <pc:docMk/>
            <pc:sldMk cId="3071328026" sldId="324"/>
            <ac:spMk id="4" creationId="{BF0FC116-C928-BEA6-584A-5ED4CCC30D64}"/>
          </ac:spMkLst>
        </pc:spChg>
        <pc:spChg chg="add mod ord">
          <ac:chgData name="Baráth, Július" userId="aebde9b9-dccc-4475-a9ac-c05e78323d7a" providerId="ADAL" clId="{4A0811C8-ED2F-505E-B787-C8270CED5046}" dt="2026-02-03T11:08:49.896" v="477" actId="27636"/>
          <ac:spMkLst>
            <pc:docMk/>
            <pc:sldMk cId="3071328026" sldId="324"/>
            <ac:spMk id="5" creationId="{A7B87D77-693F-0A51-7BF4-4BD37C814524}"/>
          </ac:spMkLst>
        </pc:spChg>
      </pc:sldChg>
      <pc:sldChg chg="addSp delSp modSp new mod modClrScheme chgLayout">
        <pc:chgData name="Baráth, Július" userId="aebde9b9-dccc-4475-a9ac-c05e78323d7a" providerId="ADAL" clId="{4A0811C8-ED2F-505E-B787-C8270CED5046}" dt="2026-02-03T11:00:25.374" v="390" actId="27636"/>
        <pc:sldMkLst>
          <pc:docMk/>
          <pc:sldMk cId="4236122441" sldId="325"/>
        </pc:sldMkLst>
        <pc:spChg chg="del mod ord">
          <ac:chgData name="Baráth, Július" userId="aebde9b9-dccc-4475-a9ac-c05e78323d7a" providerId="ADAL" clId="{4A0811C8-ED2F-505E-B787-C8270CED5046}" dt="2026-02-03T10:57:31.034" v="319" actId="700"/>
          <ac:spMkLst>
            <pc:docMk/>
            <pc:sldMk cId="4236122441" sldId="325"/>
            <ac:spMk id="2" creationId="{ECC91CC8-5995-BD6D-C584-B9BAA8B5F31E}"/>
          </ac:spMkLst>
        </pc:spChg>
        <pc:spChg chg="del mod ord">
          <ac:chgData name="Baráth, Július" userId="aebde9b9-dccc-4475-a9ac-c05e78323d7a" providerId="ADAL" clId="{4A0811C8-ED2F-505E-B787-C8270CED5046}" dt="2026-02-03T10:57:31.034" v="319" actId="700"/>
          <ac:spMkLst>
            <pc:docMk/>
            <pc:sldMk cId="4236122441" sldId="325"/>
            <ac:spMk id="3" creationId="{255D76F0-2E41-0292-C5C7-9F1D883F5D3F}"/>
          </ac:spMkLst>
        </pc:spChg>
        <pc:spChg chg="mod ord">
          <ac:chgData name="Baráth, Július" userId="aebde9b9-dccc-4475-a9ac-c05e78323d7a" providerId="ADAL" clId="{4A0811C8-ED2F-505E-B787-C8270CED5046}" dt="2026-02-03T10:57:31.034" v="319" actId="700"/>
          <ac:spMkLst>
            <pc:docMk/>
            <pc:sldMk cId="4236122441" sldId="325"/>
            <ac:spMk id="4" creationId="{391AF846-30F8-3112-C22A-91BAFF7E7F1D}"/>
          </ac:spMkLst>
        </pc:spChg>
        <pc:spChg chg="add mod ord">
          <ac:chgData name="Baráth, Július" userId="aebde9b9-dccc-4475-a9ac-c05e78323d7a" providerId="ADAL" clId="{4A0811C8-ED2F-505E-B787-C8270CED5046}" dt="2026-02-03T10:59:10.024" v="380" actId="20577"/>
          <ac:spMkLst>
            <pc:docMk/>
            <pc:sldMk cId="4236122441" sldId="325"/>
            <ac:spMk id="5" creationId="{008B4378-E2CA-1AF3-D6D9-5772F1653F42}"/>
          </ac:spMkLst>
        </pc:spChg>
        <pc:spChg chg="add mod ord">
          <ac:chgData name="Baráth, Július" userId="aebde9b9-dccc-4475-a9ac-c05e78323d7a" providerId="ADAL" clId="{4A0811C8-ED2F-505E-B787-C8270CED5046}" dt="2026-02-03T11:00:25.374" v="390" actId="27636"/>
          <ac:spMkLst>
            <pc:docMk/>
            <pc:sldMk cId="4236122441" sldId="325"/>
            <ac:spMk id="6" creationId="{4FAE959A-2B3C-6D10-B76E-78E2ACE4B104}"/>
          </ac:spMkLst>
        </pc:spChg>
        <pc:spChg chg="add mod ord">
          <ac:chgData name="Baráth, Július" userId="aebde9b9-dccc-4475-a9ac-c05e78323d7a" providerId="ADAL" clId="{4A0811C8-ED2F-505E-B787-C8270CED5046}" dt="2026-02-03T11:00:25.371" v="389" actId="27636"/>
          <ac:spMkLst>
            <pc:docMk/>
            <pc:sldMk cId="4236122441" sldId="325"/>
            <ac:spMk id="7" creationId="{2000FB27-96C3-2D21-4DE5-59E0FD7E06D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DBA715-3931-4B12-8F65-0C023D0C889C}" type="datetimeFigureOut">
              <a:rPr lang="sk-SK" smtClean="0"/>
              <a:t>4.2.2026</a:t>
            </a:fld>
            <a:endParaRPr lang="sk-S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DEF68B-993A-41A5-AE02-BF81499BEBFF}" type="slidenum">
              <a:rPr lang="sk-SK" smtClean="0"/>
              <a:t>‹#›</a:t>
            </a:fld>
            <a:endParaRPr lang="sk-SK"/>
          </a:p>
        </p:txBody>
      </p:sp>
    </p:spTree>
    <p:extLst>
      <p:ext uri="{BB962C8B-B14F-4D97-AF65-F5344CB8AC3E}">
        <p14:creationId xmlns:p14="http://schemas.microsoft.com/office/powerpoint/2010/main" val="3811786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k-SK"/>
          </a:p>
        </p:txBody>
      </p:sp>
      <p:sp>
        <p:nvSpPr>
          <p:cNvPr id="4" name="Slide Number Placeholder 3"/>
          <p:cNvSpPr>
            <a:spLocks noGrp="1"/>
          </p:cNvSpPr>
          <p:nvPr>
            <p:ph type="sldNum" sz="quarter" idx="10"/>
          </p:nvPr>
        </p:nvSpPr>
        <p:spPr/>
        <p:txBody>
          <a:bodyPr/>
          <a:lstStyle/>
          <a:p>
            <a:fld id="{9DDEF68B-993A-41A5-AE02-BF81499BEBFF}" type="slidenum">
              <a:rPr lang="sk-SK" smtClean="0"/>
              <a:t>2</a:t>
            </a:fld>
            <a:endParaRPr lang="sk-SK"/>
          </a:p>
        </p:txBody>
      </p:sp>
    </p:spTree>
    <p:extLst>
      <p:ext uri="{BB962C8B-B14F-4D97-AF65-F5344CB8AC3E}">
        <p14:creationId xmlns:p14="http://schemas.microsoft.com/office/powerpoint/2010/main" val="50358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k-SK"/>
          </a:p>
        </p:txBody>
      </p:sp>
      <p:sp>
        <p:nvSpPr>
          <p:cNvPr id="4" name="Slide Number Placeholder 3"/>
          <p:cNvSpPr>
            <a:spLocks noGrp="1"/>
          </p:cNvSpPr>
          <p:nvPr>
            <p:ph type="sldNum" sz="quarter" idx="10"/>
          </p:nvPr>
        </p:nvSpPr>
        <p:spPr/>
        <p:txBody>
          <a:bodyPr/>
          <a:lstStyle/>
          <a:p>
            <a:fld id="{9DDEF68B-993A-41A5-AE02-BF81499BEBFF}" type="slidenum">
              <a:rPr lang="sk-SK" smtClean="0"/>
              <a:t>31</a:t>
            </a:fld>
            <a:endParaRPr lang="sk-SK"/>
          </a:p>
        </p:txBody>
      </p:sp>
    </p:spTree>
    <p:extLst>
      <p:ext uri="{BB962C8B-B14F-4D97-AF65-F5344CB8AC3E}">
        <p14:creationId xmlns:p14="http://schemas.microsoft.com/office/powerpoint/2010/main" val="3007851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sk-SK"/>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k-SK"/>
          </a:p>
        </p:txBody>
      </p:sp>
      <p:sp>
        <p:nvSpPr>
          <p:cNvPr id="4" name="Date Placeholder 3"/>
          <p:cNvSpPr>
            <a:spLocks noGrp="1"/>
          </p:cNvSpPr>
          <p:nvPr>
            <p:ph type="dt" sz="half" idx="10"/>
          </p:nvPr>
        </p:nvSpPr>
        <p:spPr/>
        <p:txBody>
          <a:bodyPr/>
          <a:lstStyle/>
          <a:p>
            <a:fld id="{FF409D81-0DDF-48BB-84A1-72E2E7B64FA8}" type="datetime1">
              <a:rPr lang="sk-SK" smtClean="0"/>
              <a:t>4.2.2026</a:t>
            </a:fld>
            <a:endParaRPr lang="sk-SK"/>
          </a:p>
        </p:txBody>
      </p:sp>
      <p:sp>
        <p:nvSpPr>
          <p:cNvPr id="5" name="Footer Placeholder 4"/>
          <p:cNvSpPr>
            <a:spLocks noGrp="1"/>
          </p:cNvSpPr>
          <p:nvPr>
            <p:ph type="ftr" sz="quarter" idx="11"/>
          </p:nvPr>
        </p:nvSpPr>
        <p:spPr/>
        <p:txBody>
          <a:bodyPr/>
          <a:lstStyle/>
          <a:p>
            <a:r>
              <a:rPr lang="sk-SK"/>
              <a:t>OS T 3/3</a:t>
            </a:r>
          </a:p>
        </p:txBody>
      </p:sp>
      <p:sp>
        <p:nvSpPr>
          <p:cNvPr id="6" name="Slide Number Placeholder 5"/>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3783289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10"/>
          </p:nvPr>
        </p:nvSpPr>
        <p:spPr/>
        <p:txBody>
          <a:bodyPr/>
          <a:lstStyle/>
          <a:p>
            <a:fld id="{E82BEFB5-8A8B-4407-8C61-8AE7B8D57719}" type="datetime1">
              <a:rPr lang="sk-SK" smtClean="0"/>
              <a:t>4.2.2026</a:t>
            </a:fld>
            <a:endParaRPr lang="sk-SK"/>
          </a:p>
        </p:txBody>
      </p:sp>
      <p:sp>
        <p:nvSpPr>
          <p:cNvPr id="5" name="Footer Placeholder 4"/>
          <p:cNvSpPr>
            <a:spLocks noGrp="1"/>
          </p:cNvSpPr>
          <p:nvPr>
            <p:ph type="ftr" sz="quarter" idx="11"/>
          </p:nvPr>
        </p:nvSpPr>
        <p:spPr/>
        <p:txBody>
          <a:bodyPr/>
          <a:lstStyle/>
          <a:p>
            <a:r>
              <a:rPr lang="sk-SK"/>
              <a:t>OS T 3/3</a:t>
            </a:r>
          </a:p>
        </p:txBody>
      </p:sp>
      <p:sp>
        <p:nvSpPr>
          <p:cNvPr id="6" name="Slide Number Placeholder 5"/>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2281776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sk-SK"/>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2AAF14-A1CA-4E65-96DD-CCF66B07C433}" type="datetime1">
              <a:rPr lang="sk-SK" smtClean="0"/>
              <a:t>4.2.2026</a:t>
            </a:fld>
            <a:endParaRPr lang="sk-SK"/>
          </a:p>
        </p:txBody>
      </p:sp>
      <p:sp>
        <p:nvSpPr>
          <p:cNvPr id="5" name="Footer Placeholder 4"/>
          <p:cNvSpPr>
            <a:spLocks noGrp="1"/>
          </p:cNvSpPr>
          <p:nvPr>
            <p:ph type="ftr" sz="quarter" idx="11"/>
          </p:nvPr>
        </p:nvSpPr>
        <p:spPr/>
        <p:txBody>
          <a:bodyPr/>
          <a:lstStyle/>
          <a:p>
            <a:r>
              <a:rPr lang="sk-SK"/>
              <a:t>OS T 3/3</a:t>
            </a:r>
          </a:p>
        </p:txBody>
      </p:sp>
      <p:sp>
        <p:nvSpPr>
          <p:cNvPr id="6" name="Slide Number Placeholder 5"/>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613851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5" name="Date Placeholder 4"/>
          <p:cNvSpPr>
            <a:spLocks noGrp="1"/>
          </p:cNvSpPr>
          <p:nvPr>
            <p:ph type="dt" sz="half" idx="10"/>
          </p:nvPr>
        </p:nvSpPr>
        <p:spPr/>
        <p:txBody>
          <a:bodyPr/>
          <a:lstStyle/>
          <a:p>
            <a:fld id="{8087A5FB-5486-48D2-95B9-9A8F76F73722}" type="datetime1">
              <a:rPr lang="sk-SK" smtClean="0"/>
              <a:t>4.2.2026</a:t>
            </a:fld>
            <a:endParaRPr lang="sk-SK"/>
          </a:p>
        </p:txBody>
      </p:sp>
      <p:sp>
        <p:nvSpPr>
          <p:cNvPr id="6" name="Footer Placeholder 5"/>
          <p:cNvSpPr>
            <a:spLocks noGrp="1"/>
          </p:cNvSpPr>
          <p:nvPr>
            <p:ph type="ftr" sz="quarter" idx="11"/>
          </p:nvPr>
        </p:nvSpPr>
        <p:spPr/>
        <p:txBody>
          <a:bodyPr/>
          <a:lstStyle/>
          <a:p>
            <a:r>
              <a:rPr lang="sk-SK"/>
              <a:t>OS T 3/3</a:t>
            </a:r>
          </a:p>
        </p:txBody>
      </p:sp>
      <p:sp>
        <p:nvSpPr>
          <p:cNvPr id="7" name="Slide Number Placeholder 6"/>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706381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sk-SK"/>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7" name="Date Placeholder 6"/>
          <p:cNvSpPr>
            <a:spLocks noGrp="1"/>
          </p:cNvSpPr>
          <p:nvPr>
            <p:ph type="dt" sz="half" idx="10"/>
          </p:nvPr>
        </p:nvSpPr>
        <p:spPr/>
        <p:txBody>
          <a:bodyPr/>
          <a:lstStyle/>
          <a:p>
            <a:fld id="{21BA8A66-795C-44EE-A6A1-16E491829098}" type="datetime1">
              <a:rPr lang="sk-SK" smtClean="0"/>
              <a:t>4.2.2026</a:t>
            </a:fld>
            <a:endParaRPr lang="sk-SK"/>
          </a:p>
        </p:txBody>
      </p:sp>
      <p:sp>
        <p:nvSpPr>
          <p:cNvPr id="8" name="Footer Placeholder 7"/>
          <p:cNvSpPr>
            <a:spLocks noGrp="1"/>
          </p:cNvSpPr>
          <p:nvPr>
            <p:ph type="ftr" sz="quarter" idx="11"/>
          </p:nvPr>
        </p:nvSpPr>
        <p:spPr/>
        <p:txBody>
          <a:bodyPr/>
          <a:lstStyle/>
          <a:p>
            <a:r>
              <a:rPr lang="sk-SK"/>
              <a:t>OS T 3/3</a:t>
            </a:r>
          </a:p>
        </p:txBody>
      </p:sp>
      <p:sp>
        <p:nvSpPr>
          <p:cNvPr id="9" name="Slide Number Placeholder 8"/>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1553073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Date Placeholder 2"/>
          <p:cNvSpPr>
            <a:spLocks noGrp="1"/>
          </p:cNvSpPr>
          <p:nvPr>
            <p:ph type="dt" sz="half" idx="10"/>
          </p:nvPr>
        </p:nvSpPr>
        <p:spPr/>
        <p:txBody>
          <a:bodyPr/>
          <a:lstStyle/>
          <a:p>
            <a:fld id="{3EF3BB14-32E4-4EBF-9407-66EF6DDF6C93}" type="datetime1">
              <a:rPr lang="sk-SK" smtClean="0"/>
              <a:t>4.2.2026</a:t>
            </a:fld>
            <a:endParaRPr lang="sk-SK"/>
          </a:p>
        </p:txBody>
      </p:sp>
      <p:sp>
        <p:nvSpPr>
          <p:cNvPr id="4" name="Footer Placeholder 3"/>
          <p:cNvSpPr>
            <a:spLocks noGrp="1"/>
          </p:cNvSpPr>
          <p:nvPr>
            <p:ph type="ftr" sz="quarter" idx="11"/>
          </p:nvPr>
        </p:nvSpPr>
        <p:spPr/>
        <p:txBody>
          <a:bodyPr/>
          <a:lstStyle/>
          <a:p>
            <a:r>
              <a:rPr lang="sk-SK"/>
              <a:t>OS T 3/3</a:t>
            </a:r>
          </a:p>
        </p:txBody>
      </p:sp>
      <p:sp>
        <p:nvSpPr>
          <p:cNvPr id="5" name="Slide Number Placeholder 4"/>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1005883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DE504A-4A64-4A13-A20E-40EF1EDAF191}" type="datetime1">
              <a:rPr lang="sk-SK" smtClean="0"/>
              <a:t>4.2.2026</a:t>
            </a:fld>
            <a:endParaRPr lang="sk-SK"/>
          </a:p>
        </p:txBody>
      </p:sp>
      <p:sp>
        <p:nvSpPr>
          <p:cNvPr id="3" name="Footer Placeholder 2"/>
          <p:cNvSpPr>
            <a:spLocks noGrp="1"/>
          </p:cNvSpPr>
          <p:nvPr>
            <p:ph type="ftr" sz="quarter" idx="11"/>
          </p:nvPr>
        </p:nvSpPr>
        <p:spPr/>
        <p:txBody>
          <a:bodyPr/>
          <a:lstStyle/>
          <a:p>
            <a:r>
              <a:rPr lang="sk-SK"/>
              <a:t>OS T 3/3</a:t>
            </a:r>
          </a:p>
        </p:txBody>
      </p:sp>
      <p:sp>
        <p:nvSpPr>
          <p:cNvPr id="4" name="Slide Number Placeholder 3"/>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1752769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k-SK"/>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A1DF2D-F2EE-4C69-944D-FEF6D561633F}" type="datetime1">
              <a:rPr lang="sk-SK" smtClean="0"/>
              <a:t>4.2.2026</a:t>
            </a:fld>
            <a:endParaRPr lang="sk-SK"/>
          </a:p>
        </p:txBody>
      </p:sp>
      <p:sp>
        <p:nvSpPr>
          <p:cNvPr id="6" name="Footer Placeholder 5"/>
          <p:cNvSpPr>
            <a:spLocks noGrp="1"/>
          </p:cNvSpPr>
          <p:nvPr>
            <p:ph type="ftr" sz="quarter" idx="11"/>
          </p:nvPr>
        </p:nvSpPr>
        <p:spPr/>
        <p:txBody>
          <a:bodyPr/>
          <a:lstStyle/>
          <a:p>
            <a:r>
              <a:rPr lang="sk-SK"/>
              <a:t>OS T 3/3</a:t>
            </a:r>
          </a:p>
        </p:txBody>
      </p:sp>
      <p:sp>
        <p:nvSpPr>
          <p:cNvPr id="7" name="Slide Number Placeholder 6"/>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2227599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k-SK"/>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k-SK"/>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D7758C-FDA2-483D-87E1-B45F5DFBD3FD}" type="datetime1">
              <a:rPr lang="sk-SK" smtClean="0"/>
              <a:t>4.2.2026</a:t>
            </a:fld>
            <a:endParaRPr lang="sk-SK"/>
          </a:p>
        </p:txBody>
      </p:sp>
      <p:sp>
        <p:nvSpPr>
          <p:cNvPr id="6" name="Footer Placeholder 5"/>
          <p:cNvSpPr>
            <a:spLocks noGrp="1"/>
          </p:cNvSpPr>
          <p:nvPr>
            <p:ph type="ftr" sz="quarter" idx="11"/>
          </p:nvPr>
        </p:nvSpPr>
        <p:spPr/>
        <p:txBody>
          <a:bodyPr/>
          <a:lstStyle/>
          <a:p>
            <a:r>
              <a:rPr lang="sk-SK"/>
              <a:t>OS T 3/3</a:t>
            </a:r>
          </a:p>
        </p:txBody>
      </p:sp>
      <p:sp>
        <p:nvSpPr>
          <p:cNvPr id="7" name="Slide Number Placeholder 6"/>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2682659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10"/>
          </p:nvPr>
        </p:nvSpPr>
        <p:spPr/>
        <p:txBody>
          <a:bodyPr/>
          <a:lstStyle/>
          <a:p>
            <a:fld id="{A8BDDA65-704B-4A2E-88E9-9C89A9C7184F}" type="datetime1">
              <a:rPr lang="sk-SK" smtClean="0"/>
              <a:t>4.2.2026</a:t>
            </a:fld>
            <a:endParaRPr lang="sk-SK"/>
          </a:p>
        </p:txBody>
      </p:sp>
      <p:sp>
        <p:nvSpPr>
          <p:cNvPr id="5" name="Footer Placeholder 4"/>
          <p:cNvSpPr>
            <a:spLocks noGrp="1"/>
          </p:cNvSpPr>
          <p:nvPr>
            <p:ph type="ftr" sz="quarter" idx="11"/>
          </p:nvPr>
        </p:nvSpPr>
        <p:spPr/>
        <p:txBody>
          <a:bodyPr/>
          <a:lstStyle/>
          <a:p>
            <a:r>
              <a:rPr lang="sk-SK"/>
              <a:t>OS T 3/3</a:t>
            </a:r>
          </a:p>
        </p:txBody>
      </p:sp>
      <p:sp>
        <p:nvSpPr>
          <p:cNvPr id="6" name="Slide Number Placeholder 5"/>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1727599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sk-SK"/>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10"/>
          </p:nvPr>
        </p:nvSpPr>
        <p:spPr/>
        <p:txBody>
          <a:bodyPr/>
          <a:lstStyle/>
          <a:p>
            <a:fld id="{C293AB0A-F26A-41CF-9202-51D7B560101E}" type="datetime1">
              <a:rPr lang="sk-SK" smtClean="0"/>
              <a:t>4.2.2026</a:t>
            </a:fld>
            <a:endParaRPr lang="sk-SK"/>
          </a:p>
        </p:txBody>
      </p:sp>
      <p:sp>
        <p:nvSpPr>
          <p:cNvPr id="5" name="Footer Placeholder 4"/>
          <p:cNvSpPr>
            <a:spLocks noGrp="1"/>
          </p:cNvSpPr>
          <p:nvPr>
            <p:ph type="ftr" sz="quarter" idx="11"/>
          </p:nvPr>
        </p:nvSpPr>
        <p:spPr/>
        <p:txBody>
          <a:bodyPr/>
          <a:lstStyle/>
          <a:p>
            <a:r>
              <a:rPr lang="sk-SK"/>
              <a:t>OS T 3/3</a:t>
            </a:r>
          </a:p>
        </p:txBody>
      </p:sp>
      <p:sp>
        <p:nvSpPr>
          <p:cNvPr id="6" name="Slide Number Placeholder 5"/>
          <p:cNvSpPr>
            <a:spLocks noGrp="1"/>
          </p:cNvSpPr>
          <p:nvPr>
            <p:ph type="sldNum" sz="quarter" idx="12"/>
          </p:nvPr>
        </p:nvSpPr>
        <p:spPr/>
        <p:txBody>
          <a:bodyPr/>
          <a:lstStyle/>
          <a:p>
            <a:fld id="{5AB4CD34-DB5E-4606-AE4E-01019896DEAB}" type="slidenum">
              <a:rPr lang="sk-SK" smtClean="0"/>
              <a:t>‹#›</a:t>
            </a:fld>
            <a:endParaRPr lang="sk-SK"/>
          </a:p>
        </p:txBody>
      </p:sp>
    </p:spTree>
    <p:extLst>
      <p:ext uri="{BB962C8B-B14F-4D97-AF65-F5344CB8AC3E}">
        <p14:creationId xmlns:p14="http://schemas.microsoft.com/office/powerpoint/2010/main" val="570961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Nadpis a text nad obsahom">
    <p:spTree>
      <p:nvGrpSpPr>
        <p:cNvPr id="1" name=""/>
        <p:cNvGrpSpPr/>
        <p:nvPr/>
      </p:nvGrpSpPr>
      <p:grpSpPr>
        <a:xfrm>
          <a:off x="0" y="0"/>
          <a:ext cx="0" cy="0"/>
          <a:chOff x="0" y="0"/>
          <a:chExt cx="0" cy="0"/>
        </a:xfrm>
      </p:grpSpPr>
      <p:sp>
        <p:nvSpPr>
          <p:cNvPr id="2" name="Nadpis 1"/>
          <p:cNvSpPr>
            <a:spLocks noGrp="1"/>
          </p:cNvSpPr>
          <p:nvPr>
            <p:ph type="title"/>
          </p:nvPr>
        </p:nvSpPr>
        <p:spPr>
          <a:xfrm>
            <a:off x="1016000" y="0"/>
            <a:ext cx="10363200" cy="1143000"/>
          </a:xfrm>
        </p:spPr>
        <p:txBody>
          <a:bodyPr/>
          <a:lstStyle/>
          <a:p>
            <a:r>
              <a:rPr lang="sk-SK"/>
              <a:t>Kliknite sem a upravte štýl predlohy nadpisov.</a:t>
            </a:r>
          </a:p>
        </p:txBody>
      </p:sp>
      <p:sp>
        <p:nvSpPr>
          <p:cNvPr id="3" name="Zástupný symbol textu 2"/>
          <p:cNvSpPr>
            <a:spLocks noGrp="1"/>
          </p:cNvSpPr>
          <p:nvPr>
            <p:ph type="body" sz="half" idx="1"/>
          </p:nvPr>
        </p:nvSpPr>
        <p:spPr>
          <a:xfrm>
            <a:off x="1117600" y="1295400"/>
            <a:ext cx="10363200" cy="25146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symbol obsahu 3"/>
          <p:cNvSpPr>
            <a:spLocks noGrp="1"/>
          </p:cNvSpPr>
          <p:nvPr>
            <p:ph sz="half" idx="2"/>
          </p:nvPr>
        </p:nvSpPr>
        <p:spPr>
          <a:xfrm>
            <a:off x="1117600" y="3962400"/>
            <a:ext cx="10363200" cy="25146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Rectangle 4"/>
          <p:cNvSpPr>
            <a:spLocks noGrp="1" noChangeArrowheads="1"/>
          </p:cNvSpPr>
          <p:nvPr>
            <p:ph type="dt" sz="half" idx="10"/>
          </p:nvPr>
        </p:nvSpPr>
        <p:spPr>
          <a:ln/>
        </p:spPr>
        <p:txBody>
          <a:bodyPr/>
          <a:lstStyle>
            <a:lvl1pPr>
              <a:defRPr/>
            </a:lvl1pPr>
          </a:lstStyle>
          <a:p>
            <a:pPr>
              <a:defRPr/>
            </a:pPr>
            <a:fld id="{D48FA258-C71C-40CD-814F-D5C504290866}" type="datetime1">
              <a:rPr lang="sk-SK" smtClean="0"/>
              <a:t>4.2.2026</a:t>
            </a:fld>
            <a:endParaRPr lang="sk-SK"/>
          </a:p>
        </p:txBody>
      </p:sp>
      <p:sp>
        <p:nvSpPr>
          <p:cNvPr id="6" name="Rectangle 5"/>
          <p:cNvSpPr>
            <a:spLocks noGrp="1" noChangeArrowheads="1"/>
          </p:cNvSpPr>
          <p:nvPr>
            <p:ph type="ftr" sz="quarter" idx="11"/>
          </p:nvPr>
        </p:nvSpPr>
        <p:spPr>
          <a:ln/>
        </p:spPr>
        <p:txBody>
          <a:bodyPr/>
          <a:lstStyle>
            <a:lvl1pPr>
              <a:defRPr/>
            </a:lvl1pPr>
          </a:lstStyle>
          <a:p>
            <a:pPr>
              <a:defRPr/>
            </a:pPr>
            <a:r>
              <a:rPr lang="sk-SK"/>
              <a:t>OS T 3/3</a:t>
            </a:r>
          </a:p>
        </p:txBody>
      </p:sp>
      <p:sp>
        <p:nvSpPr>
          <p:cNvPr id="7" name="Rectangle 6"/>
          <p:cNvSpPr>
            <a:spLocks noGrp="1" noChangeArrowheads="1"/>
          </p:cNvSpPr>
          <p:nvPr>
            <p:ph type="sldNum" sz="quarter" idx="12"/>
          </p:nvPr>
        </p:nvSpPr>
        <p:spPr>
          <a:ln/>
        </p:spPr>
        <p:txBody>
          <a:bodyPr/>
          <a:lstStyle>
            <a:lvl1pPr>
              <a:defRPr/>
            </a:lvl1pPr>
          </a:lstStyle>
          <a:p>
            <a:fld id="{1964E9D2-1503-41E6-A92E-75630459C865}" type="slidenum">
              <a:rPr lang="sk-SK"/>
              <a:pPr/>
              <a:t>‹#›</a:t>
            </a:fld>
            <a:endParaRPr lang="sk-SK"/>
          </a:p>
        </p:txBody>
      </p:sp>
    </p:spTree>
    <p:extLst>
      <p:ext uri="{BB962C8B-B14F-4D97-AF65-F5344CB8AC3E}">
        <p14:creationId xmlns:p14="http://schemas.microsoft.com/office/powerpoint/2010/main" val="1091471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sk-SK"/>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05D2B5-92B7-4C8D-AC3A-18C18C239EE2}" type="datetime1">
              <a:rPr lang="sk-SK" smtClean="0"/>
              <a:t>4.2.2026</a:t>
            </a:fld>
            <a:endParaRPr lang="sk-SK"/>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k-SK"/>
              <a:t>OS T 3/3</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B4CD34-DB5E-4606-AE4E-01019896DEAB}" type="slidenum">
              <a:rPr lang="sk-SK" smtClean="0"/>
              <a:t>‹#›</a:t>
            </a:fld>
            <a:endParaRPr lang="sk-SK"/>
          </a:p>
        </p:txBody>
      </p:sp>
    </p:spTree>
    <p:extLst>
      <p:ext uri="{BB962C8B-B14F-4D97-AF65-F5344CB8AC3E}">
        <p14:creationId xmlns:p14="http://schemas.microsoft.com/office/powerpoint/2010/main" val="2638714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www.informatik.uni-hamburg.de/TGI/PetriNets/" TargetMode="External"/><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2209800" y="2286000"/>
            <a:ext cx="7772400" cy="1143000"/>
          </a:xfrm>
        </p:spPr>
        <p:txBody>
          <a:bodyPr>
            <a:normAutofit fontScale="90000"/>
          </a:bodyPr>
          <a:lstStyle/>
          <a:p>
            <a:r>
              <a:rPr lang="sk-SK" sz="4400" b="1"/>
              <a:t>Úvod do paralelných procesov a synchronizácie</a:t>
            </a:r>
          </a:p>
        </p:txBody>
      </p:sp>
      <p:sp>
        <p:nvSpPr>
          <p:cNvPr id="6147" name="Rectangle 3"/>
          <p:cNvSpPr>
            <a:spLocks noGrp="1" noChangeArrowheads="1"/>
          </p:cNvSpPr>
          <p:nvPr>
            <p:ph type="subTitle" idx="1"/>
          </p:nvPr>
        </p:nvSpPr>
        <p:spPr/>
        <p:txBody>
          <a:bodyPr>
            <a:normAutofit lnSpcReduction="10000"/>
          </a:bodyPr>
          <a:lstStyle/>
          <a:p>
            <a:pPr>
              <a:lnSpc>
                <a:spcPct val="90000"/>
              </a:lnSpc>
            </a:pPr>
            <a:r>
              <a:rPr lang="sk-SK"/>
              <a:t>doc. Ing. Július </a:t>
            </a:r>
            <a:r>
              <a:rPr lang="sk-SK" b="1"/>
              <a:t>BARÁTH</a:t>
            </a:r>
            <a:r>
              <a:rPr lang="sk-SK"/>
              <a:t>, PhD.</a:t>
            </a:r>
          </a:p>
          <a:p>
            <a:pPr>
              <a:lnSpc>
                <a:spcPct val="90000"/>
              </a:lnSpc>
            </a:pPr>
            <a:r>
              <a:rPr lang="sk-SK"/>
              <a:t>Katedra Informatiky</a:t>
            </a:r>
          </a:p>
          <a:p>
            <a:pPr>
              <a:lnSpc>
                <a:spcPct val="90000"/>
              </a:lnSpc>
            </a:pPr>
            <a:r>
              <a:rPr lang="sk-SK"/>
              <a:t>Akadémia ozbrojených síl,</a:t>
            </a:r>
            <a:endParaRPr lang="sk-SK" sz="1800"/>
          </a:p>
          <a:p>
            <a:pPr>
              <a:lnSpc>
                <a:spcPct val="90000"/>
              </a:lnSpc>
            </a:pPr>
            <a:r>
              <a:rPr lang="sk-SK"/>
              <a:t>e-mail: </a:t>
            </a:r>
            <a:r>
              <a:rPr lang="sk-SK" err="1"/>
              <a:t>julius.barath@aos.sk</a:t>
            </a:r>
            <a:endParaRPr lang="sk-SK"/>
          </a:p>
        </p:txBody>
      </p:sp>
      <p:sp>
        <p:nvSpPr>
          <p:cNvPr id="2" name="Slide Number Placeholder 1"/>
          <p:cNvSpPr>
            <a:spLocks noGrp="1"/>
          </p:cNvSpPr>
          <p:nvPr>
            <p:ph type="sldNum" sz="quarter" idx="12"/>
          </p:nvPr>
        </p:nvSpPr>
        <p:spPr/>
        <p:txBody>
          <a:bodyPr/>
          <a:lstStyle/>
          <a:p>
            <a:fld id="{5AB4CD34-DB5E-4606-AE4E-01019896DEAB}" type="slidenum">
              <a:rPr lang="sk-SK" smtClean="0"/>
              <a:t>1</a:t>
            </a:fld>
            <a:endParaRPr lang="sk-SK"/>
          </a:p>
        </p:txBody>
      </p:sp>
    </p:spTree>
    <p:extLst>
      <p:ext uri="{BB962C8B-B14F-4D97-AF65-F5344CB8AC3E}">
        <p14:creationId xmlns:p14="http://schemas.microsoft.com/office/powerpoint/2010/main" val="3758411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90CACFD-5758-404C-937F-5AC6141B09DE}"/>
              </a:ext>
            </a:extLst>
          </p:cNvPr>
          <p:cNvSpPr>
            <a:spLocks noGrp="1"/>
          </p:cNvSpPr>
          <p:nvPr>
            <p:ph type="title"/>
          </p:nvPr>
        </p:nvSpPr>
        <p:spPr/>
        <p:txBody>
          <a:bodyPr/>
          <a:lstStyle/>
          <a:p>
            <a:r>
              <a:rPr lang="sk-SK" dirty="0"/>
              <a:t>Paralelné procesy	</a:t>
            </a:r>
          </a:p>
        </p:txBody>
      </p:sp>
      <p:sp>
        <p:nvSpPr>
          <p:cNvPr id="3" name="Zástupný objekt pre obsah 2">
            <a:extLst>
              <a:ext uri="{FF2B5EF4-FFF2-40B4-BE49-F238E27FC236}">
                <a16:creationId xmlns:a16="http://schemas.microsoft.com/office/drawing/2014/main" id="{0FA40D0C-06A6-A049-A6A3-184E4622E874}"/>
              </a:ext>
            </a:extLst>
          </p:cNvPr>
          <p:cNvSpPr>
            <a:spLocks noGrp="1"/>
          </p:cNvSpPr>
          <p:nvPr>
            <p:ph idx="1"/>
          </p:nvPr>
        </p:nvSpPr>
        <p:spPr>
          <a:xfrm>
            <a:off x="838200" y="1362635"/>
            <a:ext cx="10515600" cy="4814328"/>
          </a:xfrm>
        </p:spPr>
        <p:txBody>
          <a:bodyPr>
            <a:normAutofit fontScale="85000" lnSpcReduction="20000"/>
          </a:bodyPr>
          <a:lstStyle/>
          <a:p>
            <a:pPr>
              <a:spcBef>
                <a:spcPct val="50000"/>
              </a:spcBef>
            </a:pPr>
            <a:r>
              <a:rPr lang="sk-SK" b="1" dirty="0"/>
              <a:t>Proces</a:t>
            </a:r>
            <a:r>
              <a:rPr lang="sk-SK" dirty="0"/>
              <a:t> - vykonávanie inštancie programu, ktorý obsahuje inštrukcie a dáta potrebné pre jeho realizáciu, samostatná jednotka s vlastným adresným priestorom.</a:t>
            </a:r>
          </a:p>
          <a:p>
            <a:pPr lvl="1">
              <a:spcBef>
                <a:spcPct val="50000"/>
              </a:spcBef>
            </a:pPr>
            <a:r>
              <a:rPr lang="sk-SK" b="1" dirty="0"/>
              <a:t>Vlákno</a:t>
            </a:r>
            <a:r>
              <a:rPr lang="sk-SK" dirty="0"/>
              <a:t> – ľahšia jednotka v rámci procesu, zdieľa pamäť.</a:t>
            </a:r>
          </a:p>
          <a:p>
            <a:pPr>
              <a:spcBef>
                <a:spcPct val="50000"/>
              </a:spcBef>
            </a:pPr>
            <a:r>
              <a:rPr lang="sk-SK" b="1" dirty="0"/>
              <a:t>Procesor</a:t>
            </a:r>
            <a:r>
              <a:rPr lang="sk-SK" dirty="0"/>
              <a:t> – vykonáva inštrukcie zadané procesom (programom)</a:t>
            </a:r>
          </a:p>
          <a:p>
            <a:pPr>
              <a:spcBef>
                <a:spcPct val="50000"/>
              </a:spcBef>
            </a:pPr>
            <a:r>
              <a:rPr lang="sk-SK" b="1" dirty="0"/>
              <a:t>Paralelné procesy </a:t>
            </a:r>
            <a:r>
              <a:rPr lang="sk-SK" dirty="0"/>
              <a:t>- na (jedno procesorovom a jadrovom) počítači sa síce v princípe vykonáva vždy len jeden proces, no vďaka (viacjadrovým procesorom alebo) jadru OS môže nad technickými prostriedkami vzniknúť niekoľko virtuálnych počítačov pracujúcich paralelne vďaka čomu môže na jednom počítači prebiehať niekoľko paralelných procesov</a:t>
            </a:r>
          </a:p>
          <a:p>
            <a:pPr lvl="1">
              <a:spcBef>
                <a:spcPct val="50000"/>
              </a:spcBef>
              <a:buFontTx/>
              <a:buChar char="•"/>
            </a:pPr>
            <a:r>
              <a:rPr lang="sk-SK" dirty="0"/>
              <a:t>používajú rovnaké technické prostriedky ako napr.: periférne zariadenia alebo úseky operačných pamätí</a:t>
            </a:r>
          </a:p>
          <a:p>
            <a:pPr>
              <a:spcBef>
                <a:spcPct val="50000"/>
              </a:spcBef>
              <a:buFontTx/>
              <a:buChar char="•"/>
            </a:pPr>
            <a:r>
              <a:rPr lang="sk-SK" u="sng" dirty="0"/>
              <a:t>problém:</a:t>
            </a:r>
            <a:r>
              <a:rPr lang="sk-SK" dirty="0"/>
              <a:t> korektné použitie spoločného prostriedku niekoľkými paralelnými procesmi</a:t>
            </a:r>
          </a:p>
          <a:p>
            <a:endParaRPr lang="sk-SK" dirty="0"/>
          </a:p>
        </p:txBody>
      </p:sp>
      <p:sp>
        <p:nvSpPr>
          <p:cNvPr id="7171" name="Zástupný symbol čísla snímky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7B2CCBF5-7F92-430C-9BAE-B2E0662AA47A}" type="slidenum">
              <a:rPr lang="sk-SK" sz="1400" b="0" smtClean="0"/>
              <a:pPr/>
              <a:t>2</a:t>
            </a:fld>
            <a:endParaRPr lang="sk-SK" sz="1400" b="0"/>
          </a:p>
        </p:txBody>
      </p:sp>
    </p:spTree>
    <p:extLst>
      <p:ext uri="{BB962C8B-B14F-4D97-AF65-F5344CB8AC3E}">
        <p14:creationId xmlns:p14="http://schemas.microsoft.com/office/powerpoint/2010/main" val="2192710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835533E-FDA7-BF44-AD80-A6BF983E2BE6}"/>
              </a:ext>
            </a:extLst>
          </p:cNvPr>
          <p:cNvSpPr>
            <a:spLocks noGrp="1"/>
          </p:cNvSpPr>
          <p:nvPr>
            <p:ph type="title"/>
          </p:nvPr>
        </p:nvSpPr>
        <p:spPr/>
        <p:txBody>
          <a:bodyPr/>
          <a:lstStyle/>
          <a:p>
            <a:r>
              <a:rPr lang="sk-SK" dirty="0"/>
              <a:t>Jazykové prostriedky paralelizmu</a:t>
            </a:r>
          </a:p>
        </p:txBody>
      </p:sp>
      <p:sp>
        <p:nvSpPr>
          <p:cNvPr id="3" name="Zástupný objekt pre obsah 2">
            <a:extLst>
              <a:ext uri="{FF2B5EF4-FFF2-40B4-BE49-F238E27FC236}">
                <a16:creationId xmlns:a16="http://schemas.microsoft.com/office/drawing/2014/main" id="{695E7A34-BAD0-FD4B-88EE-A80002625D51}"/>
              </a:ext>
            </a:extLst>
          </p:cNvPr>
          <p:cNvSpPr>
            <a:spLocks noGrp="1"/>
          </p:cNvSpPr>
          <p:nvPr>
            <p:ph idx="1"/>
          </p:nvPr>
        </p:nvSpPr>
        <p:spPr/>
        <p:txBody>
          <a:bodyPr>
            <a:normAutofit fontScale="92500"/>
          </a:bodyPr>
          <a:lstStyle/>
          <a:p>
            <a:pPr marL="0" indent="0">
              <a:spcBef>
                <a:spcPct val="50000"/>
              </a:spcBef>
              <a:buNone/>
            </a:pPr>
            <a:r>
              <a:rPr lang="sk-SK" sz="3200" dirty="0"/>
              <a:t>Vývojový diagram paralelných procesov:</a:t>
            </a:r>
          </a:p>
          <a:p>
            <a:pPr>
              <a:spcBef>
                <a:spcPct val="50000"/>
              </a:spcBef>
            </a:pPr>
            <a:r>
              <a:rPr lang="sk-SK" dirty="0"/>
              <a:t>FORK (vidlička) : vstupuje práve jedna spojnica, počet výstupných spojníc, ktoré znamenajú aktiváciu samostatného procesu, je neobmedzený</a:t>
            </a:r>
          </a:p>
          <a:p>
            <a:pPr>
              <a:spcBef>
                <a:spcPct val="50000"/>
              </a:spcBef>
            </a:pPr>
            <a:r>
              <a:rPr lang="sk-SK" dirty="0"/>
              <a:t>JOIN (spojovací bod) : vystupuje práve jedna spojnica, počet vstupných spojníc je neobmedzený, no čaká sa na dokončenie všetkých procesov ktoré do neho vstupujú</a:t>
            </a:r>
          </a:p>
          <a:p>
            <a:pPr>
              <a:spcBef>
                <a:spcPct val="50000"/>
              </a:spcBef>
            </a:pPr>
            <a:r>
              <a:rPr lang="sk-SK" u="sng" dirty="0"/>
              <a:t>Problém</a:t>
            </a:r>
            <a:r>
              <a:rPr lang="sk-SK" dirty="0"/>
              <a:t> - vývojový diagram nedokáže vyjadriť napr.: postupnosť príkazov v akej sa majú vykonávať, </a:t>
            </a:r>
            <a:r>
              <a:rPr lang="sk-SK" dirty="0" err="1"/>
              <a:t>t.z</a:t>
            </a:r>
            <a:r>
              <a:rPr lang="sk-SK" dirty="0"/>
              <a:t>. neumožňujú vytvoriť obecný prostriedok pre vyjadrenie všetkých podmienok pre </a:t>
            </a:r>
            <a:r>
              <a:rPr lang="sk-SK" dirty="0" err="1"/>
              <a:t>paral.procesy</a:t>
            </a:r>
            <a:r>
              <a:rPr lang="sk-SK" dirty="0"/>
              <a:t>, preto sa obmedzíme len na ich štruktúrované použitie </a:t>
            </a:r>
          </a:p>
        </p:txBody>
      </p:sp>
      <p:sp>
        <p:nvSpPr>
          <p:cNvPr id="8195"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FBF37EB1-3647-4A9C-A689-334649179ABF}" type="slidenum">
              <a:rPr lang="sk-SK" sz="1400" b="0"/>
              <a:pPr/>
              <a:t>3</a:t>
            </a:fld>
            <a:endParaRPr lang="sk-SK" sz="1400" b="0"/>
          </a:p>
        </p:txBody>
      </p:sp>
    </p:spTree>
    <p:extLst>
      <p:ext uri="{BB962C8B-B14F-4D97-AF65-F5344CB8AC3E}">
        <p14:creationId xmlns:p14="http://schemas.microsoft.com/office/powerpoint/2010/main" val="2345067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Jazykové prostriedky paralelizmu</a:t>
            </a:r>
          </a:p>
        </p:txBody>
      </p:sp>
      <p:pic>
        <p:nvPicPr>
          <p:cNvPr id="11" name="Picture 7" descr="5_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999970" y="1334426"/>
            <a:ext cx="7112225" cy="3869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BlokTextu 2">
            <a:extLst>
              <a:ext uri="{FF2B5EF4-FFF2-40B4-BE49-F238E27FC236}">
                <a16:creationId xmlns:a16="http://schemas.microsoft.com/office/drawing/2014/main" id="{FD4062D0-D8A9-5393-FCF0-EE033298B0DD}"/>
              </a:ext>
            </a:extLst>
          </p:cNvPr>
          <p:cNvSpPr txBox="1"/>
          <p:nvPr/>
        </p:nvSpPr>
        <p:spPr>
          <a:xfrm>
            <a:off x="1919009" y="5203656"/>
            <a:ext cx="8567057" cy="1508105"/>
          </a:xfrm>
          <a:prstGeom prst="rect">
            <a:avLst/>
          </a:prstGeom>
          <a:solidFill>
            <a:schemeClr val="bg1"/>
          </a:solidFill>
        </p:spPr>
        <p:txBody>
          <a:bodyPr wrap="square" rtlCol="0">
            <a:spAutoFit/>
          </a:bodyPr>
          <a:lstStyle/>
          <a:p>
            <a:pPr>
              <a:spcBef>
                <a:spcPct val="50000"/>
              </a:spcBef>
            </a:pPr>
            <a:r>
              <a:rPr lang="sk-SK" sz="2000" dirty="0"/>
              <a:t>Vyjadrenie </a:t>
            </a:r>
            <a:r>
              <a:rPr lang="sk-SK" sz="2000" dirty="0" err="1"/>
              <a:t>paral.procesov</a:t>
            </a:r>
            <a:r>
              <a:rPr lang="sk-SK" sz="2000" dirty="0"/>
              <a:t> v programovacom jazyku :</a:t>
            </a:r>
          </a:p>
          <a:p>
            <a:pPr>
              <a:spcBef>
                <a:spcPct val="50000"/>
              </a:spcBef>
            </a:pPr>
            <a:r>
              <a:rPr lang="sk-SK" dirty="0"/>
              <a:t>	</a:t>
            </a:r>
            <a:r>
              <a:rPr lang="sk-SK" dirty="0" err="1"/>
              <a:t>cobegin</a:t>
            </a:r>
            <a:r>
              <a:rPr lang="sk-SK" dirty="0"/>
              <a:t> S1; S2; ... Sn; </a:t>
            </a:r>
            <a:r>
              <a:rPr lang="sk-SK" dirty="0" err="1"/>
              <a:t>coend</a:t>
            </a:r>
            <a:r>
              <a:rPr lang="sk-SK" dirty="0"/>
              <a:t>.   -</a:t>
            </a:r>
            <a:r>
              <a:rPr lang="en-US" dirty="0"/>
              <a:t>&gt;</a:t>
            </a:r>
            <a:r>
              <a:rPr lang="sk-SK" dirty="0"/>
              <a:t> paralelný príkaz</a:t>
            </a:r>
          </a:p>
          <a:p>
            <a:pPr>
              <a:spcBef>
                <a:spcPct val="50000"/>
              </a:spcBef>
            </a:pPr>
            <a:r>
              <a:rPr lang="sk-SK" dirty="0"/>
              <a:t>proces v ktorom sa použil </a:t>
            </a:r>
            <a:r>
              <a:rPr lang="sk-SK" dirty="0" err="1"/>
              <a:t>paral.príkaz</a:t>
            </a:r>
            <a:r>
              <a:rPr lang="sk-SK" dirty="0"/>
              <a:t>  = rodičovský proces a príkazy S1,S2 ... Sn riadiace paralelne prebiehajúce procesy = potomkovia</a:t>
            </a:r>
          </a:p>
        </p:txBody>
      </p:sp>
    </p:spTree>
    <p:extLst>
      <p:ext uri="{BB962C8B-B14F-4D97-AF65-F5344CB8AC3E}">
        <p14:creationId xmlns:p14="http://schemas.microsoft.com/office/powerpoint/2010/main" val="2830035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7DE5E35-61F1-4A4C-8D71-785D9B16116C}"/>
              </a:ext>
            </a:extLst>
          </p:cNvPr>
          <p:cNvSpPr>
            <a:spLocks noGrp="1"/>
          </p:cNvSpPr>
          <p:nvPr>
            <p:ph type="title"/>
          </p:nvPr>
        </p:nvSpPr>
        <p:spPr/>
        <p:txBody>
          <a:bodyPr/>
          <a:lstStyle/>
          <a:p>
            <a:r>
              <a:rPr lang="sk-SK" dirty="0"/>
              <a:t>Časová závislosť</a:t>
            </a:r>
          </a:p>
        </p:txBody>
      </p:sp>
      <p:sp>
        <p:nvSpPr>
          <p:cNvPr id="3" name="Zástupný objekt pre obsah 2">
            <a:extLst>
              <a:ext uri="{FF2B5EF4-FFF2-40B4-BE49-F238E27FC236}">
                <a16:creationId xmlns:a16="http://schemas.microsoft.com/office/drawing/2014/main" id="{E794CA81-9138-7441-90E4-EFF27689DDB6}"/>
              </a:ext>
            </a:extLst>
          </p:cNvPr>
          <p:cNvSpPr>
            <a:spLocks noGrp="1"/>
          </p:cNvSpPr>
          <p:nvPr>
            <p:ph idx="1"/>
          </p:nvPr>
        </p:nvSpPr>
        <p:spPr/>
        <p:txBody>
          <a:bodyPr>
            <a:normAutofit fontScale="77500" lnSpcReduction="20000"/>
          </a:bodyPr>
          <a:lstStyle/>
          <a:p>
            <a:pPr>
              <a:spcBef>
                <a:spcPct val="50000"/>
              </a:spcBef>
            </a:pPr>
            <a:r>
              <a:rPr lang="sk-SK" dirty="0"/>
              <a:t>Pri </a:t>
            </a:r>
            <a:r>
              <a:rPr lang="sk-SK" dirty="0" err="1"/>
              <a:t>paral</a:t>
            </a:r>
            <a:r>
              <a:rPr lang="sk-SK" dirty="0"/>
              <a:t>. procesoch môže dôjsť ku situácii, keď 2 procesy chcú využívať jedno PZ (disk) v jednom časovom úseku (alebo sa z časti prekrývajú) čím by sa mohli vzájomne ovplyvniť.</a:t>
            </a:r>
          </a:p>
          <a:p>
            <a:pPr>
              <a:spcBef>
                <a:spcPct val="50000"/>
              </a:spcBef>
            </a:pPr>
            <a:r>
              <a:rPr lang="sk-SK" dirty="0"/>
              <a:t>Postupový priestor (PP): </a:t>
            </a:r>
            <a:r>
              <a:rPr lang="sk-SK" u="sng" dirty="0"/>
              <a:t>Postupová cesta</a:t>
            </a:r>
            <a:r>
              <a:rPr lang="sk-SK" dirty="0"/>
              <a:t> - prejav konkrétneho paralel. výpočtu. Jej tvar odpovedá relatívnej rýchlosti postupu procesov</a:t>
            </a:r>
          </a:p>
          <a:p>
            <a:pPr>
              <a:spcBef>
                <a:spcPct val="50000"/>
              </a:spcBef>
            </a:pPr>
            <a:r>
              <a:rPr lang="sk-SK" dirty="0"/>
              <a:t>Pr.: Dva </a:t>
            </a:r>
            <a:r>
              <a:rPr lang="sk-SK" dirty="0" err="1"/>
              <a:t>paral</a:t>
            </a:r>
            <a:r>
              <a:rPr lang="sk-SK" dirty="0"/>
              <a:t>. procesy P a Q používajú spoločný prostriedok - disk pri vykonávaní procedúr KSP a KSQ (KSP – kritická sekcia procesu P)</a:t>
            </a:r>
          </a:p>
          <a:p>
            <a:pPr marL="0" indent="0">
              <a:spcBef>
                <a:spcPct val="50000"/>
              </a:spcBef>
              <a:buNone/>
            </a:pPr>
            <a:r>
              <a:rPr lang="sk-SK" dirty="0"/>
              <a:t>       - KSP a KSQ sa nesmú ani čiastočne prekrývať</a:t>
            </a:r>
          </a:p>
          <a:p>
            <a:pPr marL="0" indent="0">
              <a:spcBef>
                <a:spcPct val="50000"/>
              </a:spcBef>
              <a:buNone/>
            </a:pPr>
            <a:r>
              <a:rPr lang="sk-SK" dirty="0"/>
              <a:t>        </a:t>
            </a:r>
            <a:r>
              <a:rPr lang="sk-SK" u="sng" dirty="0"/>
              <a:t>Obrázok PP:</a:t>
            </a:r>
          </a:p>
          <a:p>
            <a:pPr marL="0" indent="0">
              <a:spcBef>
                <a:spcPct val="50000"/>
              </a:spcBef>
              <a:buNone/>
            </a:pPr>
            <a:r>
              <a:rPr lang="sk-SK" dirty="0"/>
              <a:t>	a) cesta I - procesu P sú pridelené dlhšie časové úseky</a:t>
            </a:r>
          </a:p>
          <a:p>
            <a:pPr marL="0" indent="0">
              <a:spcBef>
                <a:spcPct val="50000"/>
              </a:spcBef>
              <a:buNone/>
            </a:pPr>
            <a:r>
              <a:rPr lang="sk-SK" dirty="0"/>
              <a:t>	b) cesta II - spravodlivejšie prideľovanie dĺžky časového úseku</a:t>
            </a:r>
          </a:p>
          <a:p>
            <a:pPr marL="0" indent="0">
              <a:spcBef>
                <a:spcPct val="50000"/>
              </a:spcBef>
              <a:buNone/>
            </a:pPr>
            <a:r>
              <a:rPr lang="sk-SK" dirty="0"/>
              <a:t>                          - silne vyznačené úseky = prekrývanie vykonávaných príkazov          </a:t>
            </a:r>
          </a:p>
          <a:p>
            <a:pPr marL="0" indent="0">
              <a:spcBef>
                <a:spcPct val="50000"/>
              </a:spcBef>
              <a:buNone/>
            </a:pPr>
            <a:r>
              <a:rPr lang="sk-SK" dirty="0"/>
              <a:t>                             KSP a KSQ , </a:t>
            </a:r>
            <a:r>
              <a:rPr lang="sk-SK" dirty="0" err="1"/>
              <a:t>t.z</a:t>
            </a:r>
            <a:r>
              <a:rPr lang="sk-SK" dirty="0"/>
              <a:t>. chyba</a:t>
            </a:r>
            <a:endParaRPr lang="sk-SK" u="sng" dirty="0"/>
          </a:p>
          <a:p>
            <a:endParaRPr lang="sk-SK" dirty="0"/>
          </a:p>
        </p:txBody>
      </p:sp>
      <p:sp>
        <p:nvSpPr>
          <p:cNvPr id="10243"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E909E30F-76A3-4AB9-B351-357D66A262A6}" type="slidenum">
              <a:rPr lang="sk-SK" sz="1400" b="0"/>
              <a:pPr/>
              <a:t>5</a:t>
            </a:fld>
            <a:endParaRPr lang="sk-SK" sz="1400" b="0"/>
          </a:p>
        </p:txBody>
      </p:sp>
    </p:spTree>
    <p:extLst>
      <p:ext uri="{BB962C8B-B14F-4D97-AF65-F5344CB8AC3E}">
        <p14:creationId xmlns:p14="http://schemas.microsoft.com/office/powerpoint/2010/main" val="2525468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46EA562-5616-7541-981B-23AEC0BB6D8B}"/>
              </a:ext>
            </a:extLst>
          </p:cNvPr>
          <p:cNvSpPr>
            <a:spLocks noGrp="1"/>
          </p:cNvSpPr>
          <p:nvPr>
            <p:ph type="title"/>
          </p:nvPr>
        </p:nvSpPr>
        <p:spPr/>
        <p:txBody>
          <a:bodyPr/>
          <a:lstStyle/>
          <a:p>
            <a:r>
              <a:rPr lang="sk-SK" dirty="0"/>
              <a:t>Časová závislosť</a:t>
            </a:r>
          </a:p>
        </p:txBody>
      </p:sp>
      <p:sp>
        <p:nvSpPr>
          <p:cNvPr id="3" name="Zástupný objekt pre obsah 2">
            <a:extLst>
              <a:ext uri="{FF2B5EF4-FFF2-40B4-BE49-F238E27FC236}">
                <a16:creationId xmlns:a16="http://schemas.microsoft.com/office/drawing/2014/main" id="{A56D8B36-F59E-014D-A8AB-CAB28622DC61}"/>
              </a:ext>
            </a:extLst>
          </p:cNvPr>
          <p:cNvSpPr>
            <a:spLocks noGrp="1"/>
          </p:cNvSpPr>
          <p:nvPr>
            <p:ph sz="half" idx="1"/>
          </p:nvPr>
        </p:nvSpPr>
        <p:spPr/>
        <p:txBody>
          <a:bodyPr>
            <a:normAutofit fontScale="55000" lnSpcReduction="20000"/>
          </a:bodyPr>
          <a:lstStyle/>
          <a:p>
            <a:pPr marL="0" indent="0">
              <a:spcBef>
                <a:spcPct val="50000"/>
              </a:spcBef>
              <a:buNone/>
            </a:pPr>
            <a:r>
              <a:rPr lang="sk-SK" dirty="0"/>
              <a:t>Program :</a:t>
            </a:r>
          </a:p>
          <a:p>
            <a:pPr marL="0" indent="0">
              <a:spcBef>
                <a:spcPct val="50000"/>
              </a:spcBef>
              <a:buNone/>
            </a:pPr>
            <a:r>
              <a:rPr lang="sk-SK" dirty="0" err="1"/>
              <a:t>Cobegin</a:t>
            </a:r>
            <a:endParaRPr lang="sk-SK" dirty="0"/>
          </a:p>
          <a:p>
            <a:pPr marL="0" indent="0">
              <a:spcBef>
                <a:spcPct val="50000"/>
              </a:spcBef>
              <a:buNone/>
            </a:pPr>
            <a:r>
              <a:rPr lang="sk-SK" dirty="0"/>
              <a:t>Proces P:</a:t>
            </a:r>
          </a:p>
          <a:p>
            <a:pPr marL="0" indent="0">
              <a:spcBef>
                <a:spcPct val="50000"/>
              </a:spcBef>
              <a:buNone/>
            </a:pPr>
            <a:r>
              <a:rPr lang="sk-SK" dirty="0"/>
              <a:t>   </a:t>
            </a:r>
            <a:r>
              <a:rPr lang="sk-SK" dirty="0" err="1"/>
              <a:t>loop</a:t>
            </a:r>
            <a:endParaRPr lang="sk-SK" dirty="0"/>
          </a:p>
          <a:p>
            <a:pPr marL="0" indent="0">
              <a:spcBef>
                <a:spcPct val="50000"/>
              </a:spcBef>
              <a:buNone/>
            </a:pPr>
            <a:r>
              <a:rPr lang="sk-SK" dirty="0"/>
              <a:t>          A;</a:t>
            </a:r>
          </a:p>
          <a:p>
            <a:pPr marL="0" indent="0">
              <a:spcBef>
                <a:spcPct val="50000"/>
              </a:spcBef>
              <a:buNone/>
            </a:pPr>
            <a:r>
              <a:rPr lang="sk-SK" dirty="0"/>
              <a:t>          KSP; - použitie disku</a:t>
            </a:r>
          </a:p>
          <a:p>
            <a:pPr marL="0" indent="0">
              <a:spcBef>
                <a:spcPct val="50000"/>
              </a:spcBef>
              <a:buNone/>
            </a:pPr>
            <a:r>
              <a:rPr lang="sk-SK" dirty="0"/>
              <a:t>          B;</a:t>
            </a:r>
          </a:p>
          <a:p>
            <a:pPr marL="0" indent="0">
              <a:spcBef>
                <a:spcPct val="50000"/>
              </a:spcBef>
              <a:buNone/>
            </a:pPr>
            <a:r>
              <a:rPr lang="sk-SK" dirty="0"/>
              <a:t>    </a:t>
            </a:r>
            <a:r>
              <a:rPr lang="sk-SK" dirty="0" err="1"/>
              <a:t>endloop</a:t>
            </a:r>
            <a:r>
              <a:rPr lang="sk-SK" dirty="0"/>
              <a:t>;</a:t>
            </a:r>
          </a:p>
          <a:p>
            <a:pPr marL="0" indent="0">
              <a:spcBef>
                <a:spcPct val="50000"/>
              </a:spcBef>
              <a:buNone/>
            </a:pPr>
            <a:r>
              <a:rPr lang="sk-SK" dirty="0"/>
              <a:t>Proces Q:</a:t>
            </a:r>
          </a:p>
          <a:p>
            <a:pPr marL="0" indent="0">
              <a:spcBef>
                <a:spcPct val="50000"/>
              </a:spcBef>
              <a:buNone/>
            </a:pPr>
            <a:r>
              <a:rPr lang="sk-SK" dirty="0"/>
              <a:t>   </a:t>
            </a:r>
            <a:r>
              <a:rPr lang="sk-SK" dirty="0" err="1"/>
              <a:t>loop</a:t>
            </a:r>
            <a:endParaRPr lang="sk-SK" dirty="0"/>
          </a:p>
          <a:p>
            <a:pPr marL="0" indent="0">
              <a:spcBef>
                <a:spcPct val="50000"/>
              </a:spcBef>
              <a:buNone/>
            </a:pPr>
            <a:r>
              <a:rPr lang="sk-SK" dirty="0"/>
              <a:t>         C;</a:t>
            </a:r>
          </a:p>
          <a:p>
            <a:pPr marL="0" indent="0">
              <a:spcBef>
                <a:spcPct val="50000"/>
              </a:spcBef>
              <a:buNone/>
            </a:pPr>
            <a:r>
              <a:rPr lang="sk-SK" dirty="0"/>
              <a:t>          KSQ; - použitie disku</a:t>
            </a:r>
          </a:p>
          <a:p>
            <a:pPr marL="0" indent="0">
              <a:spcBef>
                <a:spcPct val="50000"/>
              </a:spcBef>
              <a:buNone/>
            </a:pPr>
            <a:r>
              <a:rPr lang="sk-SK" dirty="0"/>
              <a:t>          D;</a:t>
            </a:r>
          </a:p>
          <a:p>
            <a:pPr marL="0" indent="0">
              <a:spcBef>
                <a:spcPct val="50000"/>
              </a:spcBef>
              <a:buNone/>
            </a:pPr>
            <a:r>
              <a:rPr lang="sk-SK" dirty="0"/>
              <a:t>    </a:t>
            </a:r>
            <a:r>
              <a:rPr lang="sk-SK" dirty="0" err="1"/>
              <a:t>endloop</a:t>
            </a:r>
            <a:r>
              <a:rPr lang="sk-SK" dirty="0"/>
              <a:t>;</a:t>
            </a:r>
          </a:p>
          <a:p>
            <a:pPr marL="0" indent="0">
              <a:spcBef>
                <a:spcPct val="50000"/>
              </a:spcBef>
              <a:buNone/>
            </a:pPr>
            <a:r>
              <a:rPr lang="sk-SK" dirty="0" err="1"/>
              <a:t>coend</a:t>
            </a:r>
            <a:r>
              <a:rPr lang="sk-SK" dirty="0"/>
              <a:t>;</a:t>
            </a:r>
          </a:p>
        </p:txBody>
      </p:sp>
      <p:sp>
        <p:nvSpPr>
          <p:cNvPr id="11267"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B1425900-1E2E-4C80-A000-32A84632C43C}" type="slidenum">
              <a:rPr lang="sk-SK" sz="1400" b="0"/>
              <a:pPr/>
              <a:t>6</a:t>
            </a:fld>
            <a:endParaRPr lang="sk-SK" sz="1400" b="0"/>
          </a:p>
        </p:txBody>
      </p:sp>
      <p:sp>
        <p:nvSpPr>
          <p:cNvPr id="11271" name="Text Box 6"/>
          <p:cNvSpPr txBox="1">
            <a:spLocks noChangeArrowheads="1"/>
          </p:cNvSpPr>
          <p:nvPr/>
        </p:nvSpPr>
        <p:spPr bwMode="auto">
          <a:xfrm>
            <a:off x="6367463" y="1645444"/>
            <a:ext cx="3352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pPr algn="l">
              <a:spcBef>
                <a:spcPct val="50000"/>
              </a:spcBef>
            </a:pPr>
            <a:r>
              <a:rPr lang="sk-SK" sz="2000" dirty="0"/>
              <a:t>Postupový priestor:</a:t>
            </a:r>
          </a:p>
        </p:txBody>
      </p:sp>
      <p:sp>
        <p:nvSpPr>
          <p:cNvPr id="11272" name="Text Box 7"/>
          <p:cNvSpPr txBox="1">
            <a:spLocks noChangeArrowheads="1"/>
          </p:cNvSpPr>
          <p:nvPr/>
        </p:nvSpPr>
        <p:spPr bwMode="auto">
          <a:xfrm>
            <a:off x="1304014" y="5943601"/>
            <a:ext cx="950976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pPr algn="l">
              <a:spcBef>
                <a:spcPct val="50000"/>
              </a:spcBef>
            </a:pPr>
            <a:r>
              <a:rPr lang="sk-SK" sz="2000" b="0" dirty="0"/>
              <a:t>- zadaný program je korektný, no odhalené chyby sa prejavujú len niekedy, v závislosti na konkrétnej relatívnej rýchlosti postupu procesov</a:t>
            </a:r>
          </a:p>
        </p:txBody>
      </p:sp>
      <p:pic>
        <p:nvPicPr>
          <p:cNvPr id="12" name="Picture 8" descr="5_6">
            <a:extLst>
              <a:ext uri="{FF2B5EF4-FFF2-40B4-BE49-F238E27FC236}">
                <a16:creationId xmlns:a16="http://schemas.microsoft.com/office/drawing/2014/main" id="{E704BC3F-F2A8-5148-AF48-B52479EA8D7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13500" y="2248694"/>
            <a:ext cx="46990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612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0D63819-42F8-2140-B6CD-F2025578C7F6}"/>
              </a:ext>
            </a:extLst>
          </p:cNvPr>
          <p:cNvSpPr>
            <a:spLocks noGrp="1"/>
          </p:cNvSpPr>
          <p:nvPr>
            <p:ph type="title"/>
          </p:nvPr>
        </p:nvSpPr>
        <p:spPr/>
        <p:txBody>
          <a:bodyPr/>
          <a:lstStyle/>
          <a:p>
            <a:r>
              <a:rPr lang="sk-SK" dirty="0"/>
              <a:t>Časová závislosť</a:t>
            </a:r>
          </a:p>
        </p:txBody>
      </p:sp>
      <p:sp>
        <p:nvSpPr>
          <p:cNvPr id="3" name="Zástupný objekt pre obsah 2">
            <a:extLst>
              <a:ext uri="{FF2B5EF4-FFF2-40B4-BE49-F238E27FC236}">
                <a16:creationId xmlns:a16="http://schemas.microsoft.com/office/drawing/2014/main" id="{808EFFBC-61DF-524A-A3AB-B3B696489F46}"/>
              </a:ext>
            </a:extLst>
          </p:cNvPr>
          <p:cNvSpPr>
            <a:spLocks noGrp="1"/>
          </p:cNvSpPr>
          <p:nvPr>
            <p:ph idx="1"/>
          </p:nvPr>
        </p:nvSpPr>
        <p:spPr/>
        <p:txBody>
          <a:bodyPr>
            <a:normAutofit fontScale="85000" lnSpcReduction="20000"/>
          </a:bodyPr>
          <a:lstStyle/>
          <a:p>
            <a:pPr>
              <a:spcBef>
                <a:spcPct val="50000"/>
              </a:spcBef>
            </a:pPr>
            <a:r>
              <a:rPr lang="sk-SK" dirty="0"/>
              <a:t>Časovo závislé chyby sú dôsledkom nevhodného používania spoločných I/O objektov paralelných procesov. Odstránenie týchto chýb spočíva v obmedzení prístupu k nim. </a:t>
            </a:r>
          </a:p>
          <a:p>
            <a:pPr>
              <a:spcBef>
                <a:spcPct val="50000"/>
              </a:spcBef>
            </a:pPr>
            <a:r>
              <a:rPr lang="sk-SK" dirty="0"/>
              <a:t>Najsilnejším takým obmedzením je splnenie </a:t>
            </a:r>
            <a:r>
              <a:rPr lang="sk-SK" dirty="0" err="1"/>
              <a:t>Bernsteinových</a:t>
            </a:r>
            <a:r>
              <a:rPr lang="sk-SK" dirty="0"/>
              <a:t> podmienok, ktoré postačujú k tomu, aby časovo závislé chyby nemohli vzniknúť.</a:t>
            </a:r>
          </a:p>
          <a:p>
            <a:pPr marL="0" indent="0">
              <a:spcBef>
                <a:spcPct val="50000"/>
              </a:spcBef>
              <a:buNone/>
            </a:pPr>
            <a:r>
              <a:rPr lang="sk-SK" sz="2000" b="1" dirty="0" err="1"/>
              <a:t>Bernsteinove</a:t>
            </a:r>
            <a:r>
              <a:rPr lang="sk-SK" sz="2000" b="1" dirty="0"/>
              <a:t> podmienky :  1. R(P) and W(Q) = 0  2. R(Q) and W(P) = 0  3. W(P) and W(Q) =0</a:t>
            </a:r>
            <a:r>
              <a:rPr lang="sk-SK" sz="2000" dirty="0"/>
              <a:t>             </a:t>
            </a:r>
          </a:p>
          <a:p>
            <a:pPr marL="0" indent="0">
              <a:spcBef>
                <a:spcPct val="50000"/>
              </a:spcBef>
              <a:buNone/>
            </a:pPr>
            <a:r>
              <a:rPr lang="sk-SK" sz="2000" dirty="0"/>
              <a:t>    kde  P,Q – </a:t>
            </a:r>
            <a:r>
              <a:rPr lang="sk-SK" sz="2000" dirty="0" err="1"/>
              <a:t>paral</a:t>
            </a:r>
            <a:r>
              <a:rPr lang="sk-SK" sz="2000" dirty="0"/>
              <a:t>. procesy </a:t>
            </a:r>
          </a:p>
          <a:p>
            <a:pPr marL="0" indent="0">
              <a:spcBef>
                <a:spcPct val="50000"/>
              </a:spcBef>
              <a:buNone/>
            </a:pPr>
            <a:r>
              <a:rPr lang="sk-SK" sz="2000" dirty="0"/>
              <a:t>            R(s) – množ. premenných z príkazu s v operácii čítania z pamäte </a:t>
            </a:r>
          </a:p>
          <a:p>
            <a:pPr marL="0" indent="0">
              <a:spcBef>
                <a:spcPct val="50000"/>
              </a:spcBef>
              <a:buNone/>
            </a:pPr>
            <a:r>
              <a:rPr lang="sk-SK" sz="2000" dirty="0"/>
              <a:t>           W(s) - množ. premenných z príkazu s v operácii zápisu do pamäte</a:t>
            </a:r>
          </a:p>
          <a:p>
            <a:pPr marL="0" indent="0">
              <a:spcBef>
                <a:spcPct val="50000"/>
              </a:spcBef>
              <a:buNone/>
            </a:pPr>
            <a:r>
              <a:rPr lang="sk-SK" sz="2000" dirty="0"/>
              <a:t>	0 =prázdna množina</a:t>
            </a:r>
          </a:p>
          <a:p>
            <a:pPr>
              <a:spcBef>
                <a:spcPct val="50000"/>
              </a:spcBef>
            </a:pPr>
            <a:r>
              <a:rPr lang="sk-SK" b="1" dirty="0"/>
              <a:t>Kritický úsek </a:t>
            </a:r>
            <a:r>
              <a:rPr lang="sk-SK" dirty="0"/>
              <a:t>- časť programu, kde sa využíva spoločná premenná, (alebo spoločný prostriedok) no treba zabezpečiť synchronizáciu, aby v kritickom úseku bol len jeden proces.</a:t>
            </a:r>
          </a:p>
          <a:p>
            <a:endParaRPr lang="sk-SK" dirty="0"/>
          </a:p>
        </p:txBody>
      </p:sp>
      <p:sp>
        <p:nvSpPr>
          <p:cNvPr id="12291"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25151538-42A3-4C64-A96D-DEA3B9B7B14E}" type="slidenum">
              <a:rPr lang="sk-SK" sz="1400" b="0"/>
              <a:pPr/>
              <a:t>7</a:t>
            </a:fld>
            <a:endParaRPr lang="sk-SK" sz="1400" b="0"/>
          </a:p>
        </p:txBody>
      </p:sp>
    </p:spTree>
    <p:extLst>
      <p:ext uri="{BB962C8B-B14F-4D97-AF65-F5344CB8AC3E}">
        <p14:creationId xmlns:p14="http://schemas.microsoft.com/office/powerpoint/2010/main" val="1796127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Bef>
                <a:spcPct val="50000"/>
              </a:spcBef>
            </a:pPr>
            <a:r>
              <a:rPr lang="sk-SK" u="sng"/>
              <a:t>Časová závislosť</a:t>
            </a:r>
          </a:p>
        </p:txBody>
      </p:sp>
      <p:sp>
        <p:nvSpPr>
          <p:cNvPr id="3" name="Content Placeholder 2"/>
          <p:cNvSpPr>
            <a:spLocks noGrp="1"/>
          </p:cNvSpPr>
          <p:nvPr>
            <p:ph idx="1"/>
          </p:nvPr>
        </p:nvSpPr>
        <p:spPr/>
        <p:txBody>
          <a:bodyPr>
            <a:normAutofit fontScale="85000" lnSpcReduction="10000"/>
          </a:bodyPr>
          <a:lstStyle/>
          <a:p>
            <a:pPr marL="0" indent="0">
              <a:spcBef>
                <a:spcPct val="50000"/>
              </a:spcBef>
              <a:buNone/>
            </a:pPr>
            <a:r>
              <a:rPr lang="sk-SK" dirty="0"/>
              <a:t>Časová závislosť procesov - je vlastnosť nedeterministických procesov, ktoré sa vzájomne ovplyvňujú v závislosti na tom kadiaľ prechádza ich postupová cesta.</a:t>
            </a:r>
          </a:p>
          <a:p>
            <a:pPr>
              <a:spcBef>
                <a:spcPct val="50000"/>
              </a:spcBef>
            </a:pPr>
            <a:endParaRPr lang="sk-SK" dirty="0"/>
          </a:p>
          <a:p>
            <a:pPr>
              <a:spcBef>
                <a:spcPct val="50000"/>
              </a:spcBef>
            </a:pPr>
            <a:r>
              <a:rPr lang="sk-SK" dirty="0"/>
              <a:t>Časovo závislé </a:t>
            </a:r>
            <a:r>
              <a:rPr lang="sk-SK" dirty="0" err="1"/>
              <a:t>paral</a:t>
            </a:r>
            <a:r>
              <a:rPr lang="sk-SK" dirty="0"/>
              <a:t>. procesy - často sa vyskytujú v OS</a:t>
            </a:r>
          </a:p>
          <a:p>
            <a:pPr>
              <a:spcBef>
                <a:spcPct val="50000"/>
              </a:spcBef>
            </a:pPr>
            <a:r>
              <a:rPr lang="sk-SK" u="sng" dirty="0"/>
              <a:t>problém</a:t>
            </a:r>
            <a:r>
              <a:rPr lang="sk-SK" dirty="0"/>
              <a:t>: nájsť vhodný kompromis medzi obmedzením prístupu ku spoločným objektom tak, aby nevznikali časovo závis. chyby a zachovala sa prístupná čo najväčšia časť postupového priestoru</a:t>
            </a:r>
          </a:p>
          <a:p>
            <a:pPr>
              <a:spcBef>
                <a:spcPct val="50000"/>
              </a:spcBef>
            </a:pPr>
            <a:endParaRPr lang="sk-SK" dirty="0"/>
          </a:p>
          <a:p>
            <a:pPr>
              <a:spcBef>
                <a:spcPct val="50000"/>
              </a:spcBef>
            </a:pPr>
            <a:r>
              <a:rPr lang="sk-SK" u="sng" dirty="0"/>
              <a:t>Vyriešenie problému</a:t>
            </a:r>
            <a:r>
              <a:rPr lang="sk-SK" dirty="0"/>
              <a:t>: ak nie sú splnené </a:t>
            </a:r>
            <a:r>
              <a:rPr lang="sk-SK" dirty="0" err="1"/>
              <a:t>Bernsteinove</a:t>
            </a:r>
            <a:r>
              <a:rPr lang="sk-SK" dirty="0"/>
              <a:t> podmienky, je nutné rozvážiť jednotlivé prípady časovej závislosti a tie, ktoré sú nevhodné </a:t>
            </a:r>
            <a:r>
              <a:rPr lang="sk-SK" b="1" dirty="0"/>
              <a:t>odstrániť pomocou synchronizácie procesov</a:t>
            </a:r>
          </a:p>
        </p:txBody>
      </p:sp>
      <p:sp>
        <p:nvSpPr>
          <p:cNvPr id="13315"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5BAE6388-C4D3-478D-B254-2BCA17C7E41C}" type="slidenum">
              <a:rPr lang="sk-SK" sz="1400" b="0"/>
              <a:pPr/>
              <a:t>8</a:t>
            </a:fld>
            <a:endParaRPr lang="sk-SK" sz="1400" b="0"/>
          </a:p>
        </p:txBody>
      </p:sp>
    </p:spTree>
    <p:extLst>
      <p:ext uri="{BB962C8B-B14F-4D97-AF65-F5344CB8AC3E}">
        <p14:creationId xmlns:p14="http://schemas.microsoft.com/office/powerpoint/2010/main" val="3347599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dirty="0"/>
              <a:t>Synchronizácia</a:t>
            </a:r>
          </a:p>
        </p:txBody>
      </p:sp>
      <p:sp>
        <p:nvSpPr>
          <p:cNvPr id="3" name="Content Placeholder 2"/>
          <p:cNvSpPr>
            <a:spLocks noGrp="1"/>
          </p:cNvSpPr>
          <p:nvPr>
            <p:ph idx="1"/>
          </p:nvPr>
        </p:nvSpPr>
        <p:spPr/>
        <p:txBody>
          <a:bodyPr>
            <a:normAutofit fontScale="70000" lnSpcReduction="20000"/>
          </a:bodyPr>
          <a:lstStyle/>
          <a:p>
            <a:pPr>
              <a:spcBef>
                <a:spcPct val="50000"/>
              </a:spcBef>
            </a:pPr>
            <a:r>
              <a:rPr lang="sk-SK" dirty="0"/>
              <a:t>Synchronizácia procesov - koordinácia postupu procesov</a:t>
            </a:r>
          </a:p>
          <a:p>
            <a:pPr>
              <a:spcBef>
                <a:spcPct val="50000"/>
              </a:spcBef>
            </a:pPr>
            <a:r>
              <a:rPr lang="sk-SK" dirty="0"/>
              <a:t>Synchronizačné operácie (SO) - koordinácia postupu procesu s tokom fyzikálneho času (nutné pri RT-systémoch)</a:t>
            </a:r>
          </a:p>
          <a:p>
            <a:pPr>
              <a:spcBef>
                <a:spcPct val="50000"/>
              </a:spcBef>
            </a:pPr>
            <a:r>
              <a:rPr lang="sk-SK" dirty="0"/>
              <a:t>pre OS sa používajú SO, ktoré vyjadrujú požiadavku na usporiadanie relatívnej rýchlosti postupu procesov</a:t>
            </a:r>
          </a:p>
          <a:p>
            <a:pPr marL="0" indent="0">
              <a:spcBef>
                <a:spcPct val="50000"/>
              </a:spcBef>
              <a:buNone/>
            </a:pPr>
            <a:r>
              <a:rPr lang="sk-SK" b="1" dirty="0"/>
              <a:t>Primitívne synchronizačné operácie:</a:t>
            </a:r>
          </a:p>
          <a:p>
            <a:pPr marL="0" indent="0">
              <a:spcBef>
                <a:spcPct val="50000"/>
              </a:spcBef>
              <a:buNone/>
            </a:pPr>
            <a:r>
              <a:rPr lang="sk-SK" dirty="0"/>
              <a:t>a) </a:t>
            </a:r>
            <a:r>
              <a:rPr lang="sk-SK" u="sng" dirty="0"/>
              <a:t>Zastavenie procesu na dobu T</a:t>
            </a:r>
            <a:endParaRPr lang="sk-SK" dirty="0"/>
          </a:p>
          <a:p>
            <a:pPr lvl="1">
              <a:spcBef>
                <a:spcPct val="50000"/>
              </a:spcBef>
            </a:pPr>
            <a:r>
              <a:rPr lang="sk-SK" dirty="0"/>
              <a:t>definovaná synchronizačná operácia N(T) pozastaví druhý proces na dobu T</a:t>
            </a:r>
          </a:p>
          <a:p>
            <a:pPr lvl="1">
              <a:spcBef>
                <a:spcPct val="50000"/>
              </a:spcBef>
            </a:pPr>
            <a:r>
              <a:rPr lang="sk-SK" dirty="0"/>
              <a:t>táto metóda sa nepoužíva lebo je len ťažké odhadnúť na akú dlhú dobu musíme druhý proces zastaviť</a:t>
            </a:r>
          </a:p>
          <a:p>
            <a:pPr marL="0" indent="0">
              <a:spcBef>
                <a:spcPct val="50000"/>
              </a:spcBef>
              <a:buNone/>
            </a:pPr>
            <a:r>
              <a:rPr lang="sk-SK" dirty="0"/>
              <a:t>b) </a:t>
            </a:r>
            <a:r>
              <a:rPr lang="sk-SK" u="sng" dirty="0"/>
              <a:t>Zastavenie a uvoľnenie procesu na príkaz operácie</a:t>
            </a:r>
            <a:endParaRPr lang="sk-SK" dirty="0"/>
          </a:p>
          <a:p>
            <a:pPr lvl="1">
              <a:spcBef>
                <a:spcPct val="50000"/>
              </a:spcBef>
            </a:pPr>
            <a:r>
              <a:rPr lang="sk-SK" dirty="0"/>
              <a:t>proces pred vstupom do kritickej sekcie vykoná synchronizačnú operáciu Z, ktorá pozastaví druhý proces - druhý proces čaká</a:t>
            </a:r>
          </a:p>
          <a:p>
            <a:pPr lvl="1">
              <a:spcBef>
                <a:spcPct val="50000"/>
              </a:spcBef>
            </a:pPr>
            <a:r>
              <a:rPr lang="sk-SK" dirty="0"/>
              <a:t>po opustení kritickej sekcie vykoná proces synchronizačnú operáciu K, ktorá uvoľní čakajúci proces</a:t>
            </a:r>
          </a:p>
        </p:txBody>
      </p:sp>
      <p:sp>
        <p:nvSpPr>
          <p:cNvPr id="14339"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46A95116-C972-4780-BFB7-750DF4E0CFBC}" type="slidenum">
              <a:rPr lang="sk-SK" sz="1400" b="0"/>
              <a:pPr/>
              <a:t>9</a:t>
            </a:fld>
            <a:endParaRPr lang="sk-SK" sz="1400" b="0"/>
          </a:p>
        </p:txBody>
      </p:sp>
    </p:spTree>
    <p:extLst>
      <p:ext uri="{BB962C8B-B14F-4D97-AF65-F5344CB8AC3E}">
        <p14:creationId xmlns:p14="http://schemas.microsoft.com/office/powerpoint/2010/main" val="590433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86E57C4-B2DA-1D48-9387-F99BB61001EA}"/>
              </a:ext>
            </a:extLst>
          </p:cNvPr>
          <p:cNvSpPr>
            <a:spLocks noGrp="1"/>
          </p:cNvSpPr>
          <p:nvPr>
            <p:ph type="title"/>
          </p:nvPr>
        </p:nvSpPr>
        <p:spPr/>
        <p:txBody>
          <a:bodyPr>
            <a:normAutofit/>
          </a:bodyPr>
          <a:lstStyle/>
          <a:p>
            <a:r>
              <a:rPr lang="sk-SK" dirty="0"/>
              <a:t>Zastavenie a uvoľnenie procesu na príkaz operácie</a:t>
            </a:r>
          </a:p>
        </p:txBody>
      </p:sp>
      <p:sp>
        <p:nvSpPr>
          <p:cNvPr id="15363"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A9ADC904-19BB-4DA6-A370-BA98DAC5B73A}" type="slidenum">
              <a:rPr lang="sk-SK" sz="1400" b="0"/>
              <a:pPr/>
              <a:t>10</a:t>
            </a:fld>
            <a:endParaRPr lang="sk-SK" sz="1400" b="0"/>
          </a:p>
        </p:txBody>
      </p:sp>
      <p:sp>
        <p:nvSpPr>
          <p:cNvPr id="15365" name="Text Box 5"/>
          <p:cNvSpPr txBox="1">
            <a:spLocks noChangeArrowheads="1"/>
          </p:cNvSpPr>
          <p:nvPr/>
        </p:nvSpPr>
        <p:spPr bwMode="auto">
          <a:xfrm>
            <a:off x="2133600" y="1600201"/>
            <a:ext cx="7467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pPr algn="l">
              <a:spcBef>
                <a:spcPct val="50000"/>
              </a:spcBef>
            </a:pPr>
            <a:r>
              <a:rPr lang="sk-SK" sz="1800" dirty="0"/>
              <a:t>Príklad primitívnej synchronizácie pomocou operácií Z a K: </a:t>
            </a:r>
          </a:p>
        </p:txBody>
      </p:sp>
      <p:pic>
        <p:nvPicPr>
          <p:cNvPr id="1536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087563"/>
            <a:ext cx="6172200" cy="437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3447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dirty="0"/>
              <a:t>Implementácia čakania pred kritickou časťou</a:t>
            </a:r>
          </a:p>
        </p:txBody>
      </p:sp>
      <p:sp>
        <p:nvSpPr>
          <p:cNvPr id="3" name="Content Placeholder 2"/>
          <p:cNvSpPr>
            <a:spLocks noGrp="1"/>
          </p:cNvSpPr>
          <p:nvPr>
            <p:ph idx="1"/>
          </p:nvPr>
        </p:nvSpPr>
        <p:spPr/>
        <p:txBody>
          <a:bodyPr>
            <a:normAutofit/>
          </a:bodyPr>
          <a:lstStyle/>
          <a:p>
            <a:r>
              <a:rPr lang="sk-SK" dirty="0"/>
              <a:t>Pasívne čakanie</a:t>
            </a:r>
          </a:p>
          <a:p>
            <a:pPr lvl="1"/>
            <a:r>
              <a:rPr lang="sk-SK" dirty="0"/>
              <a:t>Zákaz prerušenia</a:t>
            </a:r>
          </a:p>
          <a:p>
            <a:pPr lvl="1"/>
            <a:r>
              <a:rPr lang="sk-SK" dirty="0"/>
              <a:t>Zákaz prepnutia kontextu</a:t>
            </a:r>
          </a:p>
          <a:p>
            <a:pPr lvl="1"/>
            <a:r>
              <a:rPr lang="sk-SK" dirty="0"/>
              <a:t>Zvýšenie priority</a:t>
            </a:r>
          </a:p>
          <a:p>
            <a:pPr lvl="1"/>
            <a:r>
              <a:rPr lang="sk-SK" dirty="0"/>
              <a:t>Vzájomné vylúčenie (</a:t>
            </a:r>
            <a:r>
              <a:rPr lang="sk-SK" dirty="0" err="1"/>
              <a:t>mutex</a:t>
            </a:r>
            <a:r>
              <a:rPr lang="sk-SK" dirty="0"/>
              <a:t>)</a:t>
            </a:r>
          </a:p>
          <a:p>
            <a:r>
              <a:rPr lang="sk-SK" dirty="0"/>
              <a:t>Aktívne čakanie</a:t>
            </a:r>
          </a:p>
          <a:p>
            <a:pPr lvl="1"/>
            <a:r>
              <a:rPr lang="sk-SK" dirty="0"/>
              <a:t>Zdieľanými premennými, Striedaním procesov 2 procesov</a:t>
            </a:r>
          </a:p>
          <a:p>
            <a:pPr lvl="2"/>
            <a:r>
              <a:rPr lang="sk-SK" dirty="0" err="1"/>
              <a:t>Dekkerov</a:t>
            </a:r>
            <a:r>
              <a:rPr lang="sk-SK" dirty="0"/>
              <a:t> algoritmus</a:t>
            </a:r>
          </a:p>
          <a:p>
            <a:pPr lvl="2"/>
            <a:r>
              <a:rPr lang="sk-SK" dirty="0" err="1"/>
              <a:t>Petersonov</a:t>
            </a:r>
            <a:r>
              <a:rPr lang="sk-SK" dirty="0"/>
              <a:t> algoritmus</a:t>
            </a:r>
          </a:p>
          <a:p>
            <a:pPr lvl="1"/>
            <a:r>
              <a:rPr lang="sk-SK" dirty="0"/>
              <a:t>zdieľané premenné (pole lístkov) Vzájomné vylúčenie N procesov - Pekárov algoritmus</a:t>
            </a:r>
          </a:p>
        </p:txBody>
      </p:sp>
      <p:sp>
        <p:nvSpPr>
          <p:cNvPr id="4" name="Slide Number Placeholder 3"/>
          <p:cNvSpPr>
            <a:spLocks noGrp="1"/>
          </p:cNvSpPr>
          <p:nvPr>
            <p:ph type="sldNum" sz="quarter" idx="12"/>
          </p:nvPr>
        </p:nvSpPr>
        <p:spPr/>
        <p:txBody>
          <a:bodyPr/>
          <a:lstStyle/>
          <a:p>
            <a:fld id="{5AB4CD34-DB5E-4606-AE4E-01019896DEAB}" type="slidenum">
              <a:rPr lang="sk-SK" smtClean="0"/>
              <a:t>11</a:t>
            </a:fld>
            <a:endParaRPr lang="sk-SK"/>
          </a:p>
        </p:txBody>
      </p:sp>
    </p:spTree>
    <p:extLst>
      <p:ext uri="{BB962C8B-B14F-4D97-AF65-F5344CB8AC3E}">
        <p14:creationId xmlns:p14="http://schemas.microsoft.com/office/powerpoint/2010/main" val="2459821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sk-SK" dirty="0"/>
              <a:t>Pasívne čakanie</a:t>
            </a:r>
          </a:p>
        </p:txBody>
      </p:sp>
      <p:sp>
        <p:nvSpPr>
          <p:cNvPr id="2" name="Zástupný objekt pre obsah 1">
            <a:extLst>
              <a:ext uri="{FF2B5EF4-FFF2-40B4-BE49-F238E27FC236}">
                <a16:creationId xmlns:a16="http://schemas.microsoft.com/office/drawing/2014/main" id="{77AC8B45-E5C5-E444-A45D-D2726973EBAD}"/>
              </a:ext>
            </a:extLst>
          </p:cNvPr>
          <p:cNvSpPr>
            <a:spLocks noGrp="1"/>
          </p:cNvSpPr>
          <p:nvPr>
            <p:ph idx="1"/>
          </p:nvPr>
        </p:nvSpPr>
        <p:spPr>
          <a:xfrm>
            <a:off x="838200" y="1389479"/>
            <a:ext cx="10515600" cy="4351338"/>
          </a:xfrm>
        </p:spPr>
        <p:txBody>
          <a:bodyPr>
            <a:normAutofit/>
          </a:bodyPr>
          <a:lstStyle/>
          <a:p>
            <a:pPr marL="0" indent="0">
              <a:buNone/>
            </a:pPr>
            <a:r>
              <a:rPr lang="sk-SK" dirty="0"/>
              <a:t>Pri synchronizačných úlohách sa pasívne čakanie (</a:t>
            </a:r>
            <a:r>
              <a:rPr lang="sk-SK" dirty="0" err="1"/>
              <a:t>blocking</a:t>
            </a:r>
            <a:r>
              <a:rPr lang="sk-SK" dirty="0"/>
              <a:t> </a:t>
            </a:r>
            <a:r>
              <a:rPr lang="sk-SK" dirty="0" err="1"/>
              <a:t>wait</a:t>
            </a:r>
            <a:r>
              <a:rPr lang="sk-SK" dirty="0"/>
              <a:t>) používa na to, aby proces neplytval procesorovým časom, keď nemôže vstúpiť do kritickej sekcie. Namiesto točenia v slučke (</a:t>
            </a:r>
            <a:r>
              <a:rPr lang="sk-SK" dirty="0" err="1"/>
              <a:t>busy</a:t>
            </a:r>
            <a:r>
              <a:rPr lang="sk-SK" dirty="0"/>
              <a:t> </a:t>
            </a:r>
            <a:r>
              <a:rPr lang="sk-SK" dirty="0" err="1"/>
              <a:t>waiting</a:t>
            </a:r>
            <a:r>
              <a:rPr lang="sk-SK" dirty="0"/>
              <a:t>) sa proces zablokuje a OS ho prebudí až vtedy, keď môže pokračovať.</a:t>
            </a:r>
          </a:p>
          <a:p>
            <a:pPr marL="0" indent="0">
              <a:buNone/>
            </a:pPr>
            <a:r>
              <a:rPr lang="sk-SK" dirty="0"/>
              <a:t>Riešené pomocou zákazu prerušenia v jadre OS - zamedzenie prepínania kontextu.</a:t>
            </a:r>
          </a:p>
          <a:p>
            <a:pPr marL="0" indent="0">
              <a:buNone/>
            </a:pPr>
            <a:r>
              <a:rPr lang="sk-SK" u="sng" dirty="0"/>
              <a:t>Zákaz prepínania kontextu:</a:t>
            </a:r>
            <a:r>
              <a:rPr lang="sk-SK" dirty="0"/>
              <a:t> </a:t>
            </a:r>
          </a:p>
          <a:p>
            <a:r>
              <a:rPr lang="sk-SK" dirty="0"/>
              <a:t>nepodmienený</a:t>
            </a:r>
          </a:p>
          <a:p>
            <a:r>
              <a:rPr lang="sk-SK" dirty="0"/>
              <a:t>podmienený</a:t>
            </a:r>
            <a:endParaRPr lang="sk-SK" u="sng" dirty="0"/>
          </a:p>
        </p:txBody>
      </p:sp>
      <p:sp>
        <p:nvSpPr>
          <p:cNvPr id="16387" name="Zástupný symbol čísla snímky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EF14C69-9F70-47BA-A7E3-89241FB51DF0}" type="slidenum">
              <a:rPr lang="sk-SK" sz="1400"/>
              <a:pPr/>
              <a:t>12</a:t>
            </a:fld>
            <a:endParaRPr lang="sk-SK" sz="1400"/>
          </a:p>
        </p:txBody>
      </p:sp>
      <p:sp>
        <p:nvSpPr>
          <p:cNvPr id="3" name="BlokTextu 2">
            <a:extLst>
              <a:ext uri="{FF2B5EF4-FFF2-40B4-BE49-F238E27FC236}">
                <a16:creationId xmlns:a16="http://schemas.microsoft.com/office/drawing/2014/main" id="{59717443-41A9-56B0-C747-36FFC65F3CFE}"/>
              </a:ext>
            </a:extLst>
          </p:cNvPr>
          <p:cNvSpPr txBox="1"/>
          <p:nvPr/>
        </p:nvSpPr>
        <p:spPr>
          <a:xfrm>
            <a:off x="5163670" y="3740259"/>
            <a:ext cx="6377166" cy="3046988"/>
          </a:xfrm>
          <a:prstGeom prst="rect">
            <a:avLst/>
          </a:prstGeom>
          <a:noFill/>
          <a:ln>
            <a:solidFill>
              <a:schemeClr val="tx1"/>
            </a:solidFill>
          </a:ln>
        </p:spPr>
        <p:txBody>
          <a:bodyPr wrap="square" rtlCol="0">
            <a:spAutoFit/>
          </a:bodyPr>
          <a:lstStyle/>
          <a:p>
            <a:r>
              <a:rPr lang="sk-SK" sz="2400" dirty="0"/>
              <a:t>Prepnutie kontextu (</a:t>
            </a:r>
            <a:r>
              <a:rPr lang="sk-SK" sz="2400" dirty="0" err="1"/>
              <a:t>context</a:t>
            </a:r>
            <a:r>
              <a:rPr lang="sk-SK" sz="2400" dirty="0"/>
              <a:t> switch) je proces, pri ktorom operačný systém prepína vykonávanie z jedného procesu alebo vlákna na iný. Táto činnosť je nevyhnutná pre multitasking a správne fungovanie operačného systému. </a:t>
            </a:r>
          </a:p>
          <a:p>
            <a:pPr marL="285750" indent="-285750">
              <a:buFont typeface="Arial" panose="020B0604020202020204" pitchFamily="34" charset="0"/>
              <a:buChar char="•"/>
            </a:pPr>
            <a:r>
              <a:rPr lang="sk-SK" sz="2400" dirty="0"/>
              <a:t>Uloženie stavu aktuálneho procesu</a:t>
            </a:r>
          </a:p>
          <a:p>
            <a:pPr marL="285750" indent="-285750">
              <a:buFont typeface="Arial" panose="020B0604020202020204" pitchFamily="34" charset="0"/>
              <a:buChar char="•"/>
            </a:pPr>
            <a:r>
              <a:rPr lang="sk-SK" sz="2400" dirty="0"/>
              <a:t>Obnovenie stavu nového procesu:</a:t>
            </a:r>
          </a:p>
          <a:p>
            <a:pPr marL="285750" indent="-285750">
              <a:buFont typeface="Arial" panose="020B0604020202020204" pitchFamily="34" charset="0"/>
              <a:buChar char="•"/>
            </a:pPr>
            <a:r>
              <a:rPr lang="sk-SK" sz="2400" dirty="0"/>
              <a:t>Prechod na nový proces</a:t>
            </a:r>
          </a:p>
        </p:txBody>
      </p:sp>
    </p:spTree>
    <p:extLst>
      <p:ext uri="{BB962C8B-B14F-4D97-AF65-F5344CB8AC3E}">
        <p14:creationId xmlns:p14="http://schemas.microsoft.com/office/powerpoint/2010/main" val="4088828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normAutofit/>
          </a:bodyPr>
          <a:lstStyle/>
          <a:p>
            <a:r>
              <a:rPr lang="sk-SK" b="1" dirty="0"/>
              <a:t>Nepodmienený zákaz prepínania kontextu</a:t>
            </a:r>
          </a:p>
        </p:txBody>
      </p:sp>
      <p:pic>
        <p:nvPicPr>
          <p:cNvPr id="8" name="Picture 5" descr="5_25"/>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6539790" y="987425"/>
            <a:ext cx="3458996" cy="4873625"/>
          </a:xfrm>
        </p:spPr>
      </p:pic>
      <p:sp>
        <p:nvSpPr>
          <p:cNvPr id="3" name="Text Placeholder 2"/>
          <p:cNvSpPr>
            <a:spLocks noGrp="1"/>
          </p:cNvSpPr>
          <p:nvPr>
            <p:ph type="body" sz="half" idx="2"/>
          </p:nvPr>
        </p:nvSpPr>
        <p:spPr>
          <a:xfrm>
            <a:off x="838200" y="2549244"/>
            <a:ext cx="5082041" cy="3811588"/>
          </a:xfrm>
        </p:spPr>
        <p:txBody>
          <a:bodyPr/>
          <a:lstStyle/>
          <a:p>
            <a:r>
              <a:rPr lang="sk-SK" sz="2000" dirty="0"/>
              <a:t>Najjednoduchšia alternatíva - využitie zákazu prerušenia (obr.)</a:t>
            </a:r>
          </a:p>
          <a:p>
            <a:r>
              <a:rPr lang="sk-SK" sz="2000" dirty="0"/>
              <a:t>- ZP zákaz prerušenia, </a:t>
            </a:r>
          </a:p>
          <a:p>
            <a:r>
              <a:rPr lang="sk-SK" sz="2000" dirty="0"/>
              <a:t>- PP povolenie prerušenia, </a:t>
            </a:r>
          </a:p>
          <a:p>
            <a:r>
              <a:rPr lang="sk-SK" sz="2000" dirty="0"/>
              <a:t>- KSP kritická sekcia procesu, hrubá čiara - v operácii nesmie dôjsť k prepnutiu kontextu)</a:t>
            </a:r>
          </a:p>
        </p:txBody>
      </p:sp>
      <p:sp>
        <p:nvSpPr>
          <p:cNvPr id="17411" name="Zástupný symbol čísla snímky 4"/>
          <p:cNvSpPr>
            <a:spLocks noGrp="1"/>
          </p:cNvSpPr>
          <p:nvPr>
            <p:ph type="sldNum" sz="quarter" idx="12"/>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4854816-2BD4-42CC-A840-E704AE7A1141}" type="slidenum">
              <a:rPr lang="sk-SK" sz="1600"/>
              <a:pPr/>
              <a:t>13</a:t>
            </a:fld>
            <a:endParaRPr lang="sk-SK" dirty="0"/>
          </a:p>
        </p:txBody>
      </p:sp>
      <p:sp>
        <p:nvSpPr>
          <p:cNvPr id="6" name="Rectangle 2">
            <a:extLst>
              <a:ext uri="{FF2B5EF4-FFF2-40B4-BE49-F238E27FC236}">
                <a16:creationId xmlns:a16="http://schemas.microsoft.com/office/drawing/2014/main" id="{06B11F2C-8D6F-4923-8B41-91537A2EEEBE}"/>
              </a:ext>
            </a:extLst>
          </p:cNvPr>
          <p:cNvSpPr txBox="1">
            <a:spLocks noChangeArrowheads="1"/>
          </p:cNvSpPr>
          <p:nvPr/>
        </p:nvSpPr>
        <p:spPr>
          <a:xfrm>
            <a:off x="9847019" y="996826"/>
            <a:ext cx="2079258" cy="505435"/>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sk-SK"/>
              <a:t>Procesy P,Q</a:t>
            </a:r>
          </a:p>
        </p:txBody>
      </p:sp>
      <p:sp>
        <p:nvSpPr>
          <p:cNvPr id="7" name="Rectangle 2">
            <a:extLst>
              <a:ext uri="{FF2B5EF4-FFF2-40B4-BE49-F238E27FC236}">
                <a16:creationId xmlns:a16="http://schemas.microsoft.com/office/drawing/2014/main" id="{13C2EFCA-5065-49EF-9C9F-A5E0A7671BA9}"/>
              </a:ext>
            </a:extLst>
          </p:cNvPr>
          <p:cNvSpPr txBox="1">
            <a:spLocks noChangeArrowheads="1"/>
          </p:cNvSpPr>
          <p:nvPr/>
        </p:nvSpPr>
        <p:spPr>
          <a:xfrm>
            <a:off x="9847019" y="4126522"/>
            <a:ext cx="2209220" cy="505435"/>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sk-SK"/>
              <a:t>Procesy P,Q,R</a:t>
            </a:r>
          </a:p>
        </p:txBody>
      </p:sp>
    </p:spTree>
    <p:extLst>
      <p:ext uri="{BB962C8B-B14F-4D97-AF65-F5344CB8AC3E}">
        <p14:creationId xmlns:p14="http://schemas.microsoft.com/office/powerpoint/2010/main" val="2068648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k-SK" b="1" dirty="0"/>
              <a:t>Alternatíva zvyšovania a znižovania priority procesu</a:t>
            </a:r>
            <a:br>
              <a:rPr lang="sk-SK" dirty="0"/>
            </a:br>
            <a:endParaRPr lang="sk-SK" dirty="0"/>
          </a:p>
        </p:txBody>
      </p:sp>
      <p:pic>
        <p:nvPicPr>
          <p:cNvPr id="8" name="Picture 4" descr="5_26"/>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6481699" y="987425"/>
            <a:ext cx="3575177" cy="4873625"/>
          </a:xfrm>
        </p:spPr>
      </p:pic>
      <p:sp>
        <p:nvSpPr>
          <p:cNvPr id="4" name="Text Placeholder 3"/>
          <p:cNvSpPr>
            <a:spLocks noGrp="1"/>
          </p:cNvSpPr>
          <p:nvPr>
            <p:ph type="body" sz="half" idx="2"/>
          </p:nvPr>
        </p:nvSpPr>
        <p:spPr>
          <a:xfrm>
            <a:off x="839788" y="2057400"/>
            <a:ext cx="4646612" cy="3811588"/>
          </a:xfrm>
        </p:spPr>
        <p:txBody>
          <a:bodyPr>
            <a:normAutofit/>
          </a:bodyPr>
          <a:lstStyle/>
          <a:p>
            <a:endParaRPr lang="sk-SK" sz="1800" dirty="0"/>
          </a:p>
          <a:p>
            <a:r>
              <a:rPr lang="sk-SK" sz="2400" dirty="0"/>
              <a:t>Priorita určuje poradie prepínania kontextu na procesy. Príklad viď obr. ( ZV-zvýš prioritu, SN-zníž prioritu )</a:t>
            </a:r>
          </a:p>
          <a:p>
            <a:r>
              <a:rPr lang="sk-SK" sz="2400" dirty="0"/>
              <a:t>VÝHODA: </a:t>
            </a:r>
            <a:r>
              <a:rPr lang="sk-SK" sz="2400" u="sng" dirty="0"/>
              <a:t>ak beží viac procesov ako 2</a:t>
            </a:r>
            <a:r>
              <a:rPr lang="sk-SK" sz="2400" dirty="0"/>
              <a:t>, pri  KSP môžu bežať všetky ďalšie procesy, ktoré majú zvýšenú prioritu</a:t>
            </a:r>
          </a:p>
          <a:p>
            <a:r>
              <a:rPr lang="sk-SK" sz="2400" dirty="0"/>
              <a:t>NEVÝHODA: pri oboch postupoch vznik nedostupných oblastí</a:t>
            </a:r>
          </a:p>
          <a:p>
            <a:endParaRPr lang="sk-SK" sz="1800" dirty="0"/>
          </a:p>
        </p:txBody>
      </p:sp>
      <p:sp>
        <p:nvSpPr>
          <p:cNvPr id="18435" name="Zástupný symbol čísla snímky 3"/>
          <p:cNvSpPr>
            <a:spLocks noGrp="1"/>
          </p:cNvSpPr>
          <p:nvPr>
            <p:ph type="sldNum" sz="quarter" idx="12"/>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AB31E75-C70F-41C2-A4CB-871FE60B9242}" type="slidenum">
              <a:rPr lang="sk-SK" sz="1600" smtClean="0"/>
              <a:pPr/>
              <a:t>14</a:t>
            </a:fld>
            <a:endParaRPr lang="sk-SK" dirty="0"/>
          </a:p>
        </p:txBody>
      </p:sp>
      <p:sp>
        <p:nvSpPr>
          <p:cNvPr id="6" name="Rectangle 2">
            <a:extLst>
              <a:ext uri="{FF2B5EF4-FFF2-40B4-BE49-F238E27FC236}">
                <a16:creationId xmlns:a16="http://schemas.microsoft.com/office/drawing/2014/main" id="{0701ACD6-8509-48CE-9074-086267A6E066}"/>
              </a:ext>
            </a:extLst>
          </p:cNvPr>
          <p:cNvSpPr txBox="1">
            <a:spLocks noChangeArrowheads="1"/>
          </p:cNvSpPr>
          <p:nvPr/>
        </p:nvSpPr>
        <p:spPr>
          <a:xfrm>
            <a:off x="9847019" y="989011"/>
            <a:ext cx="2079258" cy="505435"/>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sk-SK"/>
              <a:t>Procesy P,Q</a:t>
            </a:r>
          </a:p>
        </p:txBody>
      </p:sp>
      <p:sp>
        <p:nvSpPr>
          <p:cNvPr id="7" name="Rectangle 2">
            <a:extLst>
              <a:ext uri="{FF2B5EF4-FFF2-40B4-BE49-F238E27FC236}">
                <a16:creationId xmlns:a16="http://schemas.microsoft.com/office/drawing/2014/main" id="{D87C3747-0163-441C-BA33-EBA55730A936}"/>
              </a:ext>
            </a:extLst>
          </p:cNvPr>
          <p:cNvSpPr txBox="1">
            <a:spLocks noChangeArrowheads="1"/>
          </p:cNvSpPr>
          <p:nvPr/>
        </p:nvSpPr>
        <p:spPr>
          <a:xfrm>
            <a:off x="9847019" y="4118707"/>
            <a:ext cx="2209220" cy="505435"/>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sk-SK"/>
              <a:t>Procesy P,Q,R</a:t>
            </a:r>
          </a:p>
        </p:txBody>
      </p:sp>
    </p:spTree>
    <p:extLst>
      <p:ext uri="{BB962C8B-B14F-4D97-AF65-F5344CB8AC3E}">
        <p14:creationId xmlns:p14="http://schemas.microsoft.com/office/powerpoint/2010/main" val="2176794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normAutofit/>
          </a:bodyPr>
          <a:lstStyle/>
          <a:p>
            <a:r>
              <a:rPr lang="sk-SK" dirty="0"/>
              <a:t>Podmienený zákaz prepínania kontextu</a:t>
            </a:r>
          </a:p>
        </p:txBody>
      </p:sp>
      <p:sp>
        <p:nvSpPr>
          <p:cNvPr id="2" name="Zástupný objekt pre obsah 1">
            <a:extLst>
              <a:ext uri="{FF2B5EF4-FFF2-40B4-BE49-F238E27FC236}">
                <a16:creationId xmlns:a16="http://schemas.microsoft.com/office/drawing/2014/main" id="{467B86C0-C1D9-B740-8D71-51D279594C4F}"/>
              </a:ext>
            </a:extLst>
          </p:cNvPr>
          <p:cNvSpPr>
            <a:spLocks noGrp="1"/>
          </p:cNvSpPr>
          <p:nvPr>
            <p:ph idx="1"/>
          </p:nvPr>
        </p:nvSpPr>
        <p:spPr/>
        <p:txBody>
          <a:bodyPr>
            <a:normAutofit fontScale="85000" lnSpcReduction="20000"/>
          </a:bodyPr>
          <a:lstStyle/>
          <a:p>
            <a:pPr marL="0" indent="0">
              <a:buNone/>
            </a:pPr>
            <a:r>
              <a:rPr lang="sk-SK" dirty="0"/>
              <a:t>Hl. myšlienka - pozastaviť </a:t>
            </a:r>
            <a:r>
              <a:rPr lang="sk-SK" dirty="0" err="1"/>
              <a:t>virt</a:t>
            </a:r>
            <a:r>
              <a:rPr lang="sk-SK" dirty="0"/>
              <a:t>. procesor, iba keď priamo hrozí vstup do zakázanej oblasti</a:t>
            </a:r>
          </a:p>
          <a:p>
            <a:r>
              <a:rPr lang="sk-SK" dirty="0"/>
              <a:t>Príklad použitia SIGNÁLOV ako </a:t>
            </a:r>
            <a:r>
              <a:rPr lang="sk-SK" dirty="0" err="1"/>
              <a:t>synchr</a:t>
            </a:r>
            <a:r>
              <a:rPr lang="sk-SK" dirty="0"/>
              <a:t>. nástroja (obrázok na ďalšom slide)</a:t>
            </a:r>
          </a:p>
          <a:p>
            <a:r>
              <a:rPr lang="sk-SK" dirty="0"/>
              <a:t> Zákl. synchronizácie ja spoločná premenná S typu SIGNÁL:</a:t>
            </a:r>
          </a:p>
          <a:p>
            <a:endParaRPr lang="sk-SK" dirty="0"/>
          </a:p>
          <a:p>
            <a:pPr marL="0" indent="0">
              <a:buNone/>
            </a:pPr>
            <a:r>
              <a:rPr lang="sk-SK" dirty="0"/>
              <a:t>type MIESTO </a:t>
            </a:r>
            <a:r>
              <a:rPr lang="sk-SK" dirty="0" err="1"/>
              <a:t>is</a:t>
            </a:r>
            <a:r>
              <a:rPr lang="sk-SK" dirty="0"/>
              <a:t> (BODKA_JE ; BODKA_NIEJE);</a:t>
            </a:r>
          </a:p>
          <a:p>
            <a:pPr marL="0" indent="0">
              <a:buNone/>
            </a:pPr>
            <a:r>
              <a:rPr lang="sk-SK" dirty="0"/>
              <a:t>type SIGNAL </a:t>
            </a:r>
            <a:r>
              <a:rPr lang="sk-SK" dirty="0" err="1"/>
              <a:t>is</a:t>
            </a:r>
            <a:r>
              <a:rPr lang="sk-SK" dirty="0"/>
              <a:t> </a:t>
            </a:r>
            <a:r>
              <a:rPr lang="sk-SK" dirty="0" err="1"/>
              <a:t>record</a:t>
            </a:r>
            <a:r>
              <a:rPr lang="sk-SK" dirty="0"/>
              <a:t> SIG : MIESTO:=BODKA_JE;</a:t>
            </a:r>
          </a:p>
          <a:p>
            <a:pPr marL="0" indent="0">
              <a:buNone/>
            </a:pPr>
            <a:r>
              <a:rPr lang="sk-SK" dirty="0"/>
              <a:t>                                          F : FRONTA_PROCESOV;</a:t>
            </a:r>
          </a:p>
          <a:p>
            <a:pPr marL="0" indent="0">
              <a:buNone/>
            </a:pPr>
            <a:r>
              <a:rPr lang="sk-SK" dirty="0"/>
              <a:t>                       end </a:t>
            </a:r>
            <a:r>
              <a:rPr lang="sk-SK" dirty="0" err="1"/>
              <a:t>record</a:t>
            </a:r>
            <a:r>
              <a:rPr lang="sk-SK" dirty="0"/>
              <a:t>;</a:t>
            </a:r>
          </a:p>
          <a:p>
            <a:endParaRPr lang="sk-SK" dirty="0"/>
          </a:p>
          <a:p>
            <a:r>
              <a:rPr lang="sk-SK" dirty="0"/>
              <a:t>Nad premennou typu SIGNAL môžeme vykonávať iba operácie WAIT_SIGNAL a SEND_SIGNAL</a:t>
            </a:r>
          </a:p>
          <a:p>
            <a:endParaRPr lang="sk-SK" dirty="0"/>
          </a:p>
        </p:txBody>
      </p:sp>
      <p:sp>
        <p:nvSpPr>
          <p:cNvPr id="19459" name="Zástupný symbol čísla snímky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03CEF57-741E-4A90-9656-014E35E099F1}" type="slidenum">
              <a:rPr lang="sk-SK" sz="1400"/>
              <a:pPr/>
              <a:t>15</a:t>
            </a:fld>
            <a:endParaRPr lang="sk-SK" sz="1400"/>
          </a:p>
        </p:txBody>
      </p:sp>
    </p:spTree>
    <p:extLst>
      <p:ext uri="{BB962C8B-B14F-4D97-AF65-F5344CB8AC3E}">
        <p14:creationId xmlns:p14="http://schemas.microsoft.com/office/powerpoint/2010/main" val="1152080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F0672DC-DD49-4B03-9218-2881201AAED4}" type="slidenum">
              <a:rPr lang="sk-SK" sz="1400"/>
              <a:pPr/>
              <a:t>16</a:t>
            </a:fld>
            <a:endParaRPr lang="sk-SK" sz="1400"/>
          </a:p>
        </p:txBody>
      </p:sp>
      <p:sp>
        <p:nvSpPr>
          <p:cNvPr id="20484" name="Text Box 3"/>
          <p:cNvSpPr txBox="1">
            <a:spLocks noChangeArrowheads="1"/>
          </p:cNvSpPr>
          <p:nvPr/>
        </p:nvSpPr>
        <p:spPr bwMode="auto">
          <a:xfrm>
            <a:off x="2498725" y="3394075"/>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sk-SK"/>
              <a:t>Riešenie úlohy pomocou Petriho siete</a:t>
            </a:r>
          </a:p>
        </p:txBody>
      </p:sp>
      <p:pic>
        <p:nvPicPr>
          <p:cNvPr id="20485" name="Picture 5" descr="5_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0"/>
            <a:ext cx="4476750" cy="338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8" descr="5_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776664"/>
            <a:ext cx="640080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1840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Zástupný symbol čísla snímky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4C2414E-18E1-4482-87E1-13CBB7952C64}" type="slidenum">
              <a:rPr lang="sk-SK" sz="1400"/>
              <a:pPr/>
              <a:t>17</a:t>
            </a:fld>
            <a:endParaRPr lang="sk-SK" sz="1400"/>
          </a:p>
        </p:txBody>
      </p:sp>
      <p:sp>
        <p:nvSpPr>
          <p:cNvPr id="21508" name="Rectangle 2"/>
          <p:cNvSpPr>
            <a:spLocks noGrp="1" noChangeArrowheads="1"/>
          </p:cNvSpPr>
          <p:nvPr>
            <p:ph type="title"/>
          </p:nvPr>
        </p:nvSpPr>
        <p:spPr>
          <a:xfrm>
            <a:off x="2209800" y="381000"/>
            <a:ext cx="7772400" cy="990600"/>
          </a:xfrm>
        </p:spPr>
        <p:txBody>
          <a:bodyPr/>
          <a:lstStyle/>
          <a:p>
            <a:r>
              <a:rPr lang="sk-SK"/>
              <a:t>Aktívne čakanie</a:t>
            </a:r>
          </a:p>
        </p:txBody>
      </p:sp>
      <p:sp>
        <p:nvSpPr>
          <p:cNvPr id="21509" name="Text Box 3"/>
          <p:cNvSpPr txBox="1">
            <a:spLocks noChangeArrowheads="1"/>
          </p:cNvSpPr>
          <p:nvPr/>
        </p:nvSpPr>
        <p:spPr bwMode="auto">
          <a:xfrm>
            <a:off x="1220814" y="1205697"/>
            <a:ext cx="1013298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sk-SK" sz="2800" dirty="0"/>
              <a:t>- odsun zakázaných oblastí dynamickým vkladaním pomocných  (obvykle prázdnych) akcií.</a:t>
            </a:r>
          </a:p>
        </p:txBody>
      </p:sp>
      <p:pic>
        <p:nvPicPr>
          <p:cNvPr id="21510" name="Picture 5" descr="5_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2389188"/>
            <a:ext cx="7056438"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281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normAutofit/>
          </a:bodyPr>
          <a:lstStyle/>
          <a:p>
            <a:r>
              <a:rPr lang="sk-SK" dirty="0"/>
              <a:t>DEKKEROV ALGORITMUS</a:t>
            </a:r>
          </a:p>
        </p:txBody>
      </p:sp>
      <p:sp>
        <p:nvSpPr>
          <p:cNvPr id="2" name="Zástupný objekt pre obsah 1">
            <a:extLst>
              <a:ext uri="{FF2B5EF4-FFF2-40B4-BE49-F238E27FC236}">
                <a16:creationId xmlns:a16="http://schemas.microsoft.com/office/drawing/2014/main" id="{22124CC1-E539-9D43-BE9F-145005443BEF}"/>
              </a:ext>
            </a:extLst>
          </p:cNvPr>
          <p:cNvSpPr>
            <a:spLocks noGrp="1"/>
          </p:cNvSpPr>
          <p:nvPr>
            <p:ph idx="1"/>
          </p:nvPr>
        </p:nvSpPr>
        <p:spPr>
          <a:xfrm>
            <a:off x="838200" y="1508289"/>
            <a:ext cx="10515600" cy="4668674"/>
          </a:xfrm>
        </p:spPr>
        <p:txBody>
          <a:bodyPr>
            <a:normAutofit fontScale="92500" lnSpcReduction="20000"/>
          </a:bodyPr>
          <a:lstStyle/>
          <a:p>
            <a:r>
              <a:rPr lang="sk-SK" dirty="0"/>
              <a:t>Rieši vzájomné vylúčenie pre 2 procesy bez podpory hardvéru.</a:t>
            </a:r>
          </a:p>
          <a:p>
            <a:r>
              <a:rPr lang="sk-SK" dirty="0"/>
              <a:t>Používa aktívne čakanie (</a:t>
            </a:r>
            <a:r>
              <a:rPr lang="sk-SK" dirty="0" err="1"/>
              <a:t>busy</a:t>
            </a:r>
            <a:r>
              <a:rPr lang="sk-SK" dirty="0"/>
              <a:t> </a:t>
            </a:r>
            <a:r>
              <a:rPr lang="sk-SK" dirty="0" err="1"/>
              <a:t>waiting</a:t>
            </a:r>
            <a:r>
              <a:rPr lang="sk-SK" dirty="0"/>
              <a:t>).</a:t>
            </a:r>
          </a:p>
          <a:p>
            <a:r>
              <a:rPr lang="sk-SK" dirty="0"/>
              <a:t>Každý proces používa premennú </a:t>
            </a:r>
            <a:r>
              <a:rPr lang="sk-SK" dirty="0" err="1"/>
              <a:t>flag</a:t>
            </a:r>
            <a:r>
              <a:rPr lang="sk-SK" dirty="0"/>
              <a:t>[i], ktorou oznamuje, že chce vstúpiť do kritickej sekcie.</a:t>
            </a:r>
          </a:p>
          <a:p>
            <a:r>
              <a:rPr lang="sk-SK" dirty="0"/>
              <a:t>Keď chcú vstúpiť obaja, rozhoduje premenná </a:t>
            </a:r>
            <a:r>
              <a:rPr lang="sk-SK" dirty="0" err="1"/>
              <a:t>turn</a:t>
            </a:r>
            <a:r>
              <a:rPr lang="sk-SK" dirty="0"/>
              <a:t>, ktorá určuje, kto má prednosť.</a:t>
            </a:r>
          </a:p>
          <a:p>
            <a:r>
              <a:rPr lang="sk-SK" dirty="0"/>
              <a:t>Proces, ktorý nemá prednosť, dočasne zruší svoj záujem (</a:t>
            </a:r>
            <a:r>
              <a:rPr lang="sk-SK" dirty="0" err="1"/>
              <a:t>flag</a:t>
            </a:r>
            <a:r>
              <a:rPr lang="sk-SK" dirty="0"/>
              <a:t>[i] = </a:t>
            </a:r>
            <a:r>
              <a:rPr lang="sk-SK" dirty="0" err="1"/>
              <a:t>false</a:t>
            </a:r>
            <a:r>
              <a:rPr lang="sk-SK" dirty="0"/>
              <a:t>), čaká, kým sa prednosť nezmení, a potom sa opäť pokúsi vstúpiť.</a:t>
            </a:r>
          </a:p>
          <a:p>
            <a:pPr marL="0" indent="0">
              <a:buNone/>
            </a:pPr>
            <a:r>
              <a:rPr lang="sk-SK" dirty="0"/>
              <a:t>Zaručuje:</a:t>
            </a:r>
          </a:p>
          <a:p>
            <a:r>
              <a:rPr lang="sk-SK" dirty="0"/>
              <a:t>vzájomné vylúčenie,</a:t>
            </a:r>
          </a:p>
          <a:p>
            <a:r>
              <a:rPr lang="sk-SK" dirty="0"/>
              <a:t>absenciu hladovania,</a:t>
            </a:r>
          </a:p>
          <a:p>
            <a:r>
              <a:rPr lang="sk-SK" dirty="0"/>
              <a:t>spravodlivé striedanie. </a:t>
            </a:r>
          </a:p>
        </p:txBody>
      </p:sp>
      <p:sp>
        <p:nvSpPr>
          <p:cNvPr id="23555" name="Zástupný symbol čísla snímky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7DCF109-084B-4D0A-9864-DD467264AEAC}" type="slidenum">
              <a:rPr lang="sk-SK" sz="1400"/>
              <a:pPr/>
              <a:t>18</a:t>
            </a:fld>
            <a:endParaRPr lang="sk-SK" sz="1400"/>
          </a:p>
        </p:txBody>
      </p:sp>
    </p:spTree>
    <p:extLst>
      <p:ext uri="{BB962C8B-B14F-4D97-AF65-F5344CB8AC3E}">
        <p14:creationId xmlns:p14="http://schemas.microsoft.com/office/powerpoint/2010/main" val="3256878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36E0977-EDE2-41FB-A6F2-6579684407FA}" type="slidenum">
              <a:rPr lang="sk-SK" sz="1400"/>
              <a:pPr/>
              <a:t>19</a:t>
            </a:fld>
            <a:endParaRPr lang="sk-SK" sz="1400"/>
          </a:p>
        </p:txBody>
      </p:sp>
      <p:sp>
        <p:nvSpPr>
          <p:cNvPr id="24580" name="Text Box 2"/>
          <p:cNvSpPr txBox="1">
            <a:spLocks noChangeArrowheads="1"/>
          </p:cNvSpPr>
          <p:nvPr/>
        </p:nvSpPr>
        <p:spPr bwMode="auto">
          <a:xfrm>
            <a:off x="4753324" y="561763"/>
            <a:ext cx="2685351"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sk-SK" sz="2000" b="1" dirty="0"/>
              <a:t>Proces 0:</a:t>
            </a:r>
          </a:p>
          <a:p>
            <a:r>
              <a:rPr lang="sk-SK" sz="2000" dirty="0" err="1"/>
              <a:t>flag</a:t>
            </a:r>
            <a:r>
              <a:rPr lang="sk-SK" sz="2000" dirty="0"/>
              <a:t>[0] = </a:t>
            </a:r>
            <a:r>
              <a:rPr lang="sk-SK" sz="2000" dirty="0" err="1"/>
              <a:t>true</a:t>
            </a:r>
            <a:endParaRPr lang="sk-SK" sz="2000" dirty="0"/>
          </a:p>
          <a:p>
            <a:endParaRPr lang="sk-SK" sz="2000" dirty="0"/>
          </a:p>
          <a:p>
            <a:r>
              <a:rPr lang="sk-SK" sz="2000" dirty="0" err="1"/>
              <a:t>while</a:t>
            </a:r>
            <a:r>
              <a:rPr lang="sk-SK" sz="2000" dirty="0"/>
              <a:t> (</a:t>
            </a:r>
            <a:r>
              <a:rPr lang="sk-SK" sz="2000" dirty="0" err="1"/>
              <a:t>flag</a:t>
            </a:r>
            <a:r>
              <a:rPr lang="sk-SK" sz="2000" dirty="0"/>
              <a:t>[1] == </a:t>
            </a:r>
            <a:r>
              <a:rPr lang="sk-SK" sz="2000" dirty="0" err="1"/>
              <a:t>true</a:t>
            </a:r>
            <a:r>
              <a:rPr lang="sk-SK" sz="2000" dirty="0"/>
              <a:t>) {</a:t>
            </a:r>
          </a:p>
          <a:p>
            <a:r>
              <a:rPr lang="sk-SK" sz="2000" dirty="0"/>
              <a:t>    </a:t>
            </a:r>
            <a:r>
              <a:rPr lang="sk-SK" sz="2000" dirty="0" err="1"/>
              <a:t>if</a:t>
            </a:r>
            <a:r>
              <a:rPr lang="sk-SK" sz="2000" dirty="0"/>
              <a:t> (</a:t>
            </a:r>
            <a:r>
              <a:rPr lang="sk-SK" sz="2000" dirty="0" err="1"/>
              <a:t>turn</a:t>
            </a:r>
            <a:r>
              <a:rPr lang="sk-SK" sz="2000" dirty="0"/>
              <a:t> == 1) {</a:t>
            </a:r>
          </a:p>
          <a:p>
            <a:r>
              <a:rPr lang="sk-SK" sz="2000" dirty="0"/>
              <a:t>        </a:t>
            </a:r>
            <a:r>
              <a:rPr lang="sk-SK" sz="2000" dirty="0" err="1"/>
              <a:t>flag</a:t>
            </a:r>
            <a:r>
              <a:rPr lang="sk-SK" sz="2000" dirty="0"/>
              <a:t>[0] = </a:t>
            </a:r>
            <a:r>
              <a:rPr lang="sk-SK" sz="2000" dirty="0" err="1"/>
              <a:t>false</a:t>
            </a:r>
            <a:endParaRPr lang="sk-SK" sz="2000" dirty="0"/>
          </a:p>
          <a:p>
            <a:r>
              <a:rPr lang="sk-SK" sz="2000" dirty="0"/>
              <a:t>        </a:t>
            </a:r>
            <a:r>
              <a:rPr lang="sk-SK" sz="2000" dirty="0" err="1"/>
              <a:t>while</a:t>
            </a:r>
            <a:r>
              <a:rPr lang="sk-SK" sz="2000" dirty="0"/>
              <a:t> (</a:t>
            </a:r>
            <a:r>
              <a:rPr lang="sk-SK" sz="2000" dirty="0" err="1"/>
              <a:t>turn</a:t>
            </a:r>
            <a:r>
              <a:rPr lang="sk-SK" sz="2000" dirty="0"/>
              <a:t> == 1) {</a:t>
            </a:r>
          </a:p>
          <a:p>
            <a:r>
              <a:rPr lang="sk-SK" sz="2000" dirty="0"/>
              <a:t>            ; čakaj</a:t>
            </a:r>
          </a:p>
          <a:p>
            <a:r>
              <a:rPr lang="sk-SK" sz="2000" dirty="0"/>
              <a:t>        }</a:t>
            </a:r>
          </a:p>
          <a:p>
            <a:r>
              <a:rPr lang="sk-SK" sz="2000" dirty="0"/>
              <a:t>        </a:t>
            </a:r>
            <a:r>
              <a:rPr lang="sk-SK" sz="2000" dirty="0" err="1"/>
              <a:t>flag</a:t>
            </a:r>
            <a:r>
              <a:rPr lang="sk-SK" sz="2000" dirty="0"/>
              <a:t>[0] = </a:t>
            </a:r>
            <a:r>
              <a:rPr lang="sk-SK" sz="2000" dirty="0" err="1"/>
              <a:t>true</a:t>
            </a:r>
            <a:endParaRPr lang="sk-SK" sz="2000" dirty="0"/>
          </a:p>
          <a:p>
            <a:r>
              <a:rPr lang="sk-SK" sz="2000" dirty="0"/>
              <a:t>    }</a:t>
            </a:r>
          </a:p>
          <a:p>
            <a:r>
              <a:rPr lang="sk-SK" sz="2000" dirty="0"/>
              <a:t>}</a:t>
            </a:r>
          </a:p>
          <a:p>
            <a:endParaRPr lang="sk-SK" sz="2000" dirty="0"/>
          </a:p>
          <a:p>
            <a:r>
              <a:rPr lang="sk-SK" sz="2000" dirty="0"/>
              <a:t>; --- kritická sekcia ---</a:t>
            </a:r>
          </a:p>
          <a:p>
            <a:endParaRPr lang="sk-SK" sz="2000" dirty="0"/>
          </a:p>
          <a:p>
            <a:r>
              <a:rPr lang="sk-SK" sz="2000" dirty="0" err="1"/>
              <a:t>turn</a:t>
            </a:r>
            <a:r>
              <a:rPr lang="sk-SK" sz="2000" dirty="0"/>
              <a:t> = 1</a:t>
            </a:r>
          </a:p>
          <a:p>
            <a:r>
              <a:rPr lang="sk-SK" sz="2000" dirty="0" err="1"/>
              <a:t>flag</a:t>
            </a:r>
            <a:r>
              <a:rPr lang="sk-SK" sz="2000" dirty="0"/>
              <a:t>[0] = </a:t>
            </a:r>
            <a:r>
              <a:rPr lang="sk-SK" sz="2000" dirty="0" err="1"/>
              <a:t>false</a:t>
            </a:r>
            <a:endParaRPr lang="sk-SK" sz="2000" dirty="0"/>
          </a:p>
          <a:p>
            <a:endParaRPr lang="sk-SK" sz="2000" dirty="0"/>
          </a:p>
        </p:txBody>
      </p:sp>
      <p:sp>
        <p:nvSpPr>
          <p:cNvPr id="4" name="Text Box 2">
            <a:extLst>
              <a:ext uri="{FF2B5EF4-FFF2-40B4-BE49-F238E27FC236}">
                <a16:creationId xmlns:a16="http://schemas.microsoft.com/office/drawing/2014/main" id="{2E04A82A-6BA7-1244-8440-256F60A16143}"/>
              </a:ext>
            </a:extLst>
          </p:cNvPr>
          <p:cNvSpPr txBox="1">
            <a:spLocks noChangeArrowheads="1"/>
          </p:cNvSpPr>
          <p:nvPr/>
        </p:nvSpPr>
        <p:spPr bwMode="auto">
          <a:xfrm>
            <a:off x="8185272" y="500208"/>
            <a:ext cx="2685351"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sk-SK" sz="2000" b="1" dirty="0"/>
              <a:t>Proces 1:</a:t>
            </a:r>
          </a:p>
          <a:p>
            <a:r>
              <a:rPr lang="sk-SK" sz="2000" dirty="0"/>
              <a:t>   </a:t>
            </a:r>
            <a:r>
              <a:rPr lang="sk-SK" sz="2000" dirty="0" err="1"/>
              <a:t>flag</a:t>
            </a:r>
            <a:r>
              <a:rPr lang="sk-SK" sz="2000" dirty="0"/>
              <a:t>[1] = </a:t>
            </a:r>
            <a:r>
              <a:rPr lang="sk-SK" sz="2000" dirty="0" err="1"/>
              <a:t>true</a:t>
            </a:r>
            <a:endParaRPr lang="sk-SK" sz="2000" dirty="0"/>
          </a:p>
          <a:p>
            <a:endParaRPr lang="sk-SK" sz="2000" dirty="0"/>
          </a:p>
          <a:p>
            <a:r>
              <a:rPr lang="sk-SK" sz="2000" dirty="0" err="1"/>
              <a:t>while</a:t>
            </a:r>
            <a:r>
              <a:rPr lang="sk-SK" sz="2000" dirty="0"/>
              <a:t> (</a:t>
            </a:r>
            <a:r>
              <a:rPr lang="sk-SK" sz="2000" dirty="0" err="1"/>
              <a:t>flag</a:t>
            </a:r>
            <a:r>
              <a:rPr lang="sk-SK" sz="2000" dirty="0"/>
              <a:t>[0] == </a:t>
            </a:r>
            <a:r>
              <a:rPr lang="sk-SK" sz="2000" dirty="0" err="1"/>
              <a:t>true</a:t>
            </a:r>
            <a:r>
              <a:rPr lang="sk-SK" sz="2000" dirty="0"/>
              <a:t>) {</a:t>
            </a:r>
          </a:p>
          <a:p>
            <a:r>
              <a:rPr lang="sk-SK" sz="2000" dirty="0"/>
              <a:t>    </a:t>
            </a:r>
            <a:r>
              <a:rPr lang="sk-SK" sz="2000" dirty="0" err="1"/>
              <a:t>if</a:t>
            </a:r>
            <a:r>
              <a:rPr lang="sk-SK" sz="2000" dirty="0"/>
              <a:t> (</a:t>
            </a:r>
            <a:r>
              <a:rPr lang="sk-SK" sz="2000" dirty="0" err="1"/>
              <a:t>turn</a:t>
            </a:r>
            <a:r>
              <a:rPr lang="sk-SK" sz="2000" dirty="0"/>
              <a:t> == 0) {</a:t>
            </a:r>
          </a:p>
          <a:p>
            <a:r>
              <a:rPr lang="sk-SK" sz="2000" dirty="0"/>
              <a:t>        </a:t>
            </a:r>
            <a:r>
              <a:rPr lang="sk-SK" sz="2000" dirty="0" err="1"/>
              <a:t>flag</a:t>
            </a:r>
            <a:r>
              <a:rPr lang="sk-SK" sz="2000" dirty="0"/>
              <a:t>[1] = </a:t>
            </a:r>
            <a:r>
              <a:rPr lang="sk-SK" sz="2000" dirty="0" err="1"/>
              <a:t>false</a:t>
            </a:r>
            <a:endParaRPr lang="sk-SK" sz="2000" dirty="0"/>
          </a:p>
          <a:p>
            <a:r>
              <a:rPr lang="sk-SK" sz="2000" dirty="0"/>
              <a:t>        </a:t>
            </a:r>
            <a:r>
              <a:rPr lang="sk-SK" sz="2000" dirty="0" err="1"/>
              <a:t>while</a:t>
            </a:r>
            <a:r>
              <a:rPr lang="sk-SK" sz="2000" dirty="0"/>
              <a:t> (</a:t>
            </a:r>
            <a:r>
              <a:rPr lang="sk-SK" sz="2000" dirty="0" err="1"/>
              <a:t>turn</a:t>
            </a:r>
            <a:r>
              <a:rPr lang="sk-SK" sz="2000" dirty="0"/>
              <a:t> == 0) {</a:t>
            </a:r>
          </a:p>
          <a:p>
            <a:r>
              <a:rPr lang="sk-SK" sz="2000" dirty="0"/>
              <a:t>            ; čakaj</a:t>
            </a:r>
          </a:p>
          <a:p>
            <a:r>
              <a:rPr lang="sk-SK" sz="2000" dirty="0"/>
              <a:t>        }</a:t>
            </a:r>
          </a:p>
          <a:p>
            <a:r>
              <a:rPr lang="sk-SK" sz="2000" dirty="0"/>
              <a:t>        </a:t>
            </a:r>
            <a:r>
              <a:rPr lang="sk-SK" sz="2000" dirty="0" err="1"/>
              <a:t>flag</a:t>
            </a:r>
            <a:r>
              <a:rPr lang="sk-SK" sz="2000" dirty="0"/>
              <a:t>[1] = </a:t>
            </a:r>
            <a:r>
              <a:rPr lang="sk-SK" sz="2000" dirty="0" err="1"/>
              <a:t>true</a:t>
            </a:r>
            <a:endParaRPr lang="sk-SK" sz="2000" dirty="0"/>
          </a:p>
          <a:p>
            <a:r>
              <a:rPr lang="sk-SK" sz="2000" dirty="0"/>
              <a:t>    }</a:t>
            </a:r>
          </a:p>
          <a:p>
            <a:r>
              <a:rPr lang="sk-SK" sz="2000" dirty="0"/>
              <a:t>}</a:t>
            </a:r>
          </a:p>
          <a:p>
            <a:endParaRPr lang="sk-SK" sz="2000" dirty="0"/>
          </a:p>
          <a:p>
            <a:r>
              <a:rPr lang="sk-SK" sz="2000" dirty="0"/>
              <a:t>; --- kritická sekcia ---</a:t>
            </a:r>
          </a:p>
          <a:p>
            <a:endParaRPr lang="sk-SK" sz="2000" dirty="0"/>
          </a:p>
          <a:p>
            <a:r>
              <a:rPr lang="sk-SK" sz="2000" dirty="0" err="1"/>
              <a:t>turn</a:t>
            </a:r>
            <a:r>
              <a:rPr lang="sk-SK" sz="2000" dirty="0"/>
              <a:t> = 0</a:t>
            </a:r>
          </a:p>
          <a:p>
            <a:r>
              <a:rPr lang="sk-SK" sz="2000" dirty="0" err="1"/>
              <a:t>flag</a:t>
            </a:r>
            <a:r>
              <a:rPr lang="sk-SK" sz="2000" dirty="0"/>
              <a:t>[1] = </a:t>
            </a:r>
            <a:r>
              <a:rPr lang="sk-SK" sz="2000" dirty="0" err="1"/>
              <a:t>false</a:t>
            </a:r>
            <a:endParaRPr lang="sk-SK" sz="2000" dirty="0"/>
          </a:p>
          <a:p>
            <a:endParaRPr lang="sk-SK" dirty="0"/>
          </a:p>
        </p:txBody>
      </p:sp>
      <p:sp>
        <p:nvSpPr>
          <p:cNvPr id="2" name="BlokTextu 1">
            <a:extLst>
              <a:ext uri="{FF2B5EF4-FFF2-40B4-BE49-F238E27FC236}">
                <a16:creationId xmlns:a16="http://schemas.microsoft.com/office/drawing/2014/main" id="{22D9CFC9-7A34-A25D-84B6-792F17980B5F}"/>
              </a:ext>
            </a:extLst>
          </p:cNvPr>
          <p:cNvSpPr txBox="1"/>
          <p:nvPr/>
        </p:nvSpPr>
        <p:spPr>
          <a:xfrm>
            <a:off x="556181" y="561763"/>
            <a:ext cx="3684022" cy="2585323"/>
          </a:xfrm>
          <a:prstGeom prst="rect">
            <a:avLst/>
          </a:prstGeom>
          <a:noFill/>
        </p:spPr>
        <p:txBody>
          <a:bodyPr wrap="none" rtlCol="0">
            <a:spAutoFit/>
          </a:bodyPr>
          <a:lstStyle/>
          <a:p>
            <a:r>
              <a:rPr lang="sk-SK" dirty="0"/>
              <a:t>Použijeme iba tri zdieľané premenné:</a:t>
            </a:r>
          </a:p>
          <a:p>
            <a:r>
              <a:rPr lang="sk-SK" dirty="0" err="1"/>
              <a:t>flag</a:t>
            </a:r>
            <a:r>
              <a:rPr lang="sk-SK" dirty="0"/>
              <a:t>[0] – či P0 chce vstúpiť</a:t>
            </a:r>
          </a:p>
          <a:p>
            <a:r>
              <a:rPr lang="sk-SK" dirty="0" err="1"/>
              <a:t>flag</a:t>
            </a:r>
            <a:r>
              <a:rPr lang="sk-SK" dirty="0"/>
              <a:t>[1] – či P1 chce vstúpiť</a:t>
            </a:r>
          </a:p>
          <a:p>
            <a:r>
              <a:rPr lang="sk-SK" dirty="0" err="1"/>
              <a:t>turn</a:t>
            </a:r>
            <a:r>
              <a:rPr lang="sk-SK" dirty="0"/>
              <a:t> – komu patrí prednosť</a:t>
            </a:r>
          </a:p>
          <a:p>
            <a:endParaRPr lang="sk-SK" dirty="0"/>
          </a:p>
          <a:p>
            <a:r>
              <a:rPr lang="sk-SK" dirty="0"/>
              <a:t>Hodnoty:</a:t>
            </a:r>
          </a:p>
          <a:p>
            <a:r>
              <a:rPr lang="sk-SK" dirty="0" err="1"/>
              <a:t>true</a:t>
            </a:r>
            <a:r>
              <a:rPr lang="sk-SK" dirty="0"/>
              <a:t> = 1</a:t>
            </a:r>
          </a:p>
          <a:p>
            <a:r>
              <a:rPr lang="sk-SK" dirty="0" err="1"/>
              <a:t>false</a:t>
            </a:r>
            <a:r>
              <a:rPr lang="sk-SK" dirty="0"/>
              <a:t> = 0</a:t>
            </a:r>
          </a:p>
          <a:p>
            <a:endParaRPr lang="sk-SK" dirty="0"/>
          </a:p>
        </p:txBody>
      </p:sp>
    </p:spTree>
    <p:extLst>
      <p:ext uri="{BB962C8B-B14F-4D97-AF65-F5344CB8AC3E}">
        <p14:creationId xmlns:p14="http://schemas.microsoft.com/office/powerpoint/2010/main" val="887361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89F8CB0-B231-AE94-1A65-7BE6252F199D}"/>
              </a:ext>
            </a:extLst>
          </p:cNvPr>
          <p:cNvSpPr>
            <a:spLocks noGrp="1"/>
          </p:cNvSpPr>
          <p:nvPr>
            <p:ph type="title"/>
          </p:nvPr>
        </p:nvSpPr>
        <p:spPr>
          <a:xfrm>
            <a:off x="838200" y="136525"/>
            <a:ext cx="10515600" cy="1325563"/>
          </a:xfrm>
        </p:spPr>
        <p:txBody>
          <a:bodyPr/>
          <a:lstStyle/>
          <a:p>
            <a:r>
              <a:rPr lang="sk-SK" dirty="0" err="1"/>
              <a:t>Petersonov</a:t>
            </a:r>
            <a:r>
              <a:rPr lang="sk-SK" dirty="0"/>
              <a:t> algoritmus</a:t>
            </a:r>
          </a:p>
        </p:txBody>
      </p:sp>
      <p:sp>
        <p:nvSpPr>
          <p:cNvPr id="3" name="Zástupný objekt pre obsah 2">
            <a:extLst>
              <a:ext uri="{FF2B5EF4-FFF2-40B4-BE49-F238E27FC236}">
                <a16:creationId xmlns:a16="http://schemas.microsoft.com/office/drawing/2014/main" id="{A0AC6075-5FE4-5CEE-4243-455D47306D1A}"/>
              </a:ext>
            </a:extLst>
          </p:cNvPr>
          <p:cNvSpPr>
            <a:spLocks noGrp="1"/>
          </p:cNvSpPr>
          <p:nvPr>
            <p:ph idx="1"/>
          </p:nvPr>
        </p:nvSpPr>
        <p:spPr>
          <a:xfrm>
            <a:off x="838200" y="1290918"/>
            <a:ext cx="10515600" cy="5334000"/>
          </a:xfrm>
        </p:spPr>
        <p:txBody>
          <a:bodyPr>
            <a:normAutofit fontScale="70000" lnSpcReduction="20000"/>
          </a:bodyPr>
          <a:lstStyle/>
          <a:p>
            <a:pPr marL="0" indent="0">
              <a:buNone/>
            </a:pPr>
            <a:r>
              <a:rPr lang="sk-SK" dirty="0"/>
              <a:t>patrí medzi najjednoduchšie a zároveň najčistejšie softvérové riešenia vzájomného vylúčenia pre </a:t>
            </a:r>
            <a:r>
              <a:rPr lang="sk-SK" b="1" dirty="0"/>
              <a:t>dva procesy</a:t>
            </a:r>
            <a:r>
              <a:rPr lang="sk-SK" dirty="0"/>
              <a:t>. Jeho podstata stojí na dvoch myšlienkach: </a:t>
            </a:r>
            <a:r>
              <a:rPr lang="sk-SK" i="1" u="sng" dirty="0"/>
              <a:t>oznámení záujmu</a:t>
            </a:r>
            <a:r>
              <a:rPr lang="sk-SK" u="sng" dirty="0"/>
              <a:t> </a:t>
            </a:r>
            <a:r>
              <a:rPr lang="sk-SK" dirty="0"/>
              <a:t>a </a:t>
            </a:r>
            <a:r>
              <a:rPr lang="sk-SK" i="1" u="sng" dirty="0"/>
              <a:t>udelení prednosti</a:t>
            </a:r>
            <a:r>
              <a:rPr lang="sk-SK" dirty="0"/>
              <a:t>.</a:t>
            </a:r>
          </a:p>
          <a:p>
            <a:pPr marL="0" indent="0">
              <a:buNone/>
            </a:pPr>
            <a:r>
              <a:rPr lang="sk-SK" b="1" dirty="0"/>
              <a:t>1. Každý proces oznámi, že chce vstúpiť do kritickej sekcie</a:t>
            </a:r>
          </a:p>
          <a:p>
            <a:r>
              <a:rPr lang="sk-SK" dirty="0"/>
              <a:t>Proces si nastaví svoju zdieľanú premennú </a:t>
            </a:r>
            <a:r>
              <a:rPr lang="sk-SK" i="1" dirty="0" err="1"/>
              <a:t>flag</a:t>
            </a:r>
            <a:r>
              <a:rPr lang="sk-SK" i="1" dirty="0"/>
              <a:t>[i] = </a:t>
            </a:r>
            <a:r>
              <a:rPr lang="sk-SK" i="1" dirty="0" err="1"/>
              <a:t>true</a:t>
            </a:r>
            <a:r>
              <a:rPr lang="sk-SK" dirty="0"/>
              <a:t>. Tým dáva najavo: „mám záujem vstúpiť“.</a:t>
            </a:r>
          </a:p>
          <a:p>
            <a:pPr marL="0" indent="0">
              <a:buNone/>
            </a:pPr>
            <a:r>
              <a:rPr lang="sk-SK" b="1" dirty="0"/>
              <a:t>2. Proces prenechá prednosť druhému</a:t>
            </a:r>
          </a:p>
          <a:p>
            <a:r>
              <a:rPr lang="sk-SK" dirty="0"/>
              <a:t>Premenná </a:t>
            </a:r>
            <a:r>
              <a:rPr lang="sk-SK" i="1" dirty="0" err="1"/>
              <a:t>turn</a:t>
            </a:r>
            <a:r>
              <a:rPr lang="sk-SK" dirty="0"/>
              <a:t> sa nastaví na ID druhého procesu. Tým proces hovorí: „ak chceš ísť ty, máš prednosť“.</a:t>
            </a:r>
          </a:p>
          <a:p>
            <a:pPr marL="0" indent="0">
              <a:buNone/>
            </a:pPr>
            <a:r>
              <a:rPr lang="sk-SK" b="1" dirty="0"/>
              <a:t>3. Aktívne čakanie, kým druhý proces buď:</a:t>
            </a:r>
          </a:p>
          <a:p>
            <a:r>
              <a:rPr lang="sk-SK" b="1" dirty="0"/>
              <a:t>nemá záujem</a:t>
            </a:r>
            <a:r>
              <a:rPr lang="sk-SK" dirty="0"/>
              <a:t> </a:t>
            </a:r>
            <a:r>
              <a:rPr lang="sk-SK" i="1" dirty="0"/>
              <a:t>(</a:t>
            </a:r>
            <a:r>
              <a:rPr lang="sk-SK" i="1" dirty="0" err="1"/>
              <a:t>flag</a:t>
            </a:r>
            <a:r>
              <a:rPr lang="sk-SK" i="1" dirty="0"/>
              <a:t>[</a:t>
            </a:r>
            <a:r>
              <a:rPr lang="sk-SK" i="1" dirty="0" err="1"/>
              <a:t>j</a:t>
            </a:r>
            <a:r>
              <a:rPr lang="sk-SK" i="1" dirty="0"/>
              <a:t>] == </a:t>
            </a:r>
            <a:r>
              <a:rPr lang="sk-SK" i="1" dirty="0" err="1"/>
              <a:t>false</a:t>
            </a:r>
            <a:r>
              <a:rPr lang="sk-SK" i="1" dirty="0"/>
              <a:t>), </a:t>
            </a:r>
            <a:r>
              <a:rPr lang="sk-SK" dirty="0"/>
              <a:t>alebo</a:t>
            </a:r>
          </a:p>
          <a:p>
            <a:r>
              <a:rPr lang="sk-SK" b="1" dirty="0"/>
              <a:t>nechce prednosť</a:t>
            </a:r>
            <a:r>
              <a:rPr lang="sk-SK" dirty="0"/>
              <a:t> </a:t>
            </a:r>
            <a:r>
              <a:rPr lang="sk-SK" i="1" dirty="0"/>
              <a:t>(</a:t>
            </a:r>
            <a:r>
              <a:rPr lang="sk-SK" i="1" dirty="0" err="1"/>
              <a:t>turn</a:t>
            </a:r>
            <a:r>
              <a:rPr lang="sk-SK" i="1" dirty="0"/>
              <a:t> != </a:t>
            </a:r>
            <a:r>
              <a:rPr lang="sk-SK" i="1" dirty="0" err="1"/>
              <a:t>j</a:t>
            </a:r>
            <a:r>
              <a:rPr lang="sk-SK" i="1" dirty="0"/>
              <a:t>).</a:t>
            </a:r>
          </a:p>
          <a:p>
            <a:r>
              <a:rPr lang="sk-SK" dirty="0"/>
              <a:t>Kým tieto podmienky neplatia, proces čaká v slučke.</a:t>
            </a:r>
          </a:p>
          <a:p>
            <a:pPr marL="0" indent="0">
              <a:buNone/>
            </a:pPr>
            <a:r>
              <a:rPr lang="sk-SK" b="1" dirty="0"/>
              <a:t>4. Vstup do kritickej sekcie</a:t>
            </a:r>
          </a:p>
          <a:p>
            <a:r>
              <a:rPr lang="sk-SK" dirty="0"/>
              <a:t>Keď je bezpečné vstúpiť, proces vykoná kritickú sekciu.</a:t>
            </a:r>
          </a:p>
          <a:p>
            <a:pPr marL="0" indent="0">
              <a:buNone/>
            </a:pPr>
            <a:r>
              <a:rPr lang="sk-SK" b="1" dirty="0"/>
              <a:t>5. Oznámenie odchodu</a:t>
            </a:r>
          </a:p>
          <a:p>
            <a:r>
              <a:rPr lang="sk-SK" dirty="0"/>
              <a:t>Po skončení nastaví </a:t>
            </a:r>
            <a:r>
              <a:rPr lang="sk-SK" i="1" dirty="0" err="1"/>
              <a:t>flag</a:t>
            </a:r>
            <a:r>
              <a:rPr lang="sk-SK" i="1" dirty="0"/>
              <a:t>[i] = </a:t>
            </a:r>
            <a:r>
              <a:rPr lang="sk-SK" i="1" dirty="0" err="1"/>
              <a:t>false</a:t>
            </a:r>
            <a:r>
              <a:rPr lang="sk-SK" dirty="0"/>
              <a:t>, čím uvoľní priestor pre druhého.</a:t>
            </a:r>
          </a:p>
          <a:p>
            <a:endParaRPr lang="sk-SK" dirty="0"/>
          </a:p>
        </p:txBody>
      </p:sp>
      <p:sp>
        <p:nvSpPr>
          <p:cNvPr id="4" name="Zástupný objekt pre číslo snímky 3">
            <a:extLst>
              <a:ext uri="{FF2B5EF4-FFF2-40B4-BE49-F238E27FC236}">
                <a16:creationId xmlns:a16="http://schemas.microsoft.com/office/drawing/2014/main" id="{8BCFB6D8-E242-EF72-62CC-CC7E9539BD64}"/>
              </a:ext>
            </a:extLst>
          </p:cNvPr>
          <p:cNvSpPr>
            <a:spLocks noGrp="1"/>
          </p:cNvSpPr>
          <p:nvPr>
            <p:ph type="sldNum" sz="quarter" idx="12"/>
          </p:nvPr>
        </p:nvSpPr>
        <p:spPr/>
        <p:txBody>
          <a:bodyPr/>
          <a:lstStyle/>
          <a:p>
            <a:fld id="{5AB4CD34-DB5E-4606-AE4E-01019896DEAB}" type="slidenum">
              <a:rPr lang="sk-SK" smtClean="0"/>
              <a:t>20</a:t>
            </a:fld>
            <a:endParaRPr lang="sk-SK"/>
          </a:p>
        </p:txBody>
      </p:sp>
    </p:spTree>
    <p:extLst>
      <p:ext uri="{BB962C8B-B14F-4D97-AF65-F5344CB8AC3E}">
        <p14:creationId xmlns:p14="http://schemas.microsoft.com/office/powerpoint/2010/main" val="4143176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Nadpis 4">
            <a:extLst>
              <a:ext uri="{FF2B5EF4-FFF2-40B4-BE49-F238E27FC236}">
                <a16:creationId xmlns:a16="http://schemas.microsoft.com/office/drawing/2014/main" id="{008B4378-E2CA-1AF3-D6D9-5772F1653F42}"/>
              </a:ext>
            </a:extLst>
          </p:cNvPr>
          <p:cNvSpPr>
            <a:spLocks noGrp="1"/>
          </p:cNvSpPr>
          <p:nvPr>
            <p:ph type="title"/>
          </p:nvPr>
        </p:nvSpPr>
        <p:spPr/>
        <p:txBody>
          <a:bodyPr/>
          <a:lstStyle/>
          <a:p>
            <a:r>
              <a:rPr lang="sk-SK" dirty="0" err="1"/>
              <a:t>Petersonov</a:t>
            </a:r>
            <a:r>
              <a:rPr lang="sk-SK" dirty="0"/>
              <a:t> algoritmus</a:t>
            </a:r>
          </a:p>
        </p:txBody>
      </p:sp>
      <p:sp>
        <p:nvSpPr>
          <p:cNvPr id="6" name="Zástupný objekt pre obsah 5">
            <a:extLst>
              <a:ext uri="{FF2B5EF4-FFF2-40B4-BE49-F238E27FC236}">
                <a16:creationId xmlns:a16="http://schemas.microsoft.com/office/drawing/2014/main" id="{4FAE959A-2B3C-6D10-B76E-78E2ACE4B104}"/>
              </a:ext>
            </a:extLst>
          </p:cNvPr>
          <p:cNvSpPr>
            <a:spLocks noGrp="1"/>
          </p:cNvSpPr>
          <p:nvPr>
            <p:ph sz="half" idx="1"/>
          </p:nvPr>
        </p:nvSpPr>
        <p:spPr/>
        <p:txBody>
          <a:bodyPr>
            <a:normAutofit fontScale="77500" lnSpcReduction="20000"/>
          </a:bodyPr>
          <a:lstStyle/>
          <a:p>
            <a:pPr marL="0" indent="0">
              <a:buNone/>
            </a:pPr>
            <a:r>
              <a:rPr lang="sk-SK" b="1" dirty="0"/>
              <a:t>Proces 0:</a:t>
            </a:r>
          </a:p>
          <a:p>
            <a:pPr marL="0" indent="0">
              <a:buNone/>
            </a:pPr>
            <a:r>
              <a:rPr lang="sk-SK" dirty="0" err="1"/>
              <a:t>flag</a:t>
            </a:r>
            <a:r>
              <a:rPr lang="sk-SK" dirty="0"/>
              <a:t>[0] = </a:t>
            </a:r>
            <a:r>
              <a:rPr lang="sk-SK" dirty="0" err="1"/>
              <a:t>true</a:t>
            </a:r>
            <a:r>
              <a:rPr lang="sk-SK" dirty="0"/>
              <a:t> /či P0 chce vstúpiť</a:t>
            </a:r>
          </a:p>
          <a:p>
            <a:pPr marL="0" indent="0">
              <a:buNone/>
            </a:pPr>
            <a:r>
              <a:rPr lang="sk-SK" dirty="0" err="1"/>
              <a:t>turn</a:t>
            </a:r>
            <a:r>
              <a:rPr lang="sk-SK" dirty="0"/>
              <a:t> = 1	/komu dáva proces prednosť</a:t>
            </a:r>
          </a:p>
          <a:p>
            <a:pPr marL="0" indent="0">
              <a:buNone/>
            </a:pPr>
            <a:endParaRPr lang="sk-SK" dirty="0"/>
          </a:p>
          <a:p>
            <a:pPr marL="0" indent="0">
              <a:buNone/>
            </a:pPr>
            <a:r>
              <a:rPr lang="sk-SK" dirty="0" err="1"/>
              <a:t>while</a:t>
            </a:r>
            <a:r>
              <a:rPr lang="sk-SK" dirty="0"/>
              <a:t> (</a:t>
            </a:r>
            <a:r>
              <a:rPr lang="sk-SK" dirty="0" err="1"/>
              <a:t>flag</a:t>
            </a:r>
            <a:r>
              <a:rPr lang="sk-SK" dirty="0"/>
              <a:t>[1] == </a:t>
            </a:r>
            <a:r>
              <a:rPr lang="sk-SK" dirty="0" err="1"/>
              <a:t>true</a:t>
            </a:r>
            <a:r>
              <a:rPr lang="sk-SK" dirty="0"/>
              <a:t> &amp;&amp; </a:t>
            </a:r>
            <a:r>
              <a:rPr lang="sk-SK" dirty="0" err="1"/>
              <a:t>turn</a:t>
            </a:r>
            <a:r>
              <a:rPr lang="sk-SK" dirty="0"/>
              <a:t> == 1) {</a:t>
            </a:r>
          </a:p>
          <a:p>
            <a:pPr marL="0" indent="0">
              <a:buNone/>
            </a:pPr>
            <a:r>
              <a:rPr lang="sk-SK" dirty="0"/>
              <a:t>    ; čakaj</a:t>
            </a:r>
          </a:p>
          <a:p>
            <a:pPr marL="0" indent="0">
              <a:buNone/>
            </a:pPr>
            <a:r>
              <a:rPr lang="sk-SK" dirty="0"/>
              <a:t>}</a:t>
            </a:r>
          </a:p>
          <a:p>
            <a:pPr marL="0" indent="0">
              <a:buNone/>
            </a:pPr>
            <a:endParaRPr lang="sk-SK" dirty="0"/>
          </a:p>
          <a:p>
            <a:pPr marL="0" indent="0">
              <a:buNone/>
            </a:pPr>
            <a:r>
              <a:rPr lang="sk-SK" dirty="0"/>
              <a:t>; --- kritická sekcia ---</a:t>
            </a:r>
          </a:p>
          <a:p>
            <a:pPr marL="0" indent="0">
              <a:buNone/>
            </a:pPr>
            <a:endParaRPr lang="sk-SK" dirty="0"/>
          </a:p>
          <a:p>
            <a:pPr marL="0" indent="0">
              <a:buNone/>
            </a:pPr>
            <a:r>
              <a:rPr lang="sk-SK" dirty="0" err="1"/>
              <a:t>flag</a:t>
            </a:r>
            <a:r>
              <a:rPr lang="sk-SK" dirty="0"/>
              <a:t>[0] = </a:t>
            </a:r>
            <a:r>
              <a:rPr lang="sk-SK" dirty="0" err="1"/>
              <a:t>false</a:t>
            </a:r>
            <a:endParaRPr lang="sk-SK" dirty="0"/>
          </a:p>
          <a:p>
            <a:endParaRPr lang="sk-SK" dirty="0"/>
          </a:p>
        </p:txBody>
      </p:sp>
      <p:sp>
        <p:nvSpPr>
          <p:cNvPr id="7" name="Zástupný objekt pre obsah 6">
            <a:extLst>
              <a:ext uri="{FF2B5EF4-FFF2-40B4-BE49-F238E27FC236}">
                <a16:creationId xmlns:a16="http://schemas.microsoft.com/office/drawing/2014/main" id="{2000FB27-96C3-2D21-4DE5-59E0FD7E06DC}"/>
              </a:ext>
            </a:extLst>
          </p:cNvPr>
          <p:cNvSpPr>
            <a:spLocks noGrp="1"/>
          </p:cNvSpPr>
          <p:nvPr>
            <p:ph sz="half" idx="2"/>
          </p:nvPr>
        </p:nvSpPr>
        <p:spPr/>
        <p:txBody>
          <a:bodyPr>
            <a:normAutofit fontScale="77500" lnSpcReduction="20000"/>
          </a:bodyPr>
          <a:lstStyle/>
          <a:p>
            <a:pPr marL="0" indent="0">
              <a:buNone/>
            </a:pPr>
            <a:r>
              <a:rPr lang="sk-SK" b="1" dirty="0"/>
              <a:t>Proces 1:</a:t>
            </a:r>
          </a:p>
          <a:p>
            <a:pPr marL="0" indent="0">
              <a:buNone/>
            </a:pPr>
            <a:r>
              <a:rPr lang="sk-SK" dirty="0" err="1"/>
              <a:t>flag</a:t>
            </a:r>
            <a:r>
              <a:rPr lang="sk-SK" dirty="0"/>
              <a:t>[1] = </a:t>
            </a:r>
            <a:r>
              <a:rPr lang="sk-SK" dirty="0" err="1"/>
              <a:t>true</a:t>
            </a:r>
            <a:endParaRPr lang="sk-SK" dirty="0"/>
          </a:p>
          <a:p>
            <a:pPr marL="0" indent="0">
              <a:buNone/>
            </a:pPr>
            <a:r>
              <a:rPr lang="sk-SK" dirty="0" err="1"/>
              <a:t>turn</a:t>
            </a:r>
            <a:r>
              <a:rPr lang="sk-SK" dirty="0"/>
              <a:t> = 0</a:t>
            </a:r>
          </a:p>
          <a:p>
            <a:pPr marL="0" indent="0">
              <a:buNone/>
            </a:pPr>
            <a:endParaRPr lang="sk-SK" dirty="0"/>
          </a:p>
          <a:p>
            <a:pPr marL="0" indent="0">
              <a:buNone/>
            </a:pPr>
            <a:r>
              <a:rPr lang="sk-SK" dirty="0" err="1"/>
              <a:t>while</a:t>
            </a:r>
            <a:r>
              <a:rPr lang="sk-SK" dirty="0"/>
              <a:t> (</a:t>
            </a:r>
            <a:r>
              <a:rPr lang="sk-SK" dirty="0" err="1"/>
              <a:t>flag</a:t>
            </a:r>
            <a:r>
              <a:rPr lang="sk-SK" dirty="0"/>
              <a:t>[0] == </a:t>
            </a:r>
            <a:r>
              <a:rPr lang="sk-SK" dirty="0" err="1"/>
              <a:t>true</a:t>
            </a:r>
            <a:r>
              <a:rPr lang="sk-SK" dirty="0"/>
              <a:t> &amp;&amp; </a:t>
            </a:r>
            <a:r>
              <a:rPr lang="sk-SK" dirty="0" err="1"/>
              <a:t>turn</a:t>
            </a:r>
            <a:r>
              <a:rPr lang="sk-SK" dirty="0"/>
              <a:t> == 0) {</a:t>
            </a:r>
          </a:p>
          <a:p>
            <a:pPr marL="0" indent="0">
              <a:buNone/>
            </a:pPr>
            <a:r>
              <a:rPr lang="sk-SK" dirty="0"/>
              <a:t>    ; čakaj</a:t>
            </a:r>
          </a:p>
          <a:p>
            <a:pPr marL="0" indent="0">
              <a:buNone/>
            </a:pPr>
            <a:r>
              <a:rPr lang="sk-SK" dirty="0"/>
              <a:t>}</a:t>
            </a:r>
          </a:p>
          <a:p>
            <a:pPr marL="0" indent="0">
              <a:buNone/>
            </a:pPr>
            <a:endParaRPr lang="sk-SK" dirty="0"/>
          </a:p>
          <a:p>
            <a:pPr marL="0" indent="0">
              <a:buNone/>
            </a:pPr>
            <a:r>
              <a:rPr lang="sk-SK" dirty="0"/>
              <a:t>; --- kritická sekcia ---</a:t>
            </a:r>
          </a:p>
          <a:p>
            <a:pPr marL="0" indent="0">
              <a:buNone/>
            </a:pPr>
            <a:endParaRPr lang="sk-SK" dirty="0"/>
          </a:p>
          <a:p>
            <a:pPr marL="0" indent="0">
              <a:buNone/>
            </a:pPr>
            <a:r>
              <a:rPr lang="sk-SK" dirty="0" err="1"/>
              <a:t>flag</a:t>
            </a:r>
            <a:r>
              <a:rPr lang="sk-SK" dirty="0"/>
              <a:t>[1] = </a:t>
            </a:r>
            <a:r>
              <a:rPr lang="sk-SK" dirty="0" err="1"/>
              <a:t>false</a:t>
            </a:r>
            <a:endParaRPr lang="sk-SK" dirty="0"/>
          </a:p>
          <a:p>
            <a:endParaRPr lang="sk-SK" dirty="0"/>
          </a:p>
        </p:txBody>
      </p:sp>
      <p:sp>
        <p:nvSpPr>
          <p:cNvPr id="4" name="Zástupný objekt pre číslo snímky 3">
            <a:extLst>
              <a:ext uri="{FF2B5EF4-FFF2-40B4-BE49-F238E27FC236}">
                <a16:creationId xmlns:a16="http://schemas.microsoft.com/office/drawing/2014/main" id="{391AF846-30F8-3112-C22A-91BAFF7E7F1D}"/>
              </a:ext>
            </a:extLst>
          </p:cNvPr>
          <p:cNvSpPr>
            <a:spLocks noGrp="1"/>
          </p:cNvSpPr>
          <p:nvPr>
            <p:ph type="sldNum" sz="quarter" idx="12"/>
          </p:nvPr>
        </p:nvSpPr>
        <p:spPr/>
        <p:txBody>
          <a:bodyPr/>
          <a:lstStyle/>
          <a:p>
            <a:fld id="{5AB4CD34-DB5E-4606-AE4E-01019896DEAB}" type="slidenum">
              <a:rPr lang="sk-SK" smtClean="0"/>
              <a:t>21</a:t>
            </a:fld>
            <a:endParaRPr lang="sk-SK"/>
          </a:p>
        </p:txBody>
      </p:sp>
    </p:spTree>
    <p:extLst>
      <p:ext uri="{BB962C8B-B14F-4D97-AF65-F5344CB8AC3E}">
        <p14:creationId xmlns:p14="http://schemas.microsoft.com/office/powerpoint/2010/main" val="4236122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EBD3764-4E11-D5ED-FCCE-24E6AD3F37E7}"/>
              </a:ext>
            </a:extLst>
          </p:cNvPr>
          <p:cNvSpPr>
            <a:spLocks noGrp="1"/>
          </p:cNvSpPr>
          <p:nvPr>
            <p:ph type="title"/>
          </p:nvPr>
        </p:nvSpPr>
        <p:spPr/>
        <p:txBody>
          <a:bodyPr/>
          <a:lstStyle/>
          <a:p>
            <a:r>
              <a:rPr lang="sk-SK" dirty="0"/>
              <a:t>Porovnanie </a:t>
            </a:r>
            <a:r>
              <a:rPr lang="sk-SK" dirty="0" err="1"/>
              <a:t>Dekkerovho</a:t>
            </a:r>
            <a:r>
              <a:rPr lang="sk-SK" dirty="0"/>
              <a:t> a </a:t>
            </a:r>
            <a:r>
              <a:rPr lang="sk-SK" dirty="0" err="1"/>
              <a:t>Petersonovho</a:t>
            </a:r>
            <a:r>
              <a:rPr lang="sk-SK" dirty="0"/>
              <a:t> algoritmu</a:t>
            </a:r>
          </a:p>
        </p:txBody>
      </p:sp>
      <p:sp>
        <p:nvSpPr>
          <p:cNvPr id="3" name="Zástupný objekt pre obsah 2">
            <a:extLst>
              <a:ext uri="{FF2B5EF4-FFF2-40B4-BE49-F238E27FC236}">
                <a16:creationId xmlns:a16="http://schemas.microsoft.com/office/drawing/2014/main" id="{DFF2BF87-46ED-5D64-7969-73B7C32A64F3}"/>
              </a:ext>
            </a:extLst>
          </p:cNvPr>
          <p:cNvSpPr>
            <a:spLocks noGrp="1"/>
          </p:cNvSpPr>
          <p:nvPr>
            <p:ph sz="half" idx="1"/>
          </p:nvPr>
        </p:nvSpPr>
        <p:spPr/>
        <p:txBody>
          <a:bodyPr>
            <a:normAutofit fontScale="92500" lnSpcReduction="10000"/>
          </a:bodyPr>
          <a:lstStyle/>
          <a:p>
            <a:pPr marL="0" indent="0">
              <a:buNone/>
            </a:pPr>
            <a:r>
              <a:rPr lang="sk-SK" sz="2000" b="1" dirty="0" err="1">
                <a:latin typeface="Times New Roman" panose="02020603050405020304" pitchFamily="18" charset="0"/>
                <a:cs typeface="Times New Roman" panose="02020603050405020304" pitchFamily="18" charset="0"/>
              </a:rPr>
              <a:t>Dekkerov</a:t>
            </a:r>
            <a:r>
              <a:rPr lang="sk-SK" sz="2000" b="1" dirty="0">
                <a:latin typeface="Times New Roman" panose="02020603050405020304" pitchFamily="18" charset="0"/>
                <a:cs typeface="Times New Roman" panose="02020603050405020304" pitchFamily="18" charset="0"/>
              </a:rPr>
              <a:t> algoritmus</a:t>
            </a:r>
            <a:endParaRPr lang="sk-SK" sz="2000" dirty="0">
              <a:latin typeface="Times New Roman" panose="02020603050405020304" pitchFamily="18" charset="0"/>
              <a:cs typeface="Times New Roman" panose="02020603050405020304" pitchFamily="18" charset="0"/>
            </a:endParaRPr>
          </a:p>
          <a:p>
            <a:r>
              <a:rPr lang="sk-SK" sz="2000" dirty="0">
                <a:latin typeface="Times New Roman" panose="02020603050405020304" pitchFamily="18" charset="0"/>
                <a:cs typeface="Times New Roman" panose="02020603050405020304" pitchFamily="18" charset="0"/>
              </a:rPr>
              <a:t>Každý proces nastaví svoj </a:t>
            </a:r>
            <a:r>
              <a:rPr lang="sk-SK" sz="2000" dirty="0" err="1">
                <a:latin typeface="Times New Roman" panose="02020603050405020304" pitchFamily="18" charset="0"/>
                <a:cs typeface="Times New Roman" panose="02020603050405020304" pitchFamily="18" charset="0"/>
              </a:rPr>
              <a:t>flag</a:t>
            </a:r>
            <a:r>
              <a:rPr lang="sk-SK" sz="2000" dirty="0">
                <a:latin typeface="Times New Roman" panose="02020603050405020304" pitchFamily="18" charset="0"/>
                <a:cs typeface="Times New Roman" panose="02020603050405020304" pitchFamily="18" charset="0"/>
              </a:rPr>
              <a:t>[i] = </a:t>
            </a:r>
            <a:r>
              <a:rPr lang="sk-SK" sz="2000" dirty="0" err="1">
                <a:latin typeface="Times New Roman" panose="02020603050405020304" pitchFamily="18" charset="0"/>
                <a:cs typeface="Times New Roman" panose="02020603050405020304" pitchFamily="18" charset="0"/>
              </a:rPr>
              <a:t>true</a:t>
            </a:r>
            <a:r>
              <a:rPr lang="sk-SK" sz="2000" dirty="0">
                <a:latin typeface="Times New Roman" panose="02020603050405020304" pitchFamily="18" charset="0"/>
                <a:cs typeface="Times New Roman" panose="02020603050405020304" pitchFamily="18" charset="0"/>
              </a:rPr>
              <a:t>.</a:t>
            </a:r>
          </a:p>
          <a:p>
            <a:r>
              <a:rPr lang="sk-SK" sz="2000" dirty="0">
                <a:latin typeface="Times New Roman" panose="02020603050405020304" pitchFamily="18" charset="0"/>
                <a:cs typeface="Times New Roman" panose="02020603050405020304" pitchFamily="18" charset="0"/>
              </a:rPr>
              <a:t>Ak chcú vstúpiť obaja, rozhoduje </a:t>
            </a:r>
            <a:r>
              <a:rPr lang="sk-SK" sz="2000" dirty="0" err="1">
                <a:latin typeface="Times New Roman" panose="02020603050405020304" pitchFamily="18" charset="0"/>
                <a:cs typeface="Times New Roman" panose="02020603050405020304" pitchFamily="18" charset="0"/>
              </a:rPr>
              <a:t>turn</a:t>
            </a:r>
            <a:r>
              <a:rPr lang="sk-SK" sz="2000" dirty="0">
                <a:latin typeface="Times New Roman" panose="02020603050405020304" pitchFamily="18" charset="0"/>
                <a:cs typeface="Times New Roman" panose="02020603050405020304" pitchFamily="18" charset="0"/>
              </a:rPr>
              <a:t>.</a:t>
            </a:r>
          </a:p>
          <a:p>
            <a:r>
              <a:rPr lang="sk-SK" sz="2000" dirty="0">
                <a:latin typeface="Times New Roman" panose="02020603050405020304" pitchFamily="18" charset="0"/>
                <a:cs typeface="Times New Roman" panose="02020603050405020304" pitchFamily="18" charset="0"/>
              </a:rPr>
              <a:t>Ak proces nemá prednosť, </a:t>
            </a:r>
            <a:r>
              <a:rPr lang="sk-SK" sz="2000" i="1" dirty="0">
                <a:latin typeface="Times New Roman" panose="02020603050405020304" pitchFamily="18" charset="0"/>
                <a:cs typeface="Times New Roman" panose="02020603050405020304" pitchFamily="18" charset="0"/>
              </a:rPr>
              <a:t>vypne svoj </a:t>
            </a:r>
            <a:r>
              <a:rPr lang="sk-SK" sz="2000" i="1" dirty="0" err="1">
                <a:latin typeface="Times New Roman" panose="02020603050405020304" pitchFamily="18" charset="0"/>
                <a:cs typeface="Times New Roman" panose="02020603050405020304" pitchFamily="18" charset="0"/>
              </a:rPr>
              <a:t>flag</a:t>
            </a:r>
            <a:r>
              <a:rPr lang="sk-SK" sz="2000" dirty="0">
                <a:latin typeface="Times New Roman" panose="02020603050405020304" pitchFamily="18" charset="0"/>
                <a:cs typeface="Times New Roman" panose="02020603050405020304" pitchFamily="18" charset="0"/>
              </a:rPr>
              <a:t>, čaká, a potom ho opäť zapne.</a:t>
            </a:r>
          </a:p>
          <a:p>
            <a:r>
              <a:rPr lang="sk-SK" sz="2000" dirty="0">
                <a:latin typeface="Times New Roman" panose="02020603050405020304" pitchFamily="18" charset="0"/>
                <a:cs typeface="Times New Roman" panose="02020603050405020304" pitchFamily="18" charset="0"/>
              </a:rPr>
              <a:t>Obsahuje viac vnútorných slučiek a podmienok.</a:t>
            </a:r>
          </a:p>
          <a:p>
            <a:pPr marL="0" indent="0">
              <a:buNone/>
            </a:pPr>
            <a:r>
              <a:rPr lang="sk-SK" sz="2000" b="1" dirty="0" err="1">
                <a:latin typeface="Times New Roman" panose="02020603050405020304" pitchFamily="18" charset="0"/>
                <a:cs typeface="Times New Roman" panose="02020603050405020304" pitchFamily="18" charset="0"/>
              </a:rPr>
              <a:t>Petersonov</a:t>
            </a:r>
            <a:r>
              <a:rPr lang="sk-SK" sz="2000" b="1" dirty="0">
                <a:latin typeface="Times New Roman" panose="02020603050405020304" pitchFamily="18" charset="0"/>
                <a:cs typeface="Times New Roman" panose="02020603050405020304" pitchFamily="18" charset="0"/>
              </a:rPr>
              <a:t> algoritmus</a:t>
            </a:r>
            <a:endParaRPr lang="sk-SK" sz="2000" dirty="0">
              <a:latin typeface="Times New Roman" panose="02020603050405020304" pitchFamily="18" charset="0"/>
              <a:cs typeface="Times New Roman" panose="02020603050405020304" pitchFamily="18" charset="0"/>
            </a:endParaRPr>
          </a:p>
          <a:p>
            <a:r>
              <a:rPr lang="sk-SK" sz="2000" dirty="0">
                <a:latin typeface="Times New Roman" panose="02020603050405020304" pitchFamily="18" charset="0"/>
                <a:cs typeface="Times New Roman" panose="02020603050405020304" pitchFamily="18" charset="0"/>
              </a:rPr>
              <a:t>Proces nastaví </a:t>
            </a:r>
            <a:r>
              <a:rPr lang="sk-SK" sz="2000" dirty="0" err="1">
                <a:latin typeface="Times New Roman" panose="02020603050405020304" pitchFamily="18" charset="0"/>
                <a:cs typeface="Times New Roman" panose="02020603050405020304" pitchFamily="18" charset="0"/>
              </a:rPr>
              <a:t>flag</a:t>
            </a:r>
            <a:r>
              <a:rPr lang="sk-SK" sz="2000" dirty="0">
                <a:latin typeface="Times New Roman" panose="02020603050405020304" pitchFamily="18" charset="0"/>
                <a:cs typeface="Times New Roman" panose="02020603050405020304" pitchFamily="18" charset="0"/>
              </a:rPr>
              <a:t>[i] = </a:t>
            </a:r>
            <a:r>
              <a:rPr lang="sk-SK" sz="2000" dirty="0" err="1">
                <a:latin typeface="Times New Roman" panose="02020603050405020304" pitchFamily="18" charset="0"/>
                <a:cs typeface="Times New Roman" panose="02020603050405020304" pitchFamily="18" charset="0"/>
              </a:rPr>
              <a:t>true</a:t>
            </a:r>
            <a:r>
              <a:rPr lang="sk-SK" sz="2000" dirty="0">
                <a:latin typeface="Times New Roman" panose="02020603050405020304" pitchFamily="18" charset="0"/>
                <a:cs typeface="Times New Roman" panose="02020603050405020304" pitchFamily="18" charset="0"/>
              </a:rPr>
              <a:t> a </a:t>
            </a:r>
            <a:r>
              <a:rPr lang="sk-SK" sz="2000" i="1" dirty="0">
                <a:latin typeface="Times New Roman" panose="02020603050405020304" pitchFamily="18" charset="0"/>
                <a:cs typeface="Times New Roman" panose="02020603050405020304" pitchFamily="18" charset="0"/>
              </a:rPr>
              <a:t>hneď</a:t>
            </a:r>
            <a:r>
              <a:rPr lang="sk-SK" sz="2000" dirty="0">
                <a:latin typeface="Times New Roman" panose="02020603050405020304" pitchFamily="18" charset="0"/>
                <a:cs typeface="Times New Roman" panose="02020603050405020304" pitchFamily="18" charset="0"/>
              </a:rPr>
              <a:t> prenechá prednosť druhému (</a:t>
            </a:r>
            <a:r>
              <a:rPr lang="sk-SK" sz="2000" dirty="0" err="1">
                <a:latin typeface="Times New Roman" panose="02020603050405020304" pitchFamily="18" charset="0"/>
                <a:cs typeface="Times New Roman" panose="02020603050405020304" pitchFamily="18" charset="0"/>
              </a:rPr>
              <a:t>turn</a:t>
            </a:r>
            <a:r>
              <a:rPr lang="sk-SK" sz="2000" dirty="0">
                <a:latin typeface="Times New Roman" panose="02020603050405020304" pitchFamily="18" charset="0"/>
                <a:cs typeface="Times New Roman" panose="02020603050405020304" pitchFamily="18" charset="0"/>
              </a:rPr>
              <a:t> = </a:t>
            </a:r>
            <a:r>
              <a:rPr lang="sk-SK" sz="2000" dirty="0" err="1">
                <a:latin typeface="Times New Roman" panose="02020603050405020304" pitchFamily="18" charset="0"/>
                <a:cs typeface="Times New Roman" panose="02020603050405020304" pitchFamily="18" charset="0"/>
              </a:rPr>
              <a:t>j</a:t>
            </a:r>
            <a:r>
              <a:rPr lang="sk-SK" sz="2000" dirty="0">
                <a:latin typeface="Times New Roman" panose="02020603050405020304" pitchFamily="18" charset="0"/>
                <a:cs typeface="Times New Roman" panose="02020603050405020304" pitchFamily="18" charset="0"/>
              </a:rPr>
              <a:t>).</a:t>
            </a:r>
          </a:p>
          <a:p>
            <a:r>
              <a:rPr lang="sk-SK" sz="2000" dirty="0">
                <a:latin typeface="Times New Roman" panose="02020603050405020304" pitchFamily="18" charset="0"/>
                <a:cs typeface="Times New Roman" panose="02020603050405020304" pitchFamily="18" charset="0"/>
              </a:rPr>
              <a:t>Čaká, kým:</a:t>
            </a:r>
          </a:p>
          <a:p>
            <a:pPr lvl="1"/>
            <a:r>
              <a:rPr lang="sk-SK" sz="2000" dirty="0">
                <a:latin typeface="Times New Roman" panose="02020603050405020304" pitchFamily="18" charset="0"/>
                <a:cs typeface="Times New Roman" panose="02020603050405020304" pitchFamily="18" charset="0"/>
              </a:rPr>
              <a:t>druhý proces chce vstúpiť </a:t>
            </a:r>
            <a:r>
              <a:rPr lang="sk-SK" sz="2000" b="1" dirty="0">
                <a:latin typeface="Times New Roman" panose="02020603050405020304" pitchFamily="18" charset="0"/>
                <a:cs typeface="Times New Roman" panose="02020603050405020304" pitchFamily="18" charset="0"/>
              </a:rPr>
              <a:t>a zároveň</a:t>
            </a:r>
            <a:endParaRPr lang="sk-SK" sz="2000" dirty="0">
              <a:latin typeface="Times New Roman" panose="02020603050405020304" pitchFamily="18" charset="0"/>
              <a:cs typeface="Times New Roman" panose="02020603050405020304" pitchFamily="18" charset="0"/>
            </a:endParaRPr>
          </a:p>
          <a:p>
            <a:pPr lvl="1"/>
            <a:r>
              <a:rPr lang="sk-SK" sz="2000" dirty="0">
                <a:latin typeface="Times New Roman" panose="02020603050405020304" pitchFamily="18" charset="0"/>
                <a:cs typeface="Times New Roman" panose="02020603050405020304" pitchFamily="18" charset="0"/>
              </a:rPr>
              <a:t>má prednosť (</a:t>
            </a:r>
            <a:r>
              <a:rPr lang="sk-SK" sz="2000" dirty="0" err="1">
                <a:latin typeface="Times New Roman" panose="02020603050405020304" pitchFamily="18" charset="0"/>
                <a:cs typeface="Times New Roman" panose="02020603050405020304" pitchFamily="18" charset="0"/>
              </a:rPr>
              <a:t>turn</a:t>
            </a:r>
            <a:r>
              <a:rPr lang="sk-SK" sz="2000" dirty="0">
                <a:latin typeface="Times New Roman" panose="02020603050405020304" pitchFamily="18" charset="0"/>
                <a:cs typeface="Times New Roman" panose="02020603050405020304" pitchFamily="18" charset="0"/>
              </a:rPr>
              <a:t> == </a:t>
            </a:r>
            <a:r>
              <a:rPr lang="sk-SK" sz="2000" dirty="0" err="1">
                <a:latin typeface="Times New Roman" panose="02020603050405020304" pitchFamily="18" charset="0"/>
                <a:cs typeface="Times New Roman" panose="02020603050405020304" pitchFamily="18" charset="0"/>
              </a:rPr>
              <a:t>j</a:t>
            </a:r>
            <a:r>
              <a:rPr lang="sk-SK" sz="2000" dirty="0">
                <a:latin typeface="Times New Roman" panose="02020603050405020304" pitchFamily="18" charset="0"/>
                <a:cs typeface="Times New Roman" panose="02020603050405020304" pitchFamily="18" charset="0"/>
              </a:rPr>
              <a:t>).</a:t>
            </a:r>
          </a:p>
          <a:p>
            <a:r>
              <a:rPr lang="sk-SK" sz="2000" dirty="0">
                <a:latin typeface="Times New Roman" panose="02020603050405020304" pitchFamily="18" charset="0"/>
                <a:cs typeface="Times New Roman" panose="02020603050405020304" pitchFamily="18" charset="0"/>
              </a:rPr>
              <a:t>Logika je výrazne jednoduchšia.</a:t>
            </a:r>
          </a:p>
        </p:txBody>
      </p:sp>
      <p:sp>
        <p:nvSpPr>
          <p:cNvPr id="5" name="Zástupný objekt pre obsah 4">
            <a:extLst>
              <a:ext uri="{FF2B5EF4-FFF2-40B4-BE49-F238E27FC236}">
                <a16:creationId xmlns:a16="http://schemas.microsoft.com/office/drawing/2014/main" id="{A7B87D77-693F-0A51-7BF4-4BD37C814524}"/>
              </a:ext>
            </a:extLst>
          </p:cNvPr>
          <p:cNvSpPr>
            <a:spLocks noGrp="1"/>
          </p:cNvSpPr>
          <p:nvPr>
            <p:ph sz="half" idx="2"/>
          </p:nvPr>
        </p:nvSpPr>
        <p:spPr>
          <a:xfrm>
            <a:off x="6172200" y="1216058"/>
            <a:ext cx="5181600" cy="4960905"/>
          </a:xfrm>
        </p:spPr>
        <p:txBody>
          <a:bodyPr>
            <a:normAutofit fontScale="55000" lnSpcReduction="20000"/>
          </a:bodyPr>
          <a:lstStyle/>
          <a:p>
            <a:pPr marL="0" indent="0">
              <a:buNone/>
            </a:pPr>
            <a:r>
              <a:rPr lang="sk-SK" b="1" dirty="0"/>
              <a:t>Zložitosť a prehľadnosť</a:t>
            </a:r>
          </a:p>
          <a:p>
            <a:r>
              <a:rPr lang="sk-SK" b="1" dirty="0" err="1"/>
              <a:t>Dekker</a:t>
            </a:r>
            <a:r>
              <a:rPr lang="sk-SK" b="1" dirty="0"/>
              <a:t>:</a:t>
            </a:r>
            <a:r>
              <a:rPr lang="sk-SK" dirty="0"/>
              <a:t> zložitejší, viac krokov, ťažšie sa overuje.</a:t>
            </a:r>
          </a:p>
          <a:p>
            <a:r>
              <a:rPr lang="sk-SK" b="1" dirty="0" err="1"/>
              <a:t>Peterson</a:t>
            </a:r>
            <a:r>
              <a:rPr lang="sk-SK" b="1" dirty="0"/>
              <a:t>:</a:t>
            </a:r>
            <a:r>
              <a:rPr lang="sk-SK" dirty="0"/>
              <a:t> minimalistický, ľahko sa dokazuje jeho korektnosť.</a:t>
            </a:r>
          </a:p>
          <a:p>
            <a:pPr marL="0" indent="0">
              <a:buNone/>
            </a:pPr>
            <a:r>
              <a:rPr lang="sk-SK" b="1" dirty="0"/>
              <a:t>Spravodlivosť</a:t>
            </a:r>
          </a:p>
          <a:p>
            <a:r>
              <a:rPr lang="sk-SK" dirty="0"/>
              <a:t>Oba algoritmy zabezpečujú, že žiadny proces nebude hladovať.</a:t>
            </a:r>
          </a:p>
          <a:p>
            <a:r>
              <a:rPr lang="sk-SK" dirty="0" err="1"/>
              <a:t>Peterson</a:t>
            </a:r>
            <a:r>
              <a:rPr lang="sk-SK" dirty="0"/>
              <a:t> to robí čistejšie vďaka premenným </a:t>
            </a:r>
            <a:r>
              <a:rPr lang="sk-SK" dirty="0" err="1"/>
              <a:t>flag</a:t>
            </a:r>
            <a:r>
              <a:rPr lang="sk-SK" dirty="0"/>
              <a:t> + </a:t>
            </a:r>
            <a:r>
              <a:rPr lang="sk-SK" dirty="0" err="1"/>
              <a:t>turn</a:t>
            </a:r>
            <a:r>
              <a:rPr lang="sk-SK" dirty="0"/>
              <a:t>.</a:t>
            </a:r>
          </a:p>
          <a:p>
            <a:pPr marL="0" indent="0">
              <a:buNone/>
            </a:pPr>
            <a:r>
              <a:rPr lang="sk-SK" b="1" dirty="0"/>
              <a:t>Vzájomné vylúčenie</a:t>
            </a:r>
          </a:p>
          <a:p>
            <a:r>
              <a:rPr lang="sk-SK" dirty="0"/>
              <a:t>Oba algoritmy ho garantujú.</a:t>
            </a:r>
          </a:p>
          <a:p>
            <a:r>
              <a:rPr lang="sk-SK" dirty="0" err="1"/>
              <a:t>Peterson</a:t>
            </a:r>
            <a:r>
              <a:rPr lang="sk-SK" dirty="0"/>
              <a:t> je považovaný za „učebnicový ideál“ – jednoduchý a korektný.</a:t>
            </a:r>
          </a:p>
          <a:p>
            <a:pPr marL="0" indent="0">
              <a:buNone/>
            </a:pPr>
            <a:r>
              <a:rPr lang="sk-SK" b="1" dirty="0"/>
              <a:t>Aktívne čakanie</a:t>
            </a:r>
          </a:p>
          <a:p>
            <a:r>
              <a:rPr lang="sk-SK" dirty="0"/>
              <a:t>Oba používajú </a:t>
            </a:r>
            <a:r>
              <a:rPr lang="sk-SK" b="1" dirty="0" err="1"/>
              <a:t>busy</a:t>
            </a:r>
            <a:r>
              <a:rPr lang="sk-SK" b="1" dirty="0"/>
              <a:t> </a:t>
            </a:r>
            <a:r>
              <a:rPr lang="sk-SK" b="1" dirty="0" err="1"/>
              <a:t>waiting</a:t>
            </a:r>
            <a:r>
              <a:rPr lang="sk-SK" dirty="0"/>
              <a:t>.</a:t>
            </a:r>
          </a:p>
          <a:p>
            <a:r>
              <a:rPr lang="sk-SK" dirty="0" err="1"/>
              <a:t>Dekker</a:t>
            </a:r>
            <a:r>
              <a:rPr lang="sk-SK" dirty="0"/>
              <a:t> má viac vnútorných cyklov, </a:t>
            </a:r>
            <a:r>
              <a:rPr lang="sk-SK" dirty="0" err="1"/>
              <a:t>Peterson</a:t>
            </a:r>
            <a:r>
              <a:rPr lang="sk-SK" dirty="0"/>
              <a:t> len jeden.</a:t>
            </a:r>
          </a:p>
          <a:p>
            <a:pPr marL="0" indent="0">
              <a:buNone/>
            </a:pPr>
            <a:r>
              <a:rPr lang="sk-SK" b="1" dirty="0"/>
              <a:t>Rozšíriteľnosť</a:t>
            </a:r>
          </a:p>
          <a:p>
            <a:r>
              <a:rPr lang="sk-SK" dirty="0"/>
              <a:t>Ani jeden nie je rozšíriteľný na N procesov.</a:t>
            </a:r>
          </a:p>
          <a:p>
            <a:r>
              <a:rPr lang="sk-SK" dirty="0"/>
              <a:t>Pre N procesov existuje Pekárov (</a:t>
            </a:r>
            <a:r>
              <a:rPr lang="sk-SK" dirty="0" err="1"/>
              <a:t>Bakery</a:t>
            </a:r>
            <a:r>
              <a:rPr lang="sk-SK" dirty="0"/>
              <a:t>) algoritmus.</a:t>
            </a:r>
          </a:p>
        </p:txBody>
      </p:sp>
      <p:sp>
        <p:nvSpPr>
          <p:cNvPr id="4" name="Zástupný objekt pre číslo snímky 3">
            <a:extLst>
              <a:ext uri="{FF2B5EF4-FFF2-40B4-BE49-F238E27FC236}">
                <a16:creationId xmlns:a16="http://schemas.microsoft.com/office/drawing/2014/main" id="{BF0FC116-C928-BEA6-584A-5ED4CCC30D64}"/>
              </a:ext>
            </a:extLst>
          </p:cNvPr>
          <p:cNvSpPr>
            <a:spLocks noGrp="1"/>
          </p:cNvSpPr>
          <p:nvPr>
            <p:ph type="sldNum" sz="quarter" idx="12"/>
          </p:nvPr>
        </p:nvSpPr>
        <p:spPr/>
        <p:txBody>
          <a:bodyPr/>
          <a:lstStyle/>
          <a:p>
            <a:fld id="{5AB4CD34-DB5E-4606-AE4E-01019896DEAB}" type="slidenum">
              <a:rPr lang="sk-SK" smtClean="0"/>
              <a:t>22</a:t>
            </a:fld>
            <a:endParaRPr lang="sk-SK"/>
          </a:p>
        </p:txBody>
      </p:sp>
    </p:spTree>
    <p:extLst>
      <p:ext uri="{BB962C8B-B14F-4D97-AF65-F5344CB8AC3E}">
        <p14:creationId xmlns:p14="http://schemas.microsoft.com/office/powerpoint/2010/main" val="30713280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dirty="0"/>
              <a:t>Pekárov (</a:t>
            </a:r>
            <a:r>
              <a:rPr lang="sk-SK" dirty="0" err="1"/>
              <a:t>Bakery</a:t>
            </a:r>
            <a:r>
              <a:rPr lang="sk-SK" dirty="0"/>
              <a:t>) algoritmus</a:t>
            </a:r>
          </a:p>
        </p:txBody>
      </p:sp>
      <p:sp>
        <p:nvSpPr>
          <p:cNvPr id="3" name="Content Placeholder 2"/>
          <p:cNvSpPr>
            <a:spLocks noGrp="1"/>
          </p:cNvSpPr>
          <p:nvPr>
            <p:ph idx="1"/>
          </p:nvPr>
        </p:nvSpPr>
        <p:spPr>
          <a:xfrm>
            <a:off x="569259" y="1470772"/>
            <a:ext cx="5266765" cy="4795838"/>
          </a:xfrm>
        </p:spPr>
        <p:txBody>
          <a:bodyPr>
            <a:normAutofit fontScale="62500" lnSpcReduction="20000"/>
          </a:bodyPr>
          <a:lstStyle/>
          <a:p>
            <a:r>
              <a:rPr lang="sk-SK" sz="4400" dirty="0"/>
              <a:t>používa pri synchronizačných úlohách na </a:t>
            </a:r>
            <a:r>
              <a:rPr lang="sk-SK" sz="4400" b="1" dirty="0"/>
              <a:t>zabezpečenie vzájomného vylúčenia</a:t>
            </a:r>
            <a:r>
              <a:rPr lang="sk-SK" sz="4400" dirty="0"/>
              <a:t> (</a:t>
            </a:r>
            <a:r>
              <a:rPr lang="sk-SK" sz="4400" dirty="0" err="1"/>
              <a:t>mutual</a:t>
            </a:r>
            <a:r>
              <a:rPr lang="sk-SK" sz="4400" dirty="0"/>
              <a:t> </a:t>
            </a:r>
            <a:r>
              <a:rPr lang="sk-SK" sz="4400" dirty="0" err="1"/>
              <a:t>exclusion</a:t>
            </a:r>
            <a:r>
              <a:rPr lang="sk-SK" sz="4400" dirty="0"/>
              <a:t>) pre </a:t>
            </a:r>
            <a:r>
              <a:rPr lang="sk-SK" sz="4400" i="1" dirty="0"/>
              <a:t>ľubovoľný počet procesov</a:t>
            </a:r>
            <a:r>
              <a:rPr lang="sk-SK" sz="4400" dirty="0"/>
              <a:t> bez použitia špeciálnych hardvérových inštrukcií. </a:t>
            </a:r>
            <a:endParaRPr lang="sk-SK" sz="4200" noProof="1"/>
          </a:p>
          <a:p>
            <a:r>
              <a:rPr lang="sk-SK" sz="4200" noProof="1"/>
              <a:t>Princíp – procesu je pri žiadosti o prístup do kritického úseku priradené poradové číslo. Prednosť má proces s najnižším poradovým číslom, v prípade, že dva procesy majú toto číslo rovnaké, rozhoduje iné kritérium – napr. PID</a:t>
            </a:r>
          </a:p>
        </p:txBody>
      </p:sp>
      <p:sp>
        <p:nvSpPr>
          <p:cNvPr id="4" name="Slide Number Placeholder 3"/>
          <p:cNvSpPr>
            <a:spLocks noGrp="1"/>
          </p:cNvSpPr>
          <p:nvPr>
            <p:ph type="sldNum" sz="quarter" idx="12"/>
          </p:nvPr>
        </p:nvSpPr>
        <p:spPr/>
        <p:txBody>
          <a:bodyPr/>
          <a:lstStyle/>
          <a:p>
            <a:fld id="{5AB4CD34-DB5E-4606-AE4E-01019896DEAB}" type="slidenum">
              <a:rPr lang="sk-SK" smtClean="0"/>
              <a:t>23</a:t>
            </a:fld>
            <a:endParaRPr lang="sk-SK"/>
          </a:p>
        </p:txBody>
      </p:sp>
      <p:sp>
        <p:nvSpPr>
          <p:cNvPr id="6" name="BlokTextu 5">
            <a:extLst>
              <a:ext uri="{FF2B5EF4-FFF2-40B4-BE49-F238E27FC236}">
                <a16:creationId xmlns:a16="http://schemas.microsoft.com/office/drawing/2014/main" id="{1996FD82-8067-2950-8203-05A0703821E7}"/>
              </a:ext>
            </a:extLst>
          </p:cNvPr>
          <p:cNvSpPr txBox="1"/>
          <p:nvPr/>
        </p:nvSpPr>
        <p:spPr>
          <a:xfrm>
            <a:off x="5932330" y="1470772"/>
            <a:ext cx="6096000" cy="1477328"/>
          </a:xfrm>
          <a:prstGeom prst="rect">
            <a:avLst/>
          </a:prstGeom>
          <a:noFill/>
        </p:spPr>
        <p:txBody>
          <a:bodyPr wrap="square">
            <a:spAutoFit/>
          </a:bodyPr>
          <a:lstStyle/>
          <a:p>
            <a:r>
              <a:rPr lang="sk-SK" b="1" dirty="0"/>
              <a:t>Aktívne čakanie (</a:t>
            </a:r>
            <a:r>
              <a:rPr lang="sk-SK" b="1" dirty="0" err="1"/>
              <a:t>busy</a:t>
            </a:r>
            <a:r>
              <a:rPr lang="sk-SK" b="1" dirty="0"/>
              <a:t> </a:t>
            </a:r>
            <a:r>
              <a:rPr lang="sk-SK" b="1" dirty="0" err="1"/>
              <a:t>waiting</a:t>
            </a:r>
            <a:r>
              <a:rPr lang="sk-SK" b="1" dirty="0"/>
              <a:t>)</a:t>
            </a:r>
          </a:p>
          <a:p>
            <a:r>
              <a:rPr lang="sk-SK" dirty="0"/>
              <a:t>Procesy čakajú v slučke, kým na nich nepríde rad. Algoritmus teda používa:</a:t>
            </a:r>
          </a:p>
          <a:p>
            <a:r>
              <a:rPr lang="sk-SK" b="1" dirty="0"/>
              <a:t>zdieľané premenné</a:t>
            </a:r>
            <a:r>
              <a:rPr lang="sk-SK" dirty="0"/>
              <a:t> (pole lístkov),</a:t>
            </a:r>
          </a:p>
          <a:p>
            <a:r>
              <a:rPr lang="sk-SK" b="1" dirty="0"/>
              <a:t>aktívne čakanie</a:t>
            </a:r>
            <a:r>
              <a:rPr lang="sk-SK" dirty="0"/>
              <a:t>, nie blokovanie.</a:t>
            </a:r>
            <a:endParaRPr lang="sk-SK" dirty="0">
              <a:effectLst/>
            </a:endParaRPr>
          </a:p>
        </p:txBody>
      </p:sp>
    </p:spTree>
    <p:extLst>
      <p:ext uri="{BB962C8B-B14F-4D97-AF65-F5344CB8AC3E}">
        <p14:creationId xmlns:p14="http://schemas.microsoft.com/office/powerpoint/2010/main" val="3235063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p:txBody>
          <a:bodyPr/>
          <a:lstStyle/>
          <a:p>
            <a:r>
              <a:rPr lang="sk-SK" dirty="0"/>
              <a:t>Rozdelenie synchronizačných nástrojov podľa čakania</a:t>
            </a:r>
          </a:p>
        </p:txBody>
      </p:sp>
      <p:sp>
        <p:nvSpPr>
          <p:cNvPr id="5" name="Content Placeholder 4"/>
          <p:cNvSpPr>
            <a:spLocks noGrp="1"/>
          </p:cNvSpPr>
          <p:nvPr>
            <p:ph sz="half" idx="1"/>
          </p:nvPr>
        </p:nvSpPr>
        <p:spPr/>
        <p:txBody>
          <a:bodyPr>
            <a:normAutofit/>
          </a:bodyPr>
          <a:lstStyle/>
          <a:p>
            <a:pPr marL="0" indent="0">
              <a:buNone/>
            </a:pPr>
            <a:r>
              <a:rPr lang="sk-SK" b="1" dirty="0"/>
              <a:t>Aktívne čakanie (</a:t>
            </a:r>
            <a:r>
              <a:rPr lang="sk-SK" b="1" dirty="0" err="1"/>
              <a:t>busy</a:t>
            </a:r>
            <a:r>
              <a:rPr lang="sk-SK" b="1" dirty="0"/>
              <a:t> </a:t>
            </a:r>
            <a:r>
              <a:rPr lang="sk-SK" b="1" dirty="0" err="1"/>
              <a:t>waiting</a:t>
            </a:r>
            <a:r>
              <a:rPr lang="sk-SK" b="1" dirty="0"/>
              <a:t>)</a:t>
            </a:r>
          </a:p>
          <a:p>
            <a:pPr marL="0" indent="0">
              <a:buNone/>
            </a:pPr>
            <a:r>
              <a:rPr lang="sk-SK" dirty="0"/>
              <a:t>Proces sa točí v slučke a spotrebúva CPU.</a:t>
            </a:r>
          </a:p>
          <a:p>
            <a:r>
              <a:rPr lang="sk-SK" dirty="0" err="1"/>
              <a:t>Dekkerov</a:t>
            </a:r>
            <a:r>
              <a:rPr lang="sk-SK" dirty="0"/>
              <a:t> algoritmus</a:t>
            </a:r>
          </a:p>
          <a:p>
            <a:r>
              <a:rPr lang="sk-SK" dirty="0" err="1"/>
              <a:t>Petersonov</a:t>
            </a:r>
            <a:r>
              <a:rPr lang="sk-SK" dirty="0"/>
              <a:t> algoritmus</a:t>
            </a:r>
          </a:p>
          <a:p>
            <a:r>
              <a:rPr lang="sk-SK" dirty="0"/>
              <a:t>Test-and-set </a:t>
            </a:r>
            <a:r>
              <a:rPr lang="sk-SK" dirty="0" err="1"/>
              <a:t>lock</a:t>
            </a:r>
            <a:endParaRPr lang="sk-SK" dirty="0"/>
          </a:p>
          <a:p>
            <a:r>
              <a:rPr lang="sk-SK" dirty="0" err="1"/>
              <a:t>Spinlocky</a:t>
            </a:r>
            <a:endParaRPr lang="sk-SK" dirty="0"/>
          </a:p>
          <a:p>
            <a:r>
              <a:rPr lang="sk-SK" dirty="0"/>
              <a:t>Algoritmy bez zámkov (</a:t>
            </a:r>
            <a:r>
              <a:rPr lang="sk-SK" dirty="0" err="1"/>
              <a:t>lock-free</a:t>
            </a:r>
            <a:r>
              <a:rPr lang="sk-SK" dirty="0"/>
              <a:t>, CAS)</a:t>
            </a:r>
          </a:p>
        </p:txBody>
      </p:sp>
      <p:sp>
        <p:nvSpPr>
          <p:cNvPr id="2" name="Zástupný objekt pre obsah 1">
            <a:extLst>
              <a:ext uri="{FF2B5EF4-FFF2-40B4-BE49-F238E27FC236}">
                <a16:creationId xmlns:a16="http://schemas.microsoft.com/office/drawing/2014/main" id="{6795B5F3-D4C8-C27A-C4E5-445C8779B727}"/>
              </a:ext>
            </a:extLst>
          </p:cNvPr>
          <p:cNvSpPr>
            <a:spLocks noGrp="1"/>
          </p:cNvSpPr>
          <p:nvPr>
            <p:ph sz="half" idx="2"/>
          </p:nvPr>
        </p:nvSpPr>
        <p:spPr/>
        <p:txBody>
          <a:bodyPr>
            <a:normAutofit/>
          </a:bodyPr>
          <a:lstStyle/>
          <a:p>
            <a:pPr marL="0" indent="0">
              <a:buNone/>
            </a:pPr>
            <a:r>
              <a:rPr lang="sk-SK" b="1" dirty="0"/>
              <a:t>Pasívne čakanie (</a:t>
            </a:r>
            <a:r>
              <a:rPr lang="sk-SK" b="1" dirty="0" err="1"/>
              <a:t>blocking</a:t>
            </a:r>
            <a:r>
              <a:rPr lang="sk-SK" b="1" dirty="0"/>
              <a:t>)</a:t>
            </a:r>
          </a:p>
          <a:p>
            <a:pPr marL="0" indent="0">
              <a:buNone/>
            </a:pPr>
            <a:r>
              <a:rPr lang="sk-SK" dirty="0"/>
              <a:t>Proces sa uspí a OS ho prebudí, keď môže pokračovať.</a:t>
            </a:r>
          </a:p>
          <a:p>
            <a:r>
              <a:rPr lang="sk-SK" dirty="0"/>
              <a:t>Semafory (blokujúce </a:t>
            </a:r>
            <a:r>
              <a:rPr lang="sk-SK" dirty="0" err="1"/>
              <a:t>wait</a:t>
            </a:r>
            <a:r>
              <a:rPr lang="sk-SK" dirty="0"/>
              <a:t>())</a:t>
            </a:r>
          </a:p>
          <a:p>
            <a:r>
              <a:rPr lang="sk-SK" dirty="0"/>
              <a:t>Monitory</a:t>
            </a:r>
          </a:p>
          <a:p>
            <a:r>
              <a:rPr lang="sk-SK" dirty="0"/>
              <a:t>Podmienené premenné</a:t>
            </a:r>
          </a:p>
          <a:p>
            <a:r>
              <a:rPr lang="sk-SK" dirty="0"/>
              <a:t>Blokujúce </a:t>
            </a:r>
            <a:r>
              <a:rPr lang="sk-SK" dirty="0" err="1"/>
              <a:t>mutexy</a:t>
            </a:r>
            <a:endParaRPr lang="sk-SK" dirty="0"/>
          </a:p>
          <a:p>
            <a:r>
              <a:rPr lang="sk-SK" dirty="0"/>
              <a:t>Blokujúce IPC (</a:t>
            </a:r>
            <a:r>
              <a:rPr lang="sk-SK" dirty="0" err="1"/>
              <a:t>pipes</a:t>
            </a:r>
            <a:r>
              <a:rPr lang="sk-SK" dirty="0"/>
              <a:t>, </a:t>
            </a:r>
            <a:r>
              <a:rPr lang="sk-SK" dirty="0" err="1"/>
              <a:t>sockets</a:t>
            </a:r>
            <a:r>
              <a:rPr lang="sk-SK" dirty="0"/>
              <a:t>)</a:t>
            </a:r>
          </a:p>
          <a:p>
            <a:endParaRPr lang="sk-SK" dirty="0"/>
          </a:p>
        </p:txBody>
      </p:sp>
      <p:sp>
        <p:nvSpPr>
          <p:cNvPr id="26627" name="Zástupný symbol čísla snímky 4"/>
          <p:cNvSpPr>
            <a:spLocks noGrp="1"/>
          </p:cNvSpPr>
          <p:nvPr>
            <p:ph type="sldNum" sz="quarter" idx="12"/>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C5B460E-4FE7-48D6-BF1F-4D9366810D54}" type="slidenum">
              <a:rPr lang="sk-SK" sz="1600" smtClean="0"/>
              <a:pPr/>
              <a:t>24</a:t>
            </a:fld>
            <a:endParaRPr lang="sk-SK" dirty="0"/>
          </a:p>
        </p:txBody>
      </p:sp>
      <p:sp>
        <p:nvSpPr>
          <p:cNvPr id="26629" name="Text Box 3"/>
          <p:cNvSpPr txBox="1">
            <a:spLocks noChangeArrowheads="1"/>
          </p:cNvSpPr>
          <p:nvPr/>
        </p:nvSpPr>
        <p:spPr bwMode="auto">
          <a:xfrm>
            <a:off x="1905000" y="1905001"/>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sk-SK" sz="2000" b="1"/>
          </a:p>
        </p:txBody>
      </p:sp>
    </p:spTree>
    <p:extLst>
      <p:ext uri="{BB962C8B-B14F-4D97-AF65-F5344CB8AC3E}">
        <p14:creationId xmlns:p14="http://schemas.microsoft.com/office/powerpoint/2010/main" val="4070380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838200" y="239619"/>
            <a:ext cx="10515600" cy="1325563"/>
          </a:xfrm>
        </p:spPr>
        <p:txBody>
          <a:bodyPr/>
          <a:lstStyle/>
          <a:p>
            <a:r>
              <a:rPr lang="sk-SK" sz="3200" b="1" dirty="0"/>
              <a:t>Semafory</a:t>
            </a:r>
          </a:p>
        </p:txBody>
      </p:sp>
      <p:sp>
        <p:nvSpPr>
          <p:cNvPr id="2" name="Zástupný objekt pre obsah 1">
            <a:extLst>
              <a:ext uri="{FF2B5EF4-FFF2-40B4-BE49-F238E27FC236}">
                <a16:creationId xmlns:a16="http://schemas.microsoft.com/office/drawing/2014/main" id="{F1118B14-83BB-7A4D-9A9E-84A88C7E51E4}"/>
              </a:ext>
            </a:extLst>
          </p:cNvPr>
          <p:cNvSpPr>
            <a:spLocks noGrp="1"/>
          </p:cNvSpPr>
          <p:nvPr>
            <p:ph idx="1"/>
          </p:nvPr>
        </p:nvSpPr>
        <p:spPr>
          <a:xfrm>
            <a:off x="838200" y="1371600"/>
            <a:ext cx="10515600" cy="4814507"/>
          </a:xfrm>
        </p:spPr>
        <p:txBody>
          <a:bodyPr>
            <a:normAutofit fontScale="70000" lnSpcReduction="20000"/>
          </a:bodyPr>
          <a:lstStyle/>
          <a:p>
            <a:pPr marL="0" indent="0">
              <a:buNone/>
            </a:pPr>
            <a:r>
              <a:rPr lang="sk-SK" sz="3200" dirty="0"/>
              <a:t>E. W. DIJKSTRA - dátový typ semafor ako synchronizačný nástroj</a:t>
            </a:r>
          </a:p>
          <a:p>
            <a:pPr marL="0" indent="0">
              <a:buNone/>
            </a:pPr>
            <a:r>
              <a:rPr lang="sk-SK" sz="3200" dirty="0"/>
              <a:t>            type SEMAPHORE </a:t>
            </a:r>
            <a:r>
              <a:rPr lang="sk-SK" sz="3200" dirty="0" err="1"/>
              <a:t>is</a:t>
            </a:r>
            <a:r>
              <a:rPr lang="sk-SK" sz="3200" dirty="0"/>
              <a:t> </a:t>
            </a:r>
            <a:r>
              <a:rPr lang="sk-SK" sz="3200" dirty="0" err="1"/>
              <a:t>record</a:t>
            </a:r>
            <a:r>
              <a:rPr lang="sk-SK" sz="3200" dirty="0"/>
              <a:t> S: CELÉ_NEZÁPORNÉ;</a:t>
            </a:r>
          </a:p>
          <a:p>
            <a:pPr marL="0" indent="0">
              <a:buNone/>
            </a:pPr>
            <a:r>
              <a:rPr lang="sk-SK" sz="3200" dirty="0"/>
              <a:t>                                                            F: FRONTA_PROCESOV;</a:t>
            </a:r>
          </a:p>
          <a:p>
            <a:pPr marL="0" indent="0">
              <a:buNone/>
            </a:pPr>
            <a:r>
              <a:rPr lang="sk-SK" sz="3200" dirty="0"/>
              <a:t>                                                 end </a:t>
            </a:r>
            <a:r>
              <a:rPr lang="sk-SK" sz="3200" dirty="0" err="1"/>
              <a:t>record</a:t>
            </a:r>
            <a:r>
              <a:rPr lang="sk-SK" sz="3200" dirty="0"/>
              <a:t>;</a:t>
            </a:r>
          </a:p>
          <a:p>
            <a:endParaRPr lang="sk-SK" sz="3200" dirty="0"/>
          </a:p>
          <a:p>
            <a:r>
              <a:rPr lang="sk-SK" sz="3200" dirty="0"/>
              <a:t>Pre typ SEMAPHORE sú definované tri operácie: SEND (V), WAIT (P) a počiatočné nastavenie INIT_SEM</a:t>
            </a:r>
          </a:p>
          <a:p>
            <a:endParaRPr lang="sk-SK" sz="3200" dirty="0"/>
          </a:p>
          <a:p>
            <a:pPr marL="0" indent="0">
              <a:buNone/>
            </a:pPr>
            <a:r>
              <a:rPr lang="sk-SK" sz="3200" dirty="0" err="1"/>
              <a:t>procedure</a:t>
            </a:r>
            <a:r>
              <a:rPr lang="sk-SK" sz="3200" dirty="0"/>
              <a:t> INIT_SEM(V: </a:t>
            </a:r>
            <a:r>
              <a:rPr lang="sk-SK" sz="3200" dirty="0" err="1"/>
              <a:t>out</a:t>
            </a:r>
            <a:r>
              <a:rPr lang="sk-SK" sz="3200" dirty="0"/>
              <a:t> SEMAPHORE;</a:t>
            </a:r>
          </a:p>
          <a:p>
            <a:pPr marL="0" indent="0">
              <a:buNone/>
            </a:pPr>
            <a:r>
              <a:rPr lang="sk-SK" sz="3200" dirty="0"/>
              <a:t>                                          POČIATOČNÁ_HODNOTA: CELÉ_NEZÁPORNÉ);</a:t>
            </a:r>
          </a:p>
          <a:p>
            <a:pPr marL="0" indent="0">
              <a:buNone/>
            </a:pPr>
            <a:r>
              <a:rPr lang="sk-SK" sz="3200" dirty="0"/>
              <a:t>   </a:t>
            </a:r>
            <a:r>
              <a:rPr lang="sk-SK" sz="3200" dirty="0" err="1"/>
              <a:t>begin</a:t>
            </a:r>
            <a:r>
              <a:rPr lang="sk-SK" sz="3200" dirty="0"/>
              <a:t> V.S := POČIATOČNÁ_HODNOTA;</a:t>
            </a:r>
          </a:p>
          <a:p>
            <a:pPr marL="0" indent="0">
              <a:buNone/>
            </a:pPr>
            <a:r>
              <a:rPr lang="sk-SK" sz="3200" dirty="0"/>
              <a:t>             V.F := {prázdna};</a:t>
            </a:r>
          </a:p>
          <a:p>
            <a:pPr marL="0" indent="0">
              <a:buNone/>
            </a:pPr>
            <a:r>
              <a:rPr lang="sk-SK" sz="3200" dirty="0"/>
              <a:t>    end </a:t>
            </a:r>
          </a:p>
          <a:p>
            <a:endParaRPr lang="sk-SK" dirty="0"/>
          </a:p>
        </p:txBody>
      </p:sp>
      <p:sp>
        <p:nvSpPr>
          <p:cNvPr id="27651" name="Zástupný symbol čísla snímky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C3E72F2-569B-4ACB-BA69-02F1234EA04B}" type="slidenum">
              <a:rPr lang="sk-SK" sz="1400"/>
              <a:pPr/>
              <a:t>25</a:t>
            </a:fld>
            <a:endParaRPr lang="sk-SK" sz="1400"/>
          </a:p>
        </p:txBody>
      </p:sp>
    </p:spTree>
    <p:extLst>
      <p:ext uri="{BB962C8B-B14F-4D97-AF65-F5344CB8AC3E}">
        <p14:creationId xmlns:p14="http://schemas.microsoft.com/office/powerpoint/2010/main" val="1024189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A320F56-3467-4A90-82CF-AF0821193630}" type="slidenum">
              <a:rPr lang="sk-SK" sz="1400"/>
              <a:pPr/>
              <a:t>26</a:t>
            </a:fld>
            <a:endParaRPr lang="sk-SK" sz="1400"/>
          </a:p>
        </p:txBody>
      </p:sp>
      <p:sp>
        <p:nvSpPr>
          <p:cNvPr id="28676" name="Text Box 2"/>
          <p:cNvSpPr txBox="1">
            <a:spLocks noChangeArrowheads="1"/>
          </p:cNvSpPr>
          <p:nvPr/>
        </p:nvSpPr>
        <p:spPr bwMode="auto">
          <a:xfrm>
            <a:off x="1828801" y="228601"/>
            <a:ext cx="8213725" cy="649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sk-SK" sz="2000" dirty="0" err="1"/>
              <a:t>procedure</a:t>
            </a:r>
            <a:r>
              <a:rPr lang="sk-SK" sz="2000" dirty="0"/>
              <a:t> WAIT(V: in </a:t>
            </a:r>
            <a:r>
              <a:rPr lang="sk-SK" sz="2000" dirty="0" err="1"/>
              <a:t>out</a:t>
            </a:r>
            <a:r>
              <a:rPr lang="sk-SK" sz="2000" dirty="0"/>
              <a:t> SEMAPHORE);</a:t>
            </a:r>
          </a:p>
          <a:p>
            <a:r>
              <a:rPr lang="sk-SK" sz="2000" dirty="0"/>
              <a:t> </a:t>
            </a:r>
            <a:r>
              <a:rPr lang="sk-SK" sz="2000" dirty="0" err="1"/>
              <a:t>if</a:t>
            </a:r>
            <a:r>
              <a:rPr lang="sk-SK" sz="2000" dirty="0"/>
              <a:t> V.S = 0 </a:t>
            </a:r>
            <a:r>
              <a:rPr lang="sk-SK" sz="2000" dirty="0" err="1"/>
              <a:t>then</a:t>
            </a:r>
            <a:endParaRPr lang="sk-SK" sz="2000" dirty="0"/>
          </a:p>
          <a:p>
            <a:r>
              <a:rPr lang="sk-SK" sz="2000" dirty="0"/>
              <a:t>      {volajúci proces umiestni do fronty V.F, kde bude čakať; zrušiť vzájomné</a:t>
            </a:r>
          </a:p>
          <a:p>
            <a:r>
              <a:rPr lang="sk-SK" sz="2000" dirty="0"/>
              <a:t>         vylúčenie tejto operácie s ostatnými operáciami WAIT a SEND};</a:t>
            </a:r>
          </a:p>
          <a:p>
            <a:r>
              <a:rPr lang="sk-SK" sz="2000" dirty="0"/>
              <a:t>       </a:t>
            </a:r>
            <a:r>
              <a:rPr lang="sk-SK" sz="2000" dirty="0" err="1"/>
              <a:t>else</a:t>
            </a:r>
            <a:r>
              <a:rPr lang="sk-SK" sz="2000" dirty="0"/>
              <a:t> V.S := V.S - 1;</a:t>
            </a:r>
          </a:p>
          <a:p>
            <a:r>
              <a:rPr lang="sk-SK" sz="2000" dirty="0"/>
              <a:t>end </a:t>
            </a:r>
            <a:r>
              <a:rPr lang="sk-SK" sz="2000" dirty="0" err="1"/>
              <a:t>if</a:t>
            </a:r>
            <a:r>
              <a:rPr lang="sk-SK" sz="2000" dirty="0"/>
              <a:t>;</a:t>
            </a:r>
          </a:p>
          <a:p>
            <a:endParaRPr lang="sk-SK" sz="2000" dirty="0"/>
          </a:p>
          <a:p>
            <a:r>
              <a:rPr lang="sk-SK" sz="2000" dirty="0" err="1"/>
              <a:t>procedure</a:t>
            </a:r>
            <a:r>
              <a:rPr lang="sk-SK" sz="2000" dirty="0"/>
              <a:t> SEND(V: in </a:t>
            </a:r>
            <a:r>
              <a:rPr lang="sk-SK" sz="2000" dirty="0" err="1"/>
              <a:t>out</a:t>
            </a:r>
            <a:r>
              <a:rPr lang="sk-SK" sz="2000" dirty="0"/>
              <a:t> SEMAPHORE);</a:t>
            </a:r>
          </a:p>
          <a:p>
            <a:r>
              <a:rPr lang="sk-SK" sz="2000" dirty="0"/>
              <a:t> </a:t>
            </a:r>
            <a:r>
              <a:rPr lang="sk-SK" sz="2000" dirty="0" err="1"/>
              <a:t>if</a:t>
            </a:r>
            <a:r>
              <a:rPr lang="sk-SK" sz="2000" dirty="0"/>
              <a:t>{V.F neprázdna} </a:t>
            </a:r>
            <a:r>
              <a:rPr lang="sk-SK" sz="2000" dirty="0" err="1"/>
              <a:t>then</a:t>
            </a:r>
            <a:endParaRPr lang="sk-SK" sz="2000" dirty="0"/>
          </a:p>
          <a:p>
            <a:r>
              <a:rPr lang="sk-SK" sz="2000" dirty="0"/>
              <a:t>    {jeden proces vybrať z fronty V.F a uvoľniť ho</a:t>
            </a:r>
          </a:p>
          <a:p>
            <a:r>
              <a:rPr lang="sk-SK" sz="2000" dirty="0"/>
              <a:t>      dokončí potom operáciu WAIT, v ktorej čaká};</a:t>
            </a:r>
          </a:p>
          <a:p>
            <a:r>
              <a:rPr lang="sk-SK" sz="2000" dirty="0"/>
              <a:t>     </a:t>
            </a:r>
            <a:r>
              <a:rPr lang="sk-SK" sz="2000" dirty="0" err="1"/>
              <a:t>else</a:t>
            </a:r>
            <a:r>
              <a:rPr lang="sk-SK" sz="2000" dirty="0"/>
              <a:t> V.S := V.S + 1;</a:t>
            </a:r>
          </a:p>
          <a:p>
            <a:r>
              <a:rPr lang="sk-SK" sz="2000" dirty="0"/>
              <a:t> end </a:t>
            </a:r>
            <a:r>
              <a:rPr lang="sk-SK" sz="2000" dirty="0" err="1"/>
              <a:t>if</a:t>
            </a:r>
            <a:r>
              <a:rPr lang="sk-SK" sz="2000" dirty="0"/>
              <a:t>;</a:t>
            </a:r>
          </a:p>
          <a:p>
            <a:endParaRPr lang="sk-SK" sz="2000" dirty="0"/>
          </a:p>
          <a:p>
            <a:r>
              <a:rPr lang="sk-SK" sz="2000" dirty="0"/>
              <a:t>Príklad: Producent - konzument s vyrovnávacou pamäťou BUF, ktorá bude ich</a:t>
            </a:r>
          </a:p>
          <a:p>
            <a:r>
              <a:rPr lang="sk-SK" sz="2000" dirty="0"/>
              <a:t>              spoločnou dátovou štruktúrou pomocou semaforov</a:t>
            </a:r>
          </a:p>
          <a:p>
            <a:endParaRPr lang="sk-SK" sz="2000" dirty="0"/>
          </a:p>
          <a:p>
            <a:r>
              <a:rPr lang="sk-SK" sz="2000" dirty="0"/>
              <a:t>BUF: </a:t>
            </a:r>
            <a:r>
              <a:rPr lang="sk-SK" sz="2000" dirty="0" err="1"/>
              <a:t>array</a:t>
            </a:r>
            <a:r>
              <a:rPr lang="sk-SK" sz="2000" dirty="0"/>
              <a:t> (0..MAXPOLOŽIEK - 1) of TYP_POLOŽKY;</a:t>
            </a:r>
          </a:p>
          <a:p>
            <a:r>
              <a:rPr lang="sk-SK" sz="2000" dirty="0"/>
              <a:t>OBSADENÉ, VOLNÉ : SEMAPHORE;</a:t>
            </a:r>
          </a:p>
          <a:p>
            <a:r>
              <a:rPr lang="sk-SK" sz="2000" dirty="0"/>
              <a:t>J, K: INTEGER </a:t>
            </a:r>
            <a:r>
              <a:rPr lang="sk-SK" sz="2000" dirty="0" err="1"/>
              <a:t>range</a:t>
            </a:r>
            <a:r>
              <a:rPr lang="sk-SK" sz="2000" dirty="0"/>
              <a:t> 0.. MAXPOLOŽIEK - 1 := 0;</a:t>
            </a:r>
          </a:p>
          <a:p>
            <a:r>
              <a:rPr lang="sk-SK" sz="2000" dirty="0"/>
              <a:t>ÚDAJ, VÝST_ÚDAJ: TYP_POLOŽKY;</a:t>
            </a:r>
          </a:p>
        </p:txBody>
      </p:sp>
    </p:spTree>
    <p:extLst>
      <p:ext uri="{BB962C8B-B14F-4D97-AF65-F5344CB8AC3E}">
        <p14:creationId xmlns:p14="http://schemas.microsoft.com/office/powerpoint/2010/main" val="1464020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4059663-F392-46B4-8684-C7C8BAEBE72D}" type="slidenum">
              <a:rPr lang="sk-SK" sz="1400"/>
              <a:pPr/>
              <a:t>27</a:t>
            </a:fld>
            <a:endParaRPr lang="sk-SK" sz="1400"/>
          </a:p>
        </p:txBody>
      </p:sp>
      <p:sp>
        <p:nvSpPr>
          <p:cNvPr id="29700" name="Text Box 2"/>
          <p:cNvSpPr txBox="1">
            <a:spLocks noChangeArrowheads="1"/>
          </p:cNvSpPr>
          <p:nvPr/>
        </p:nvSpPr>
        <p:spPr bwMode="auto">
          <a:xfrm>
            <a:off x="2590800" y="152401"/>
            <a:ext cx="5530850" cy="649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sk-SK" sz="2000" err="1"/>
              <a:t>begin</a:t>
            </a:r>
            <a:r>
              <a:rPr lang="sk-SK" sz="2000"/>
              <a:t> INIT_SEM(OBSADENÉ,0);</a:t>
            </a:r>
          </a:p>
          <a:p>
            <a:r>
              <a:rPr lang="sk-SK" sz="2000"/>
              <a:t>          INIT_SEM(VOĽNÉ, MAX_POLOŽIEK);</a:t>
            </a:r>
          </a:p>
          <a:p>
            <a:r>
              <a:rPr lang="sk-SK" sz="2000"/>
              <a:t>    </a:t>
            </a:r>
            <a:r>
              <a:rPr lang="sk-SK" sz="2000" err="1"/>
              <a:t>cobegin</a:t>
            </a:r>
            <a:endParaRPr lang="sk-SK" sz="2000"/>
          </a:p>
          <a:p>
            <a:r>
              <a:rPr lang="sk-SK" sz="2000"/>
              <a:t>         </a:t>
            </a:r>
            <a:r>
              <a:rPr lang="sk-SK" sz="2000">
                <a:solidFill>
                  <a:srgbClr val="FF0000"/>
                </a:solidFill>
              </a:rPr>
              <a:t>– Producent:</a:t>
            </a:r>
          </a:p>
          <a:p>
            <a:r>
              <a:rPr lang="sk-SK" sz="2000"/>
              <a:t>            </a:t>
            </a:r>
            <a:r>
              <a:rPr lang="sk-SK" sz="2000" err="1"/>
              <a:t>loop</a:t>
            </a:r>
            <a:r>
              <a:rPr lang="sk-SK" sz="2000"/>
              <a:t> {produkuj položku ÚDAJ};</a:t>
            </a:r>
          </a:p>
          <a:p>
            <a:r>
              <a:rPr lang="sk-SK" sz="2000"/>
              <a:t>                    WAIT(VOĽNÉ);</a:t>
            </a:r>
          </a:p>
          <a:p>
            <a:r>
              <a:rPr lang="sk-SK" sz="2000"/>
              <a:t>                    – zapíš:</a:t>
            </a:r>
          </a:p>
          <a:p>
            <a:r>
              <a:rPr lang="sk-SK" sz="2000"/>
              <a:t>                       BUF(J) := ÚDAJ;</a:t>
            </a:r>
          </a:p>
          <a:p>
            <a:r>
              <a:rPr lang="sk-SK" sz="2000"/>
              <a:t>                       J := (J+1) </a:t>
            </a:r>
            <a:r>
              <a:rPr lang="sk-SK" sz="2000" err="1"/>
              <a:t>mod</a:t>
            </a:r>
            <a:r>
              <a:rPr lang="sk-SK" sz="2000"/>
              <a:t> MAXPOLOŽIEK;</a:t>
            </a:r>
          </a:p>
          <a:p>
            <a:r>
              <a:rPr lang="sk-SK" sz="2000"/>
              <a:t>                    SEND(OBSADENÉ);</a:t>
            </a:r>
          </a:p>
          <a:p>
            <a:r>
              <a:rPr lang="sk-SK" sz="2000"/>
              <a:t>             end </a:t>
            </a:r>
            <a:r>
              <a:rPr lang="sk-SK" sz="2000" err="1"/>
              <a:t>loop</a:t>
            </a:r>
            <a:r>
              <a:rPr lang="sk-SK" sz="2000"/>
              <a:t>;</a:t>
            </a:r>
          </a:p>
          <a:p>
            <a:r>
              <a:rPr lang="sk-SK" sz="2000">
                <a:solidFill>
                  <a:srgbClr val="FF0000"/>
                </a:solidFill>
              </a:rPr>
              <a:t>         – Konzument: </a:t>
            </a:r>
          </a:p>
          <a:p>
            <a:r>
              <a:rPr lang="sk-SK" sz="2000"/>
              <a:t>            </a:t>
            </a:r>
            <a:r>
              <a:rPr lang="sk-SK" sz="2000" err="1"/>
              <a:t>loop</a:t>
            </a:r>
            <a:r>
              <a:rPr lang="sk-SK" sz="2000"/>
              <a:t> WAIT (OBSADENÉ);</a:t>
            </a:r>
          </a:p>
          <a:p>
            <a:r>
              <a:rPr lang="sk-SK" sz="2000"/>
              <a:t>                     – čítaj:</a:t>
            </a:r>
          </a:p>
          <a:p>
            <a:r>
              <a:rPr lang="sk-SK" sz="2000"/>
              <a:t>                        VÝST_ÚDAJ := BUF(K);</a:t>
            </a:r>
          </a:p>
          <a:p>
            <a:r>
              <a:rPr lang="sk-SK" sz="2000"/>
              <a:t>                         K := (K + 1) </a:t>
            </a:r>
            <a:r>
              <a:rPr lang="sk-SK" sz="2000" err="1"/>
              <a:t>mod</a:t>
            </a:r>
            <a:r>
              <a:rPr lang="sk-SK" sz="2000"/>
              <a:t> MAXPOLOŽIEK;</a:t>
            </a:r>
          </a:p>
          <a:p>
            <a:r>
              <a:rPr lang="sk-SK" sz="2000"/>
              <a:t>                     SEND(VOĽNÉ);</a:t>
            </a:r>
          </a:p>
          <a:p>
            <a:r>
              <a:rPr lang="sk-SK" sz="2000"/>
              <a:t>                     {spotrebuj položku VÝST_ÚDAJ};</a:t>
            </a:r>
          </a:p>
          <a:p>
            <a:r>
              <a:rPr lang="sk-SK" sz="2000"/>
              <a:t>             end </a:t>
            </a:r>
            <a:r>
              <a:rPr lang="sk-SK" sz="2000" err="1"/>
              <a:t>loop</a:t>
            </a:r>
            <a:r>
              <a:rPr lang="sk-SK" sz="2000"/>
              <a:t>;</a:t>
            </a:r>
          </a:p>
          <a:p>
            <a:r>
              <a:rPr lang="sk-SK" sz="2000"/>
              <a:t>    </a:t>
            </a:r>
            <a:r>
              <a:rPr lang="sk-SK" sz="2000" err="1"/>
              <a:t>coend</a:t>
            </a:r>
            <a:r>
              <a:rPr lang="sk-SK" sz="2000"/>
              <a:t>;</a:t>
            </a:r>
          </a:p>
          <a:p>
            <a:r>
              <a:rPr lang="sk-SK" sz="2000"/>
              <a:t>end;  </a:t>
            </a:r>
          </a:p>
        </p:txBody>
      </p:sp>
    </p:spTree>
    <p:extLst>
      <p:ext uri="{BB962C8B-B14F-4D97-AF65-F5344CB8AC3E}">
        <p14:creationId xmlns:p14="http://schemas.microsoft.com/office/powerpoint/2010/main" val="3507364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Posielanie správ</a:t>
            </a:r>
          </a:p>
        </p:txBody>
      </p:sp>
      <p:sp>
        <p:nvSpPr>
          <p:cNvPr id="3" name="Content Placeholder 2"/>
          <p:cNvSpPr>
            <a:spLocks noGrp="1"/>
          </p:cNvSpPr>
          <p:nvPr>
            <p:ph idx="1"/>
          </p:nvPr>
        </p:nvSpPr>
        <p:spPr>
          <a:xfrm>
            <a:off x="838200" y="1299882"/>
            <a:ext cx="10515600" cy="3119718"/>
          </a:xfrm>
        </p:spPr>
        <p:txBody>
          <a:bodyPr>
            <a:normAutofit fontScale="85000" lnSpcReduction="20000"/>
          </a:bodyPr>
          <a:lstStyle/>
          <a:p>
            <a:r>
              <a:rPr lang="sk-SK" b="1" dirty="0"/>
              <a:t>Priame posielanie správ </a:t>
            </a:r>
            <a:r>
              <a:rPr lang="sk-SK" dirty="0"/>
              <a:t>– procesy komunikujú priamo medzi sebou, pričom každá správa má explicitne určeného adresáta.</a:t>
            </a:r>
          </a:p>
          <a:p>
            <a:r>
              <a:rPr lang="sk-SK" b="1" dirty="0"/>
              <a:t>Nepriama komunikácia </a:t>
            </a:r>
            <a:r>
              <a:rPr lang="sk-SK" dirty="0"/>
              <a:t>– Procesy komunikujú nepriamo cez zdieľané </a:t>
            </a:r>
            <a:r>
              <a:rPr lang="sk-SK" dirty="0" err="1"/>
              <a:t>mailboxy</a:t>
            </a:r>
            <a:r>
              <a:rPr lang="sk-SK" dirty="0"/>
              <a:t> (schránky) alebo fronty správ.</a:t>
            </a:r>
          </a:p>
          <a:p>
            <a:r>
              <a:rPr lang="sk-SK" b="1" dirty="0"/>
              <a:t>Posielanie správ </a:t>
            </a:r>
            <a:r>
              <a:rPr lang="sk-SK" dirty="0"/>
              <a:t>v operačnom systéme </a:t>
            </a:r>
            <a:r>
              <a:rPr lang="sk-SK" b="1" dirty="0"/>
              <a:t>pomocou </a:t>
            </a:r>
            <a:r>
              <a:rPr lang="sk-SK" b="1" dirty="0" err="1"/>
              <a:t>soketov</a:t>
            </a:r>
            <a:r>
              <a:rPr lang="sk-SK" b="1" dirty="0"/>
              <a:t> </a:t>
            </a:r>
            <a:r>
              <a:rPr lang="sk-SK" dirty="0"/>
              <a:t>je základný spôsob komunikácie medzi procesmi alebo medzi klientom a serverom cez sieť.</a:t>
            </a:r>
          </a:p>
          <a:p>
            <a:pPr lvl="1"/>
            <a:r>
              <a:rPr lang="sk-SK" dirty="0" err="1"/>
              <a:t>Soket</a:t>
            </a:r>
            <a:r>
              <a:rPr lang="sk-SK" dirty="0"/>
              <a:t> je rozhranie pre komunikáciu medzi dvomi entitami, ako sú procesy alebo zariadenia, prostredníctvom počítačovej siete. V kontexte siete a operačných systémov je </a:t>
            </a:r>
            <a:r>
              <a:rPr lang="sk-SK" dirty="0" err="1"/>
              <a:t>soket</a:t>
            </a:r>
            <a:r>
              <a:rPr lang="sk-SK" dirty="0"/>
              <a:t> koncovým bodom dvojstranného komunikačného kanála medzi dvomi programami.</a:t>
            </a:r>
          </a:p>
          <a:p>
            <a:pPr lvl="1"/>
            <a:r>
              <a:rPr lang="sk-SK" dirty="0" err="1"/>
              <a:t>Sokety</a:t>
            </a:r>
            <a:r>
              <a:rPr lang="sk-SK" dirty="0"/>
              <a:t> využívajú </a:t>
            </a:r>
            <a:r>
              <a:rPr lang="sk-SK" b="1" dirty="0"/>
              <a:t>kombináciu IP adresy a čísla portu </a:t>
            </a:r>
            <a:r>
              <a:rPr lang="sk-SK" dirty="0"/>
              <a:t>na identifikáciu koncového bodu komunikácie.</a:t>
            </a:r>
          </a:p>
        </p:txBody>
      </p:sp>
      <p:pic>
        <p:nvPicPr>
          <p:cNvPr id="4" name="Picture 3"/>
          <p:cNvPicPr>
            <a:picLocks noChangeAspect="1"/>
          </p:cNvPicPr>
          <p:nvPr/>
        </p:nvPicPr>
        <p:blipFill>
          <a:blip r:embed="rId2"/>
          <a:stretch>
            <a:fillRect/>
          </a:stretch>
        </p:blipFill>
        <p:spPr>
          <a:xfrm>
            <a:off x="2008388" y="4302090"/>
            <a:ext cx="7973812" cy="2190785"/>
          </a:xfrm>
          <a:prstGeom prst="rect">
            <a:avLst/>
          </a:prstGeom>
        </p:spPr>
      </p:pic>
      <p:sp>
        <p:nvSpPr>
          <p:cNvPr id="5" name="Slide Number Placeholder 4"/>
          <p:cNvSpPr>
            <a:spLocks noGrp="1"/>
          </p:cNvSpPr>
          <p:nvPr>
            <p:ph type="sldNum" sz="quarter" idx="12"/>
          </p:nvPr>
        </p:nvSpPr>
        <p:spPr/>
        <p:txBody>
          <a:bodyPr/>
          <a:lstStyle/>
          <a:p>
            <a:fld id="{5AB4CD34-DB5E-4606-AE4E-01019896DEAB}" type="slidenum">
              <a:rPr lang="sk-SK" smtClean="0"/>
              <a:t>28</a:t>
            </a:fld>
            <a:endParaRPr lang="sk-SK"/>
          </a:p>
        </p:txBody>
      </p:sp>
    </p:spTree>
    <p:extLst>
      <p:ext uri="{BB962C8B-B14F-4D97-AF65-F5344CB8AC3E}">
        <p14:creationId xmlns:p14="http://schemas.microsoft.com/office/powerpoint/2010/main" val="2533591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sk-SK" b="1" dirty="0"/>
              <a:t>Posielanie správ</a:t>
            </a:r>
          </a:p>
        </p:txBody>
      </p:sp>
      <p:sp>
        <p:nvSpPr>
          <p:cNvPr id="2" name="Content Placeholder 1"/>
          <p:cNvSpPr>
            <a:spLocks noGrp="1"/>
          </p:cNvSpPr>
          <p:nvPr>
            <p:ph idx="1"/>
          </p:nvPr>
        </p:nvSpPr>
        <p:spPr/>
        <p:txBody>
          <a:bodyPr>
            <a:normAutofit fontScale="92500" lnSpcReduction="20000"/>
          </a:bodyPr>
          <a:lstStyle/>
          <a:p>
            <a:pPr>
              <a:spcBef>
                <a:spcPct val="50000"/>
              </a:spcBef>
            </a:pPr>
            <a:r>
              <a:rPr lang="sk-SK" dirty="0"/>
              <a:t>konkrétne synchronizačné nástroje pre zasielanie správ sa odlišujú spôsobom akým je určený druhý proces, s ktorým komunikácia prebieha tzv. </a:t>
            </a:r>
            <a:r>
              <a:rPr lang="sk-SK" b="1" dirty="0"/>
              <a:t>adresovanie</a:t>
            </a:r>
            <a:endParaRPr lang="sk-SK" dirty="0"/>
          </a:p>
          <a:p>
            <a:pPr marL="0" indent="0">
              <a:spcBef>
                <a:spcPct val="50000"/>
              </a:spcBef>
              <a:buNone/>
            </a:pPr>
            <a:r>
              <a:rPr lang="sk-SK" dirty="0"/>
              <a:t>Typy adresovania</a:t>
            </a:r>
          </a:p>
          <a:p>
            <a:pPr>
              <a:spcBef>
                <a:spcPct val="50000"/>
              </a:spcBef>
              <a:buFontTx/>
              <a:buChar char="•"/>
            </a:pPr>
            <a:r>
              <a:rPr lang="sk-SK" dirty="0"/>
              <a:t> </a:t>
            </a:r>
            <a:r>
              <a:rPr lang="sk-SK" b="1" dirty="0"/>
              <a:t>Symetrické adresovanie - </a:t>
            </a:r>
            <a:r>
              <a:rPr lang="sk-SK" dirty="0"/>
              <a:t>v </a:t>
            </a:r>
            <a:r>
              <a:rPr lang="sk-SK" dirty="0" err="1"/>
              <a:t>synchron</a:t>
            </a:r>
            <a:r>
              <a:rPr lang="sk-SK" dirty="0"/>
              <a:t>. operáciách sa uvádza meno prijímacieho a vysielacieho procesu, prijímací proces musí vedieť od koho má správu prijať</a:t>
            </a:r>
          </a:p>
          <a:p>
            <a:pPr>
              <a:spcBef>
                <a:spcPct val="50000"/>
              </a:spcBef>
              <a:buFontTx/>
              <a:buChar char="•"/>
            </a:pPr>
            <a:r>
              <a:rPr lang="sk-SK" b="1" dirty="0"/>
              <a:t> Asymetrické adresovanie - </a:t>
            </a:r>
            <a:r>
              <a:rPr lang="sk-SK" dirty="0"/>
              <a:t>uvádza sa len meno prijímacieho procesu, meno vysielacieho procesu sa určí až po prijatí správy (výstupným parametrom operácie)</a:t>
            </a:r>
          </a:p>
          <a:p>
            <a:pPr>
              <a:spcBef>
                <a:spcPct val="50000"/>
              </a:spcBef>
              <a:buFontTx/>
              <a:buChar char="•"/>
            </a:pPr>
            <a:r>
              <a:rPr lang="sk-SK" b="1" dirty="0"/>
              <a:t> Nepriame adresovanie - </a:t>
            </a:r>
            <a:r>
              <a:rPr lang="sk-SK" dirty="0"/>
              <a:t>v </a:t>
            </a:r>
            <a:r>
              <a:rPr lang="sk-SK" dirty="0" err="1"/>
              <a:t>synchron</a:t>
            </a:r>
            <a:r>
              <a:rPr lang="sk-SK" dirty="0"/>
              <a:t>. operáciách sa uvedie meno použitej vyrovnávacej pamäti alebo komunikačného kanálu</a:t>
            </a:r>
          </a:p>
        </p:txBody>
      </p:sp>
      <p:sp>
        <p:nvSpPr>
          <p:cNvPr id="16387" name="Zástupný symbol čísla snímky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CE4B957-8578-4DD1-85E1-8AF0B1F936CC}" type="slidenum">
              <a:rPr lang="sk-SK" sz="1400"/>
              <a:pPr/>
              <a:t>29</a:t>
            </a:fld>
            <a:endParaRPr lang="sk-SK" sz="1400"/>
          </a:p>
        </p:txBody>
      </p:sp>
      <p:sp>
        <p:nvSpPr>
          <p:cNvPr id="16389" name="Text Box 3"/>
          <p:cNvSpPr txBox="1">
            <a:spLocks noChangeArrowheads="1"/>
          </p:cNvSpPr>
          <p:nvPr/>
        </p:nvSpPr>
        <p:spPr bwMode="auto">
          <a:xfrm>
            <a:off x="2651126" y="1565275"/>
            <a:ext cx="161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cs-CZ"/>
          </a:p>
        </p:txBody>
      </p:sp>
    </p:spTree>
    <p:extLst>
      <p:ext uri="{BB962C8B-B14F-4D97-AF65-F5344CB8AC3E}">
        <p14:creationId xmlns:p14="http://schemas.microsoft.com/office/powerpoint/2010/main" val="650989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Zástupný symbol čísla snímky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70FB737-E7B6-4711-A22C-CC3405C4E2F2}" type="slidenum">
              <a:rPr lang="sk-SK" sz="1400"/>
              <a:pPr/>
              <a:t>30</a:t>
            </a:fld>
            <a:endParaRPr lang="sk-SK" sz="1400"/>
          </a:p>
        </p:txBody>
      </p:sp>
      <p:sp>
        <p:nvSpPr>
          <p:cNvPr id="17412" name="Rectangle 2"/>
          <p:cNvSpPr>
            <a:spLocks noGrp="1" noChangeArrowheads="1"/>
          </p:cNvSpPr>
          <p:nvPr>
            <p:ph type="title"/>
          </p:nvPr>
        </p:nvSpPr>
        <p:spPr>
          <a:xfrm>
            <a:off x="2209800" y="228600"/>
            <a:ext cx="7772400" cy="990600"/>
          </a:xfrm>
        </p:spPr>
        <p:txBody>
          <a:bodyPr/>
          <a:lstStyle/>
          <a:p>
            <a:r>
              <a:rPr lang="sk-SK" b="1" dirty="0"/>
              <a:t>Asynchrónne zasielanie správ</a:t>
            </a:r>
          </a:p>
        </p:txBody>
      </p:sp>
      <p:sp>
        <p:nvSpPr>
          <p:cNvPr id="17413" name="Text Box 3"/>
          <p:cNvSpPr txBox="1">
            <a:spLocks noChangeArrowheads="1"/>
          </p:cNvSpPr>
          <p:nvPr/>
        </p:nvSpPr>
        <p:spPr bwMode="auto">
          <a:xfrm>
            <a:off x="434715" y="1295401"/>
            <a:ext cx="1121264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342900" indent="-342900">
              <a:spcBef>
                <a:spcPct val="50000"/>
              </a:spcBef>
              <a:buFont typeface="Arial" panose="020B0604020202020204" pitchFamily="34" charset="0"/>
              <a:buChar char="•"/>
            </a:pPr>
            <a:r>
              <a:rPr lang="sk-SK" dirty="0"/>
              <a:t>základnú myšlienku </a:t>
            </a:r>
            <a:r>
              <a:rPr lang="sk-SK" dirty="0" err="1"/>
              <a:t>asynch</a:t>
            </a:r>
            <a:r>
              <a:rPr lang="sk-SK" dirty="0"/>
              <a:t>. zasielania správ ukazuje </a:t>
            </a:r>
            <a:r>
              <a:rPr lang="sk-SK" dirty="0" err="1"/>
              <a:t>Petriho</a:t>
            </a:r>
            <a:r>
              <a:rPr lang="sk-SK" dirty="0"/>
              <a:t> sieť </a:t>
            </a:r>
            <a:r>
              <a:rPr lang="en-US" dirty="0"/>
              <a:t>(</a:t>
            </a:r>
            <a:r>
              <a:rPr lang="en-US" dirty="0" err="1"/>
              <a:t>obr</a:t>
            </a:r>
            <a:r>
              <a:rPr lang="en-US" dirty="0"/>
              <a:t>)</a:t>
            </a:r>
          </a:p>
          <a:p>
            <a:pPr marL="342900" indent="-342900">
              <a:spcBef>
                <a:spcPct val="50000"/>
              </a:spcBef>
              <a:buFont typeface="Arial" panose="020B0604020202020204" pitchFamily="34" charset="0"/>
              <a:buChar char="•"/>
            </a:pPr>
            <a:r>
              <a:rPr lang="sk-SK" dirty="0"/>
              <a:t>vysielajúci proces P správu zapíše do vyrovnávacej pamäte, odkiaľ ju prevezme prijímajúci proces </a:t>
            </a:r>
            <a:r>
              <a:rPr lang="sk-SK" sz="2000" dirty="0"/>
              <a:t>Q</a:t>
            </a:r>
            <a:endParaRPr lang="sk-SK" dirty="0"/>
          </a:p>
        </p:txBody>
      </p:sp>
      <p:grpSp>
        <p:nvGrpSpPr>
          <p:cNvPr id="4" name="Skupina 3">
            <a:extLst>
              <a:ext uri="{FF2B5EF4-FFF2-40B4-BE49-F238E27FC236}">
                <a16:creationId xmlns:a16="http://schemas.microsoft.com/office/drawing/2014/main" id="{FE9A2A8D-E090-3C2D-07F6-56F40CDAC706}"/>
              </a:ext>
            </a:extLst>
          </p:cNvPr>
          <p:cNvGrpSpPr/>
          <p:nvPr/>
        </p:nvGrpSpPr>
        <p:grpSpPr>
          <a:xfrm>
            <a:off x="3048000" y="2898776"/>
            <a:ext cx="5602288" cy="3959225"/>
            <a:chOff x="3048000" y="2898776"/>
            <a:chExt cx="5602288" cy="3959225"/>
          </a:xfrm>
        </p:grpSpPr>
        <p:pic>
          <p:nvPicPr>
            <p:cNvPr id="1741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898776"/>
              <a:ext cx="5602288"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BlokTextu 1">
              <a:extLst>
                <a:ext uri="{FF2B5EF4-FFF2-40B4-BE49-F238E27FC236}">
                  <a16:creationId xmlns:a16="http://schemas.microsoft.com/office/drawing/2014/main" id="{271712C1-E53B-095B-E962-82A6EBB97DD9}"/>
                </a:ext>
              </a:extLst>
            </p:cNvPr>
            <p:cNvSpPr txBox="1"/>
            <p:nvPr/>
          </p:nvSpPr>
          <p:spPr>
            <a:xfrm>
              <a:off x="5126973" y="4069976"/>
              <a:ext cx="1444342" cy="738664"/>
            </a:xfrm>
            <a:prstGeom prst="rect">
              <a:avLst/>
            </a:prstGeom>
            <a:solidFill>
              <a:schemeClr val="bg1"/>
            </a:solidFill>
          </p:spPr>
          <p:txBody>
            <a:bodyPr wrap="square" rtlCol="0">
              <a:spAutoFit/>
            </a:bodyPr>
            <a:lstStyle/>
            <a:p>
              <a:r>
                <a:rPr lang="sk-SK" sz="1400" dirty="0"/>
                <a:t>Spracovať</a:t>
              </a:r>
            </a:p>
            <a:p>
              <a:r>
                <a:rPr lang="sk-SK" sz="1400" dirty="0"/>
                <a:t>do vyrovnávacej</a:t>
              </a:r>
            </a:p>
            <a:p>
              <a:r>
                <a:rPr lang="sk-SK" sz="1400" dirty="0"/>
                <a:t>pamäti</a:t>
              </a:r>
            </a:p>
          </p:txBody>
        </p:sp>
        <p:sp>
          <p:nvSpPr>
            <p:cNvPr id="3" name="BlokTextu 2">
              <a:extLst>
                <a:ext uri="{FF2B5EF4-FFF2-40B4-BE49-F238E27FC236}">
                  <a16:creationId xmlns:a16="http://schemas.microsoft.com/office/drawing/2014/main" id="{92FB053B-FD9D-54C1-FD43-4177BCBCA25F}"/>
                </a:ext>
              </a:extLst>
            </p:cNvPr>
            <p:cNvSpPr txBox="1"/>
            <p:nvPr/>
          </p:nvSpPr>
          <p:spPr>
            <a:xfrm>
              <a:off x="7485530" y="4975412"/>
              <a:ext cx="659155" cy="307777"/>
            </a:xfrm>
            <a:prstGeom prst="rect">
              <a:avLst/>
            </a:prstGeom>
            <a:solidFill>
              <a:schemeClr val="bg1"/>
            </a:solidFill>
          </p:spPr>
          <p:txBody>
            <a:bodyPr wrap="none" rtlCol="0">
              <a:spAutoFit/>
            </a:bodyPr>
            <a:lstStyle/>
            <a:p>
              <a:r>
                <a:rPr lang="sk-SK" sz="1400" dirty="0"/>
                <a:t>príjem</a:t>
              </a:r>
              <a:endParaRPr lang="sk-SK" dirty="0"/>
            </a:p>
          </p:txBody>
        </p:sp>
      </p:grpSp>
    </p:spTree>
    <p:extLst>
      <p:ext uri="{BB962C8B-B14F-4D97-AF65-F5344CB8AC3E}">
        <p14:creationId xmlns:p14="http://schemas.microsoft.com/office/powerpoint/2010/main" val="2953323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Zástupný symbol čísla snímky 4"/>
          <p:cNvSpPr>
            <a:spLocks noGrp="1"/>
          </p:cNvSpPr>
          <p:nvPr>
            <p:ph type="sldNum" sz="quarter" idx="12"/>
          </p:nvPr>
        </p:nvSpPr>
        <p:spPr>
          <a:xfrm>
            <a:off x="8610600" y="6365315"/>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F7BA177-CA5D-48EA-8AF1-2D6D99151520}" type="slidenum">
              <a:rPr lang="sk-SK" sz="1400"/>
              <a:pPr/>
              <a:t>31</a:t>
            </a:fld>
            <a:endParaRPr lang="sk-SK" sz="1400"/>
          </a:p>
        </p:txBody>
      </p:sp>
      <p:sp>
        <p:nvSpPr>
          <p:cNvPr id="19460" name="Rectangle 2"/>
          <p:cNvSpPr>
            <a:spLocks noGrp="1" noChangeArrowheads="1"/>
          </p:cNvSpPr>
          <p:nvPr>
            <p:ph type="title"/>
          </p:nvPr>
        </p:nvSpPr>
        <p:spPr>
          <a:xfrm>
            <a:off x="2133600" y="228600"/>
            <a:ext cx="7772400" cy="914400"/>
          </a:xfrm>
        </p:spPr>
        <p:txBody>
          <a:bodyPr/>
          <a:lstStyle/>
          <a:p>
            <a:r>
              <a:rPr lang="sk-SK" b="1" dirty="0"/>
              <a:t>Synchrónne zasielanie správ</a:t>
            </a:r>
          </a:p>
        </p:txBody>
      </p:sp>
      <p:sp>
        <p:nvSpPr>
          <p:cNvPr id="19461" name="Text Box 3"/>
          <p:cNvSpPr txBox="1">
            <a:spLocks noChangeArrowheads="1"/>
          </p:cNvSpPr>
          <p:nvPr/>
        </p:nvSpPr>
        <p:spPr bwMode="auto">
          <a:xfrm>
            <a:off x="152400" y="1143001"/>
            <a:ext cx="5257800"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sk-SK" dirty="0"/>
              <a:t>základnú myšlienku </a:t>
            </a:r>
            <a:r>
              <a:rPr lang="sk-SK" dirty="0" err="1"/>
              <a:t>synch</a:t>
            </a:r>
            <a:r>
              <a:rPr lang="sk-SK" dirty="0"/>
              <a:t>. zasielania správ ukazuje </a:t>
            </a:r>
            <a:r>
              <a:rPr lang="sk-SK" dirty="0" err="1"/>
              <a:t>Petriho</a:t>
            </a:r>
            <a:r>
              <a:rPr lang="sk-SK" dirty="0"/>
              <a:t> sieť z </a:t>
            </a:r>
            <a:r>
              <a:rPr lang="sk-SK" dirty="0" err="1"/>
              <a:t>obr</a:t>
            </a:r>
            <a:endParaRPr lang="sk-SK" dirty="0"/>
          </a:p>
          <a:p>
            <a:pPr>
              <a:buFontTx/>
              <a:buChar char="•"/>
            </a:pPr>
            <a:endParaRPr lang="sk-SK" dirty="0"/>
          </a:p>
          <a:p>
            <a:pPr marL="342900" indent="-342900">
              <a:buFont typeface="Arial" panose="020B0604020202020204" pitchFamily="34" charset="0"/>
              <a:buChar char="•"/>
            </a:pPr>
            <a:r>
              <a:rPr lang="sk-SK" sz="2000" dirty="0"/>
              <a:t>vidíme, že operácia RECEIVE_MESSAGE obsahuje čakanie na príchod správy a operácia SEND_MESSAGE na príchod potvrdenia o prijatí vyslanej správy.</a:t>
            </a:r>
          </a:p>
          <a:p>
            <a:pPr marL="342900" indent="-342900">
              <a:buFont typeface="Arial" panose="020B0604020202020204" pitchFamily="34" charset="0"/>
              <a:buChar char="•"/>
            </a:pPr>
            <a:endParaRPr lang="sk-SK" sz="2000" dirty="0"/>
          </a:p>
          <a:p>
            <a:pPr marL="342900" indent="-342900">
              <a:buFont typeface="Arial" panose="020B0604020202020204" pitchFamily="34" charset="0"/>
              <a:buChar char="•"/>
            </a:pPr>
            <a:endParaRPr lang="sk-SK" sz="2000" dirty="0"/>
          </a:p>
          <a:p>
            <a:pPr marL="342900" indent="-342900">
              <a:buFont typeface="Arial" panose="020B0604020202020204" pitchFamily="34" charset="0"/>
              <a:buChar char="•"/>
            </a:pPr>
            <a:r>
              <a:rPr lang="sk-SK" sz="2000" dirty="0"/>
              <a:t>synchrónnosť operácií vyjadruje tvar zakázaných oblastí (jediná postupová cesta). </a:t>
            </a:r>
            <a:endParaRPr lang="sk-SK" dirty="0"/>
          </a:p>
        </p:txBody>
      </p:sp>
      <p:grpSp>
        <p:nvGrpSpPr>
          <p:cNvPr id="4" name="Skupina 3">
            <a:extLst>
              <a:ext uri="{FF2B5EF4-FFF2-40B4-BE49-F238E27FC236}">
                <a16:creationId xmlns:a16="http://schemas.microsoft.com/office/drawing/2014/main" id="{6EBD3982-C4B3-1B2B-9E3E-090F4A8C6940}"/>
              </a:ext>
            </a:extLst>
          </p:cNvPr>
          <p:cNvGrpSpPr/>
          <p:nvPr/>
        </p:nvGrpSpPr>
        <p:grpSpPr>
          <a:xfrm>
            <a:off x="6179370" y="763344"/>
            <a:ext cx="5454685" cy="4789488"/>
            <a:chOff x="6179370" y="763344"/>
            <a:chExt cx="5454685" cy="4789488"/>
          </a:xfrm>
        </p:grpSpPr>
        <p:pic>
          <p:nvPicPr>
            <p:cNvPr id="1946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9370" y="763344"/>
              <a:ext cx="5257800"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BlokTextu 1">
              <a:extLst>
                <a:ext uri="{FF2B5EF4-FFF2-40B4-BE49-F238E27FC236}">
                  <a16:creationId xmlns:a16="http://schemas.microsoft.com/office/drawing/2014/main" id="{15ED6D01-6038-BB0F-BF35-5887783A4CC6}"/>
                </a:ext>
              </a:extLst>
            </p:cNvPr>
            <p:cNvSpPr txBox="1"/>
            <p:nvPr/>
          </p:nvSpPr>
          <p:spPr>
            <a:xfrm>
              <a:off x="10273554" y="2666494"/>
              <a:ext cx="659155" cy="307777"/>
            </a:xfrm>
            <a:prstGeom prst="rect">
              <a:avLst/>
            </a:prstGeom>
            <a:solidFill>
              <a:schemeClr val="bg1"/>
            </a:solidFill>
          </p:spPr>
          <p:txBody>
            <a:bodyPr wrap="none" rtlCol="0">
              <a:spAutoFit/>
            </a:bodyPr>
            <a:lstStyle/>
            <a:p>
              <a:r>
                <a:rPr lang="sk-SK" sz="1400" dirty="0"/>
                <a:t>príjem</a:t>
              </a:r>
              <a:endParaRPr lang="sk-SK" dirty="0"/>
            </a:p>
          </p:txBody>
        </p:sp>
        <p:sp>
          <p:nvSpPr>
            <p:cNvPr id="3" name="BlokTextu 2">
              <a:extLst>
                <a:ext uri="{FF2B5EF4-FFF2-40B4-BE49-F238E27FC236}">
                  <a16:creationId xmlns:a16="http://schemas.microsoft.com/office/drawing/2014/main" id="{D712D3E0-55BC-EDB5-D39A-49DB4ABACE78}"/>
                </a:ext>
              </a:extLst>
            </p:cNvPr>
            <p:cNvSpPr txBox="1"/>
            <p:nvPr/>
          </p:nvSpPr>
          <p:spPr>
            <a:xfrm>
              <a:off x="10273554" y="3801886"/>
              <a:ext cx="1360501" cy="307777"/>
            </a:xfrm>
            <a:prstGeom prst="rect">
              <a:avLst/>
            </a:prstGeom>
            <a:solidFill>
              <a:schemeClr val="bg1"/>
            </a:solidFill>
          </p:spPr>
          <p:txBody>
            <a:bodyPr wrap="none" rtlCol="0">
              <a:spAutoFit/>
            </a:bodyPr>
            <a:lstStyle/>
            <a:p>
              <a:r>
                <a:rPr lang="sk-SK" sz="1400" dirty="0"/>
                <a:t>Vyšli potvrdenie</a:t>
              </a:r>
              <a:endParaRPr lang="sk-SK" dirty="0"/>
            </a:p>
          </p:txBody>
        </p:sp>
      </p:grpSp>
    </p:spTree>
    <p:extLst>
      <p:ext uri="{BB962C8B-B14F-4D97-AF65-F5344CB8AC3E}">
        <p14:creationId xmlns:p14="http://schemas.microsoft.com/office/powerpoint/2010/main" val="3914507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3"/>
          <p:cNvSpPr>
            <a:spLocks noGrp="1" noChangeArrowheads="1"/>
          </p:cNvSpPr>
          <p:nvPr>
            <p:ph type="title"/>
          </p:nvPr>
        </p:nvSpPr>
        <p:spPr>
          <a:xfrm>
            <a:off x="838200" y="136525"/>
            <a:ext cx="10515600" cy="1325563"/>
          </a:xfrm>
        </p:spPr>
        <p:txBody>
          <a:bodyPr/>
          <a:lstStyle/>
          <a:p>
            <a:r>
              <a:rPr lang="sk-SK" dirty="0"/>
              <a:t>Monitory - </a:t>
            </a:r>
            <a:r>
              <a:rPr lang="sk-SK" dirty="0" err="1"/>
              <a:t>synchr</a:t>
            </a:r>
            <a:r>
              <a:rPr lang="sk-SK" dirty="0"/>
              <a:t>. nástroje vyššej úrovne</a:t>
            </a:r>
          </a:p>
        </p:txBody>
      </p:sp>
      <p:sp>
        <p:nvSpPr>
          <p:cNvPr id="3" name="Zástupný objekt pre obsah 2">
            <a:extLst>
              <a:ext uri="{FF2B5EF4-FFF2-40B4-BE49-F238E27FC236}">
                <a16:creationId xmlns:a16="http://schemas.microsoft.com/office/drawing/2014/main" id="{C546CA57-7330-134E-82B3-A6C54F8156E0}"/>
              </a:ext>
            </a:extLst>
          </p:cNvPr>
          <p:cNvSpPr>
            <a:spLocks noGrp="1"/>
          </p:cNvSpPr>
          <p:nvPr>
            <p:ph idx="1"/>
          </p:nvPr>
        </p:nvSpPr>
        <p:spPr>
          <a:xfrm>
            <a:off x="838200" y="1277257"/>
            <a:ext cx="10515600" cy="5215618"/>
          </a:xfrm>
        </p:spPr>
        <p:txBody>
          <a:bodyPr>
            <a:normAutofit fontScale="85000" lnSpcReduction="20000"/>
          </a:bodyPr>
          <a:lstStyle/>
          <a:p>
            <a:pPr marL="0" indent="0">
              <a:buNone/>
            </a:pPr>
            <a:r>
              <a:rPr lang="sk-SK" dirty="0"/>
              <a:t>Monitor je synchronizačný nástroj vyššej úrovne, ktorý rieši vzájomné vylúčenie aj koordináciu procesov elegantnejšie než semafory či nízkoúrovňové algoritmy. Je to vlastne </a:t>
            </a:r>
            <a:r>
              <a:rPr lang="sk-SK" b="1" dirty="0"/>
              <a:t>obal</a:t>
            </a:r>
            <a:r>
              <a:rPr lang="sk-SK" dirty="0"/>
              <a:t>, ktorý spája zámok a podmienené premenné do jedného bezpečného mechanizmu.</a:t>
            </a:r>
          </a:p>
          <a:p>
            <a:pPr marL="0" indent="0">
              <a:buNone/>
            </a:pPr>
            <a:r>
              <a:rPr lang="sk-SK" b="1" dirty="0"/>
              <a:t>Podstata monitoru</a:t>
            </a:r>
          </a:p>
          <a:p>
            <a:pPr marL="0" indent="0">
              <a:buNone/>
            </a:pPr>
            <a:r>
              <a:rPr lang="sk-SK" b="1" dirty="0"/>
              <a:t>1. Iba jeden proces môže byť v monitore naraz</a:t>
            </a:r>
          </a:p>
          <a:p>
            <a:r>
              <a:rPr lang="sk-SK" dirty="0"/>
              <a:t>Monitor má </a:t>
            </a:r>
            <a:r>
              <a:rPr lang="sk-SK" b="1" dirty="0"/>
              <a:t>implicitný zámok</a:t>
            </a:r>
            <a:r>
              <a:rPr lang="sk-SK" dirty="0"/>
              <a:t>. Keď proces vstúpi do monitoru (volá jeho metódu), automaticky získava zámok. Kým je vo vnútri, žiadny iný proces sa tam nedostane.</a:t>
            </a:r>
          </a:p>
          <a:p>
            <a:r>
              <a:rPr lang="sk-SK" dirty="0"/>
              <a:t>To znamená, že monitor </a:t>
            </a:r>
            <a:r>
              <a:rPr lang="sk-SK" b="1" dirty="0"/>
              <a:t>automaticky zabezpečuje vzájomné vylúčenie</a:t>
            </a:r>
            <a:r>
              <a:rPr lang="sk-SK" dirty="0"/>
              <a:t>.</a:t>
            </a:r>
          </a:p>
          <a:p>
            <a:pPr marL="0" indent="0">
              <a:buNone/>
            </a:pPr>
            <a:r>
              <a:rPr lang="sk-SK" b="1" dirty="0"/>
              <a:t>2. Monitor obsahuje podmienené premenné</a:t>
            </a:r>
          </a:p>
          <a:p>
            <a:r>
              <a:rPr lang="sk-SK" dirty="0"/>
              <a:t>Tie slúžia na čakanie na určitú podmienku. Majú dve operácie:</a:t>
            </a:r>
          </a:p>
          <a:p>
            <a:pPr lvl="1"/>
            <a:r>
              <a:rPr lang="sk-SK" dirty="0" err="1"/>
              <a:t>wait</a:t>
            </a:r>
            <a:r>
              <a:rPr lang="sk-SK" dirty="0"/>
              <a:t>() – proces sa uspí a uvoľní zámok</a:t>
            </a:r>
          </a:p>
          <a:p>
            <a:pPr lvl="1"/>
            <a:r>
              <a:rPr lang="sk-SK" dirty="0" err="1"/>
              <a:t>signal</a:t>
            </a:r>
            <a:r>
              <a:rPr lang="sk-SK" dirty="0"/>
              <a:t>() – prebudí jeden čakajúci proces</a:t>
            </a:r>
          </a:p>
          <a:p>
            <a:r>
              <a:rPr lang="sk-SK" dirty="0"/>
              <a:t>Tým monitor rieši aj </a:t>
            </a:r>
            <a:r>
              <a:rPr lang="sk-SK" b="1" dirty="0"/>
              <a:t>synchronizáciu poradia</a:t>
            </a:r>
            <a:r>
              <a:rPr lang="sk-SK" dirty="0"/>
              <a:t>.</a:t>
            </a:r>
          </a:p>
          <a:p>
            <a:pPr marL="0" indent="0">
              <a:buNone/>
            </a:pPr>
            <a:endParaRPr lang="sk-SK" dirty="0"/>
          </a:p>
        </p:txBody>
      </p:sp>
      <p:sp>
        <p:nvSpPr>
          <p:cNvPr id="30723"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C940E4F-28EF-402F-B471-F1CA2AAD0AD9}" type="slidenum">
              <a:rPr lang="sk-SK"/>
              <a:pPr/>
              <a:t>32</a:t>
            </a:fld>
            <a:endParaRPr lang="sk-SK"/>
          </a:p>
        </p:txBody>
      </p:sp>
    </p:spTree>
    <p:extLst>
      <p:ext uri="{BB962C8B-B14F-4D97-AF65-F5344CB8AC3E}">
        <p14:creationId xmlns:p14="http://schemas.microsoft.com/office/powerpoint/2010/main" val="397644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799A7DB-AC62-46E4-9215-AD7D88508BEF}" type="slidenum">
              <a:rPr lang="sk-SK" sz="1400"/>
              <a:pPr/>
              <a:t>33</a:t>
            </a:fld>
            <a:endParaRPr lang="sk-SK" sz="1400"/>
          </a:p>
        </p:txBody>
      </p:sp>
      <p:sp>
        <p:nvSpPr>
          <p:cNvPr id="31748" name="Rectangle 2"/>
          <p:cNvSpPr>
            <a:spLocks noGrp="1" noChangeArrowheads="1"/>
          </p:cNvSpPr>
          <p:nvPr>
            <p:ph type="body" idx="4294967295"/>
          </p:nvPr>
        </p:nvSpPr>
        <p:spPr/>
        <p:txBody>
          <a:bodyPr/>
          <a:lstStyle/>
          <a:p>
            <a:pPr marL="0" indent="0">
              <a:buNone/>
            </a:pPr>
            <a:r>
              <a:rPr lang="sk-SK" b="1" dirty="0"/>
              <a:t>3. Procesy nečakajú aktívne</a:t>
            </a:r>
          </a:p>
          <a:p>
            <a:r>
              <a:rPr lang="sk-SK" dirty="0"/>
              <a:t>Monitor používa </a:t>
            </a:r>
            <a:r>
              <a:rPr lang="sk-SK" b="1" dirty="0"/>
              <a:t>pasívne čakanie</a:t>
            </a:r>
            <a:r>
              <a:rPr lang="sk-SK" dirty="0"/>
              <a:t> – proces sa uspí a OS ho prebudí, keď môže pokračovať. Nevzniká plytvanie CPU ako pri </a:t>
            </a:r>
            <a:r>
              <a:rPr lang="sk-SK" dirty="0" err="1"/>
              <a:t>busy</a:t>
            </a:r>
            <a:r>
              <a:rPr lang="sk-SK" dirty="0"/>
              <a:t> </a:t>
            </a:r>
            <a:r>
              <a:rPr lang="sk-SK" dirty="0" err="1"/>
              <a:t>waiting</a:t>
            </a:r>
            <a:r>
              <a:rPr lang="sk-SK" dirty="0"/>
              <a:t>.</a:t>
            </a:r>
          </a:p>
          <a:p>
            <a:pPr marL="0" indent="0">
              <a:buNone/>
            </a:pPr>
            <a:r>
              <a:rPr lang="sk-SK" b="1" dirty="0"/>
              <a:t>4. Monitor je bezpečný a prehľadný</a:t>
            </a:r>
          </a:p>
          <a:p>
            <a:r>
              <a:rPr lang="sk-SK" dirty="0"/>
              <a:t>Všetky zdieľané premenné sú „schované“ vo vnútri monitoru. Procesy k nim pristupujú iba cez metódy monitoru, čo zabraňuje chybám.</a:t>
            </a:r>
            <a:endParaRPr lang="sk-SK" dirty="0">
              <a:effectLst/>
            </a:endParaRPr>
          </a:p>
        </p:txBody>
      </p:sp>
      <p:sp>
        <p:nvSpPr>
          <p:cNvPr id="31749" name="Rectangle 3"/>
          <p:cNvSpPr>
            <a:spLocks noGrp="1" noChangeArrowheads="1"/>
          </p:cNvSpPr>
          <p:nvPr>
            <p:ph type="title" idx="4294967295"/>
          </p:nvPr>
        </p:nvSpPr>
        <p:spPr/>
        <p:txBody>
          <a:bodyPr/>
          <a:lstStyle/>
          <a:p>
            <a:r>
              <a:rPr lang="sk-SK"/>
              <a:t>Monitory</a:t>
            </a:r>
          </a:p>
        </p:txBody>
      </p:sp>
    </p:spTree>
    <p:extLst>
      <p:ext uri="{BB962C8B-B14F-4D97-AF65-F5344CB8AC3E}">
        <p14:creationId xmlns:p14="http://schemas.microsoft.com/office/powerpoint/2010/main" val="41331826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RPC – </a:t>
            </a:r>
            <a:r>
              <a:rPr lang="sk-SK" err="1"/>
              <a:t>remote</a:t>
            </a:r>
            <a:r>
              <a:rPr lang="sk-SK"/>
              <a:t> </a:t>
            </a:r>
            <a:r>
              <a:rPr lang="sk-SK" err="1"/>
              <a:t>procedure</a:t>
            </a:r>
            <a:r>
              <a:rPr lang="sk-SK"/>
              <a:t> </a:t>
            </a:r>
            <a:r>
              <a:rPr lang="sk-SK" err="1"/>
              <a:t>call</a:t>
            </a:r>
            <a:endParaRPr lang="sk-SK"/>
          </a:p>
        </p:txBody>
      </p:sp>
      <p:sp>
        <p:nvSpPr>
          <p:cNvPr id="3" name="Content Placeholder 2"/>
          <p:cNvSpPr>
            <a:spLocks noGrp="1"/>
          </p:cNvSpPr>
          <p:nvPr>
            <p:ph idx="1"/>
          </p:nvPr>
        </p:nvSpPr>
        <p:spPr/>
        <p:txBody>
          <a:bodyPr>
            <a:normAutofit fontScale="92500" lnSpcReduction="10000"/>
          </a:bodyPr>
          <a:lstStyle/>
          <a:p>
            <a:r>
              <a:rPr lang="sk-SK" dirty="0"/>
              <a:t>RPC - Vzdialené volanie procedúr je softvérový komunikačný protokol, ktorý môže jeden program použiť na vyžiadanie služby od programu umiestneného v inom počítači v sieti bez toho, aby musel rozumieť detailom siete. RPC sa používa na volanie iných procesov vo vzdialených systémoch ako miestny systém. Volanie procedúry sa niekedy nazýva aj volanie funkcie alebo volanie podprogramu.</a:t>
            </a:r>
          </a:p>
          <a:p>
            <a:r>
              <a:rPr lang="sk-SK" dirty="0"/>
              <a:t>RPC používa model klient-server.</a:t>
            </a:r>
          </a:p>
          <a:p>
            <a:endParaRPr lang="sk-SK" dirty="0"/>
          </a:p>
          <a:p>
            <a:r>
              <a:rPr lang="sk-SK" dirty="0"/>
              <a:t>RPC sa obvykle realizuje pomocou synchrónnych správ, kedy žiadajúci proces pošle procesu ktorý je vlastníkom dotyčnej procedúry správu obsahujúcu tiež prípadné skutočné parametre pre danú procedúru a čaká na odpoveď.</a:t>
            </a:r>
          </a:p>
        </p:txBody>
      </p:sp>
      <p:sp>
        <p:nvSpPr>
          <p:cNvPr id="4" name="Slide Number Placeholder 3"/>
          <p:cNvSpPr>
            <a:spLocks noGrp="1"/>
          </p:cNvSpPr>
          <p:nvPr>
            <p:ph type="sldNum" sz="quarter" idx="12"/>
          </p:nvPr>
        </p:nvSpPr>
        <p:spPr/>
        <p:txBody>
          <a:bodyPr/>
          <a:lstStyle/>
          <a:p>
            <a:fld id="{5AB4CD34-DB5E-4606-AE4E-01019896DEAB}" type="slidenum">
              <a:rPr lang="sk-SK" smtClean="0"/>
              <a:t>34</a:t>
            </a:fld>
            <a:endParaRPr lang="sk-SK"/>
          </a:p>
        </p:txBody>
      </p:sp>
    </p:spTree>
    <p:extLst>
      <p:ext uri="{BB962C8B-B14F-4D97-AF65-F5344CB8AC3E}">
        <p14:creationId xmlns:p14="http://schemas.microsoft.com/office/powerpoint/2010/main" val="30304187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err="1"/>
              <a:t>Mutex</a:t>
            </a:r>
            <a:endParaRPr lang="sk-SK" dirty="0"/>
          </a:p>
        </p:txBody>
      </p:sp>
      <p:sp>
        <p:nvSpPr>
          <p:cNvPr id="3" name="Zástupný symbol obsahu 2"/>
          <p:cNvSpPr>
            <a:spLocks noGrp="1"/>
          </p:cNvSpPr>
          <p:nvPr>
            <p:ph idx="1"/>
          </p:nvPr>
        </p:nvSpPr>
        <p:spPr/>
        <p:txBody>
          <a:bodyPr>
            <a:normAutofit fontScale="92500" lnSpcReduction="10000"/>
          </a:bodyPr>
          <a:lstStyle/>
          <a:p>
            <a:r>
              <a:rPr lang="sk-SK" b="1" dirty="0"/>
              <a:t> (</a:t>
            </a:r>
            <a:r>
              <a:rPr lang="sk-SK" b="1" dirty="0" err="1"/>
              <a:t>mutual</a:t>
            </a:r>
            <a:r>
              <a:rPr lang="sk-SK" b="1" dirty="0"/>
              <a:t> </a:t>
            </a:r>
            <a:r>
              <a:rPr lang="sk-SK" b="1" dirty="0" err="1"/>
              <a:t>exclusion</a:t>
            </a:r>
            <a:r>
              <a:rPr lang="sk-SK" b="1" dirty="0"/>
              <a:t>, vzájomné vylúčenie). </a:t>
            </a:r>
            <a:r>
              <a:rPr lang="sk-SK" dirty="0"/>
              <a:t>Slovo "</a:t>
            </a:r>
            <a:r>
              <a:rPr lang="sk-SK" dirty="0" err="1"/>
              <a:t>mutex</a:t>
            </a:r>
            <a:r>
              <a:rPr lang="sk-SK" dirty="0"/>
              <a:t>" znamená objekt, ktorý zabezpečuje vzájomné vylúčenie medzi vláknami. </a:t>
            </a:r>
            <a:r>
              <a:rPr lang="sk-SK" dirty="0" err="1"/>
              <a:t>Mutex</a:t>
            </a:r>
            <a:r>
              <a:rPr lang="sk-SK" dirty="0"/>
              <a:t> zabezpečuje, že iba jedno vlákno má prístup ku kritickej sekcii alebo údajom pomocou operácií, ako je uzamknutie a odomknutie. Vlákno, ktoré má zámok </a:t>
            </a:r>
            <a:r>
              <a:rPr lang="sk-SK" dirty="0" err="1"/>
              <a:t>mutexu</a:t>
            </a:r>
            <a:r>
              <a:rPr lang="sk-SK" dirty="0"/>
              <a:t>, môže používať kritickú sekciu, zatiaľ čo ostatné vlákna musia čakať, kým sa zámok uvoľní.)</a:t>
            </a:r>
          </a:p>
          <a:p>
            <a:r>
              <a:rPr lang="sk-SK" dirty="0"/>
              <a:t>Operácie – </a:t>
            </a:r>
            <a:r>
              <a:rPr lang="sk-SK" dirty="0" err="1"/>
              <a:t>CreateMutex</a:t>
            </a:r>
            <a:r>
              <a:rPr lang="sk-SK" dirty="0"/>
              <a:t>(), </a:t>
            </a:r>
            <a:r>
              <a:rPr lang="sk-SK" dirty="0" err="1"/>
              <a:t>OpenMutex</a:t>
            </a:r>
            <a:r>
              <a:rPr lang="sk-SK" dirty="0"/>
              <a:t>(), </a:t>
            </a:r>
            <a:r>
              <a:rPr lang="sk-SK" dirty="0" err="1"/>
              <a:t>ReleaseMutex</a:t>
            </a:r>
            <a:r>
              <a:rPr lang="sk-SK" dirty="0"/>
              <a:t>()</a:t>
            </a:r>
          </a:p>
          <a:p>
            <a:r>
              <a:rPr lang="sk-SK" dirty="0" err="1"/>
              <a:t>Mutex</a:t>
            </a:r>
            <a:r>
              <a:rPr lang="sk-SK" dirty="0"/>
              <a:t> je špeciálny binárny semafor, ktorý synchronizuje prístup k zdieľaným zdrojom, ako je pamäť alebo I/O. Je to uzamykací mechanizmus.</a:t>
            </a:r>
          </a:p>
          <a:p>
            <a:endParaRPr lang="sk-SK" dirty="0"/>
          </a:p>
          <a:p>
            <a:r>
              <a:rPr lang="sk-SK" sz="2800" dirty="0"/>
              <a:t>Semafor je zovšeobecnený </a:t>
            </a:r>
            <a:r>
              <a:rPr lang="sk-SK" sz="2800" dirty="0" err="1"/>
              <a:t>mutex</a:t>
            </a:r>
            <a:r>
              <a:rPr lang="sk-SK" sz="2800" dirty="0"/>
              <a:t>.</a:t>
            </a:r>
          </a:p>
        </p:txBody>
      </p:sp>
      <p:sp>
        <p:nvSpPr>
          <p:cNvPr id="4" name="Zástupný symbol čísla snímky 3"/>
          <p:cNvSpPr>
            <a:spLocks noGrp="1"/>
          </p:cNvSpPr>
          <p:nvPr>
            <p:ph type="sldNum" sz="quarter" idx="12"/>
          </p:nvPr>
        </p:nvSpPr>
        <p:spPr/>
        <p:txBody>
          <a:bodyPr/>
          <a:lstStyle/>
          <a:p>
            <a:fld id="{5AB4CD34-DB5E-4606-AE4E-01019896DEAB}" type="slidenum">
              <a:rPr lang="sk-SK" smtClean="0"/>
              <a:t>35</a:t>
            </a:fld>
            <a:endParaRPr lang="sk-SK"/>
          </a:p>
        </p:txBody>
      </p:sp>
    </p:spTree>
    <p:extLst>
      <p:ext uri="{BB962C8B-B14F-4D97-AF65-F5344CB8AC3E}">
        <p14:creationId xmlns:p14="http://schemas.microsoft.com/office/powerpoint/2010/main" val="474640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Zástupný symbol čísla snímky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DA5649DE-9A1E-438E-A4C7-8311246F4D5E}" type="slidenum">
              <a:rPr lang="sk-SK" sz="1400" b="0"/>
              <a:pPr/>
              <a:t>36</a:t>
            </a:fld>
            <a:endParaRPr lang="sk-SK" sz="1400" b="0"/>
          </a:p>
        </p:txBody>
      </p:sp>
      <p:sp>
        <p:nvSpPr>
          <p:cNvPr id="16388" name="Rectangle 2"/>
          <p:cNvSpPr>
            <a:spLocks noGrp="1" noChangeArrowheads="1"/>
          </p:cNvSpPr>
          <p:nvPr>
            <p:ph type="title"/>
          </p:nvPr>
        </p:nvSpPr>
        <p:spPr/>
        <p:txBody>
          <a:bodyPr/>
          <a:lstStyle/>
          <a:p>
            <a:r>
              <a:rPr lang="sk-SK"/>
              <a:t>Vznik Petriho sietí</a:t>
            </a:r>
          </a:p>
        </p:txBody>
      </p:sp>
      <p:sp>
        <p:nvSpPr>
          <p:cNvPr id="16389" name="Rectangle 3"/>
          <p:cNvSpPr>
            <a:spLocks noGrp="1" noChangeArrowheads="1"/>
          </p:cNvSpPr>
          <p:nvPr>
            <p:ph type="body" sz="half" idx="1"/>
          </p:nvPr>
        </p:nvSpPr>
        <p:spPr>
          <a:xfrm>
            <a:off x="724592" y="1258659"/>
            <a:ext cx="10547465" cy="1780376"/>
          </a:xfrm>
        </p:spPr>
        <p:txBody>
          <a:bodyPr>
            <a:normAutofit/>
          </a:bodyPr>
          <a:lstStyle/>
          <a:p>
            <a:pPr>
              <a:spcBef>
                <a:spcPts val="500"/>
              </a:spcBef>
              <a:spcAft>
                <a:spcPts val="500"/>
              </a:spcAft>
            </a:pPr>
            <a:r>
              <a:rPr lang="sk-SK" sz="2000" dirty="0" err="1"/>
              <a:t>Petriho</a:t>
            </a:r>
            <a:r>
              <a:rPr lang="sk-SK" sz="2000" dirty="0"/>
              <a:t> sieť (</a:t>
            </a:r>
            <a:r>
              <a:rPr lang="sk-SK" sz="2000" dirty="0" err="1"/>
              <a:t>Petri</a:t>
            </a:r>
            <a:r>
              <a:rPr lang="sk-SK" sz="2000" dirty="0"/>
              <a:t> net) je matematický model používaný na opis a analýzu systémov, ktoré sú charakterizované súbežnosťou, synchronizáciou a komunikáciou. Používa sa najmä v informatike, automatizácii a teórii riadenia</a:t>
            </a:r>
            <a:r>
              <a:rPr lang="sk-SK" sz="1600" dirty="0"/>
              <a:t>.</a:t>
            </a:r>
            <a:endParaRPr lang="sk-SK" sz="2400" dirty="0"/>
          </a:p>
          <a:p>
            <a:pPr>
              <a:spcBef>
                <a:spcPts val="500"/>
              </a:spcBef>
              <a:spcAft>
                <a:spcPts val="500"/>
              </a:spcAft>
            </a:pPr>
            <a:r>
              <a:rPr lang="sk-SK" sz="2400" dirty="0"/>
              <a:t>Autorom návrhu </a:t>
            </a:r>
            <a:r>
              <a:rPr lang="sk-SK" sz="2400" dirty="0" err="1"/>
              <a:t>Petriho</a:t>
            </a:r>
            <a:r>
              <a:rPr lang="sk-SK" sz="2400" dirty="0"/>
              <a:t> sietí je </a:t>
            </a:r>
            <a:r>
              <a:rPr lang="sk-SK" sz="2400" dirty="0" err="1"/>
              <a:t>Carl</a:t>
            </a:r>
            <a:r>
              <a:rPr lang="sk-SK" sz="2400" dirty="0"/>
              <a:t> Adam </a:t>
            </a:r>
            <a:r>
              <a:rPr lang="sk-SK" sz="2400" dirty="0" err="1"/>
              <a:t>Petri</a:t>
            </a:r>
            <a:r>
              <a:rPr lang="sk-SK" sz="2400" dirty="0"/>
              <a:t> dizertačná</a:t>
            </a:r>
            <a:r>
              <a:rPr lang="sk-SK" sz="2400" i="1" dirty="0"/>
              <a:t> práca</a:t>
            </a:r>
            <a:r>
              <a:rPr lang="sk-SK" sz="2400" dirty="0"/>
              <a:t> z roku 1962  fakulta  Matematiky a Fyziky na  Technickej  Univerzite </a:t>
            </a:r>
            <a:r>
              <a:rPr lang="sk-SK" sz="2400" dirty="0" err="1"/>
              <a:t>Darmstadt</a:t>
            </a:r>
            <a:r>
              <a:rPr lang="sk-SK" sz="2400" dirty="0"/>
              <a:t>, Nemecko</a:t>
            </a:r>
          </a:p>
          <a:p>
            <a:endParaRPr lang="sk-SK" sz="2400" dirty="0"/>
          </a:p>
        </p:txBody>
      </p:sp>
      <p:pic>
        <p:nvPicPr>
          <p:cNvPr id="16390"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034702" y="3039035"/>
            <a:ext cx="7772400" cy="2667000"/>
          </a:xfrm>
        </p:spPr>
      </p:pic>
      <p:sp>
        <p:nvSpPr>
          <p:cNvPr id="2" name="Rectangle 1"/>
          <p:cNvSpPr/>
          <p:nvPr/>
        </p:nvSpPr>
        <p:spPr>
          <a:xfrm>
            <a:off x="1084033" y="5692655"/>
            <a:ext cx="9673738" cy="584775"/>
          </a:xfrm>
          <a:prstGeom prst="rect">
            <a:avLst/>
          </a:prstGeom>
        </p:spPr>
        <p:txBody>
          <a:bodyPr wrap="none">
            <a:spAutoFit/>
          </a:bodyPr>
          <a:lstStyle/>
          <a:p>
            <a:r>
              <a:rPr lang="sk-SK" sz="3200" b="1">
                <a:hlinkClick r:id="rId3"/>
              </a:rPr>
              <a:t>http://www.informatik.uni-hamburg.de/TGI/PetriNets/</a:t>
            </a:r>
            <a:r>
              <a:rPr lang="sk-SK" sz="3200" b="1"/>
              <a:t> </a:t>
            </a:r>
          </a:p>
        </p:txBody>
      </p:sp>
    </p:spTree>
    <p:extLst>
      <p:ext uri="{BB962C8B-B14F-4D97-AF65-F5344CB8AC3E}">
        <p14:creationId xmlns:p14="http://schemas.microsoft.com/office/powerpoint/2010/main" val="4036880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p:txBody>
          <a:bodyPr/>
          <a:lstStyle/>
          <a:p>
            <a:r>
              <a:rPr lang="sk-SK" b="1" dirty="0"/>
              <a:t>Základné komponenty </a:t>
            </a:r>
            <a:r>
              <a:rPr lang="sk-SK" b="1" dirty="0" err="1"/>
              <a:t>Petriho</a:t>
            </a:r>
            <a:r>
              <a:rPr lang="sk-SK" b="1" dirty="0"/>
              <a:t> siete</a:t>
            </a:r>
            <a:endParaRPr lang="sk-SK" dirty="0"/>
          </a:p>
        </p:txBody>
      </p:sp>
      <p:sp>
        <p:nvSpPr>
          <p:cNvPr id="5" name="Zástupný objekt pre obsah 4">
            <a:extLst>
              <a:ext uri="{FF2B5EF4-FFF2-40B4-BE49-F238E27FC236}">
                <a16:creationId xmlns:a16="http://schemas.microsoft.com/office/drawing/2014/main" id="{2DBF5AD7-8E63-55A6-535A-DFDCBFDB7CAF}"/>
              </a:ext>
            </a:extLst>
          </p:cNvPr>
          <p:cNvSpPr>
            <a:spLocks noGrp="1"/>
          </p:cNvSpPr>
          <p:nvPr>
            <p:ph idx="1"/>
          </p:nvPr>
        </p:nvSpPr>
        <p:spPr>
          <a:xfrm>
            <a:off x="488577" y="1604682"/>
            <a:ext cx="8565776" cy="4533618"/>
          </a:xfrm>
        </p:spPr>
        <p:txBody>
          <a:bodyPr>
            <a:normAutofit/>
          </a:bodyPr>
          <a:lstStyle/>
          <a:p>
            <a:pPr>
              <a:buFont typeface="+mj-lt"/>
              <a:buAutoNum type="arabicPeriod"/>
            </a:pPr>
            <a:r>
              <a:rPr lang="sk-SK" b="1" dirty="0"/>
              <a:t>Miesta (</a:t>
            </a:r>
            <a:r>
              <a:rPr lang="sk-SK" b="1" dirty="0" err="1"/>
              <a:t>places</a:t>
            </a:r>
            <a:r>
              <a:rPr lang="sk-SK" b="1" dirty="0"/>
              <a:t>)</a:t>
            </a:r>
            <a:r>
              <a:rPr lang="sk-SK" dirty="0"/>
              <a:t>: Znázorňujú stavy alebo podmienky systému a sú reprezentované kruhmi.</a:t>
            </a:r>
          </a:p>
          <a:p>
            <a:pPr>
              <a:buFont typeface="+mj-lt"/>
              <a:buAutoNum type="arabicPeriod"/>
            </a:pPr>
            <a:r>
              <a:rPr lang="sk-SK" b="1" dirty="0"/>
              <a:t>Prechody (</a:t>
            </a:r>
            <a:r>
              <a:rPr lang="sk-SK" b="1" dirty="0" err="1"/>
              <a:t>transitions</a:t>
            </a:r>
            <a:r>
              <a:rPr lang="sk-SK" b="1" dirty="0"/>
              <a:t>)</a:t>
            </a:r>
            <a:r>
              <a:rPr lang="sk-SK" dirty="0"/>
              <a:t>: Znázorňujú udalosti, ktoré môžu zmeniť stavy systému, a sú reprezentované obdĺžnikmi alebo čiarami.</a:t>
            </a:r>
          </a:p>
          <a:p>
            <a:pPr>
              <a:buFont typeface="+mj-lt"/>
              <a:buAutoNum type="arabicPeriod"/>
            </a:pPr>
            <a:r>
              <a:rPr lang="sk-SK" b="1" dirty="0"/>
              <a:t>Hrany (</a:t>
            </a:r>
            <a:r>
              <a:rPr lang="sk-SK" b="1" dirty="0" err="1"/>
              <a:t>arcs</a:t>
            </a:r>
            <a:r>
              <a:rPr lang="sk-SK" b="1" dirty="0"/>
              <a:t>)</a:t>
            </a:r>
            <a:r>
              <a:rPr lang="sk-SK" dirty="0"/>
              <a:t>: Spojujú miesta a prechody a naznačujú tok riadenia alebo závislosť medzi miestami a prechodmi.</a:t>
            </a:r>
          </a:p>
          <a:p>
            <a:pPr>
              <a:buFont typeface="+mj-lt"/>
              <a:buAutoNum type="arabicPeriod"/>
            </a:pPr>
            <a:r>
              <a:rPr lang="sk-SK" b="1" dirty="0"/>
              <a:t>Značky (</a:t>
            </a:r>
            <a:r>
              <a:rPr lang="sk-SK" b="1" dirty="0" err="1"/>
              <a:t>tokens</a:t>
            </a:r>
            <a:r>
              <a:rPr lang="sk-SK" b="1" dirty="0"/>
              <a:t>)</a:t>
            </a:r>
            <a:r>
              <a:rPr lang="sk-SK" dirty="0"/>
              <a:t>: Umiesťujú sa na miestach a reprezentujú dynamický stav systému. Počet značiek na mieste sa môže meniť v závislosti od prechodov.</a:t>
            </a:r>
          </a:p>
          <a:p>
            <a:endParaRPr lang="sk-SK" dirty="0"/>
          </a:p>
        </p:txBody>
      </p:sp>
      <p:sp>
        <p:nvSpPr>
          <p:cNvPr id="1028"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4D496583-7A1C-49B6-B98E-07E55E5BA800}" type="slidenum">
              <a:rPr lang="sk-SK" sz="1400" b="0"/>
              <a:pPr/>
              <a:t>37</a:t>
            </a:fld>
            <a:endParaRPr lang="sk-SK" sz="1400" b="0"/>
          </a:p>
        </p:txBody>
      </p:sp>
      <p:grpSp>
        <p:nvGrpSpPr>
          <p:cNvPr id="4" name="Skupina 3">
            <a:extLst>
              <a:ext uri="{FF2B5EF4-FFF2-40B4-BE49-F238E27FC236}">
                <a16:creationId xmlns:a16="http://schemas.microsoft.com/office/drawing/2014/main" id="{BAE1BA7C-345A-104C-83A7-F7F43B382B40}"/>
              </a:ext>
            </a:extLst>
          </p:cNvPr>
          <p:cNvGrpSpPr/>
          <p:nvPr/>
        </p:nvGrpSpPr>
        <p:grpSpPr>
          <a:xfrm>
            <a:off x="9183485" y="2960833"/>
            <a:ext cx="2705100" cy="4039199"/>
            <a:chOff x="8740139" y="1143000"/>
            <a:chExt cx="2705100" cy="4039199"/>
          </a:xfrm>
        </p:grpSpPr>
        <p:pic>
          <p:nvPicPr>
            <p:cNvPr id="12" name="Picture 3">
              <a:extLst>
                <a:ext uri="{FF2B5EF4-FFF2-40B4-BE49-F238E27FC236}">
                  <a16:creationId xmlns:a16="http://schemas.microsoft.com/office/drawing/2014/main" id="{577C7EFC-F364-DF47-8DCB-3994297CB3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149839" y="1143000"/>
              <a:ext cx="1295400" cy="1247775"/>
            </a:xfrm>
            <a:prstGeom prst="rect">
              <a:avLst/>
            </a:prstGeom>
          </p:spPr>
        </p:pic>
        <p:pic>
          <p:nvPicPr>
            <p:cNvPr id="15" name="Picture 4">
              <a:extLst>
                <a:ext uri="{FF2B5EF4-FFF2-40B4-BE49-F238E27FC236}">
                  <a16:creationId xmlns:a16="http://schemas.microsoft.com/office/drawing/2014/main" id="{64927A17-4E57-F449-9F56-5B53DA4A75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149839" y="2431557"/>
              <a:ext cx="1295400" cy="1247775"/>
            </a:xfrm>
            <a:prstGeom prst="rect">
              <a:avLst/>
            </a:prstGeom>
          </p:spPr>
        </p:pic>
        <p:pic>
          <p:nvPicPr>
            <p:cNvPr id="16" name="Picture 5">
              <a:extLst>
                <a:ext uri="{FF2B5EF4-FFF2-40B4-BE49-F238E27FC236}">
                  <a16:creationId xmlns:a16="http://schemas.microsoft.com/office/drawing/2014/main" id="{0B6D2A2F-FA7D-754C-9894-59B90640CC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149839" y="3828557"/>
              <a:ext cx="1295400" cy="1247775"/>
            </a:xfrm>
            <a:prstGeom prst="rect">
              <a:avLst/>
            </a:prstGeom>
          </p:spPr>
        </p:pic>
        <p:sp>
          <p:nvSpPr>
            <p:cNvPr id="17" name="Text Box 6">
              <a:extLst>
                <a:ext uri="{FF2B5EF4-FFF2-40B4-BE49-F238E27FC236}">
                  <a16:creationId xmlns:a16="http://schemas.microsoft.com/office/drawing/2014/main" id="{0F5949C1-2BD1-BC4C-829B-B52BEE3843A9}"/>
                </a:ext>
              </a:extLst>
            </p:cNvPr>
            <p:cNvSpPr txBox="1">
              <a:spLocks noChangeArrowheads="1"/>
            </p:cNvSpPr>
            <p:nvPr/>
          </p:nvSpPr>
          <p:spPr bwMode="auto">
            <a:xfrm>
              <a:off x="8740139" y="1839950"/>
              <a:ext cx="2057400" cy="1079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pPr>
                <a:spcBef>
                  <a:spcPts val="500"/>
                </a:spcBef>
                <a:spcAft>
                  <a:spcPts val="500"/>
                </a:spcAft>
              </a:pPr>
              <a:r>
                <a:rPr lang="sk-SK" sz="2400" dirty="0">
                  <a:solidFill>
                    <a:srgbClr val="000E16"/>
                  </a:solidFill>
                  <a:latin typeface="Arial" panose="020B0604020202020204" pitchFamily="34" charset="0"/>
                </a:rPr>
                <a:t>miesto</a:t>
              </a:r>
              <a:r>
                <a:rPr lang="sk-SK" sz="2400" dirty="0">
                  <a:latin typeface="Arial" panose="020B0604020202020204" pitchFamily="34" charset="0"/>
                </a:rPr>
                <a:t>:</a:t>
              </a:r>
              <a:endParaRPr lang="sk-SK" sz="2400" b="0" dirty="0">
                <a:latin typeface="Arial" panose="020B0604020202020204" pitchFamily="34" charset="0"/>
              </a:endParaRPr>
            </a:p>
            <a:p>
              <a:pPr algn="l">
                <a:spcBef>
                  <a:spcPct val="50000"/>
                </a:spcBef>
              </a:pPr>
              <a:endParaRPr lang="sk-SK" sz="2400" b="0" dirty="0"/>
            </a:p>
          </p:txBody>
        </p:sp>
        <p:sp>
          <p:nvSpPr>
            <p:cNvPr id="18" name="Text Box 7">
              <a:extLst>
                <a:ext uri="{FF2B5EF4-FFF2-40B4-BE49-F238E27FC236}">
                  <a16:creationId xmlns:a16="http://schemas.microsoft.com/office/drawing/2014/main" id="{090A52A7-BAFC-F64B-B2F2-ED75F1758476}"/>
                </a:ext>
              </a:extLst>
            </p:cNvPr>
            <p:cNvSpPr txBox="1">
              <a:spLocks noChangeArrowheads="1"/>
            </p:cNvSpPr>
            <p:nvPr/>
          </p:nvSpPr>
          <p:spPr bwMode="auto">
            <a:xfrm>
              <a:off x="8740139" y="2994346"/>
              <a:ext cx="2057400" cy="1079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pPr>
                <a:spcBef>
                  <a:spcPts val="500"/>
                </a:spcBef>
                <a:spcAft>
                  <a:spcPts val="500"/>
                </a:spcAft>
              </a:pPr>
              <a:r>
                <a:rPr lang="sk-SK" sz="2400">
                  <a:solidFill>
                    <a:srgbClr val="000E16"/>
                  </a:solidFill>
                  <a:latin typeface="Arial" panose="020B0604020202020204" pitchFamily="34" charset="0"/>
                </a:rPr>
                <a:t>prechod</a:t>
              </a:r>
              <a:r>
                <a:rPr lang="sk-SK" sz="2400" b="0">
                  <a:latin typeface="Arial" panose="020B0604020202020204" pitchFamily="34" charset="0"/>
                </a:rPr>
                <a:t>:</a:t>
              </a:r>
            </a:p>
            <a:p>
              <a:pPr algn="l">
                <a:spcBef>
                  <a:spcPct val="50000"/>
                </a:spcBef>
              </a:pPr>
              <a:endParaRPr lang="sk-SK" sz="2400" b="0"/>
            </a:p>
          </p:txBody>
        </p:sp>
        <p:sp>
          <p:nvSpPr>
            <p:cNvPr id="19" name="Text Box 8">
              <a:extLst>
                <a:ext uri="{FF2B5EF4-FFF2-40B4-BE49-F238E27FC236}">
                  <a16:creationId xmlns:a16="http://schemas.microsoft.com/office/drawing/2014/main" id="{AF4D3A00-7721-CC42-B906-672505D06F25}"/>
                </a:ext>
              </a:extLst>
            </p:cNvPr>
            <p:cNvSpPr txBox="1">
              <a:spLocks noChangeArrowheads="1"/>
            </p:cNvSpPr>
            <p:nvPr/>
          </p:nvSpPr>
          <p:spPr bwMode="auto">
            <a:xfrm>
              <a:off x="9193183" y="4102416"/>
              <a:ext cx="1295399" cy="1079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pPr>
                <a:spcBef>
                  <a:spcPts val="500"/>
                </a:spcBef>
                <a:spcAft>
                  <a:spcPts val="500"/>
                </a:spcAft>
              </a:pPr>
              <a:r>
                <a:rPr lang="sk-SK" sz="2400">
                  <a:solidFill>
                    <a:srgbClr val="000E16"/>
                  </a:solidFill>
                  <a:latin typeface="Arial" panose="020B0604020202020204" pitchFamily="34" charset="0"/>
                </a:rPr>
                <a:t>hrana</a:t>
              </a:r>
              <a:r>
                <a:rPr lang="sk-SK" sz="2400" b="0">
                  <a:latin typeface="Arial" panose="020B0604020202020204" pitchFamily="34" charset="0"/>
                </a:rPr>
                <a:t>:</a:t>
              </a:r>
            </a:p>
            <a:p>
              <a:pPr algn="l">
                <a:spcBef>
                  <a:spcPct val="50000"/>
                </a:spcBef>
              </a:pPr>
              <a:endParaRPr lang="sk-SK" sz="2400" b="0"/>
            </a:p>
          </p:txBody>
        </p:sp>
      </p:grpSp>
    </p:spTree>
    <p:extLst>
      <p:ext uri="{BB962C8B-B14F-4D97-AF65-F5344CB8AC3E}">
        <p14:creationId xmlns:p14="http://schemas.microsoft.com/office/powerpoint/2010/main" val="16219042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94AC0568-A9C0-4981-B92F-44F7557A3C44}" type="slidenum">
              <a:rPr lang="sk-SK" sz="1400" b="0"/>
              <a:pPr/>
              <a:t>38</a:t>
            </a:fld>
            <a:endParaRPr lang="sk-SK" sz="1400" b="0"/>
          </a:p>
        </p:txBody>
      </p:sp>
      <p:sp>
        <p:nvSpPr>
          <p:cNvPr id="21508" name="Rectangle 2"/>
          <p:cNvSpPr>
            <a:spLocks noGrp="1" noChangeArrowheads="1"/>
          </p:cNvSpPr>
          <p:nvPr>
            <p:ph type="title" idx="4294967295"/>
          </p:nvPr>
        </p:nvSpPr>
        <p:spPr/>
        <p:txBody>
          <a:bodyPr/>
          <a:lstStyle/>
          <a:p>
            <a:r>
              <a:rPr lang="sk-SK" dirty="0" err="1"/>
              <a:t>Petriho</a:t>
            </a:r>
            <a:r>
              <a:rPr lang="sk-SK" dirty="0"/>
              <a:t> sieť.</a:t>
            </a:r>
          </a:p>
        </p:txBody>
      </p:sp>
      <p:sp>
        <p:nvSpPr>
          <p:cNvPr id="21509" name="Rectangle 3"/>
          <p:cNvSpPr>
            <a:spLocks noGrp="1" noChangeArrowheads="1"/>
          </p:cNvSpPr>
          <p:nvPr>
            <p:ph type="body" idx="4294967295"/>
          </p:nvPr>
        </p:nvSpPr>
        <p:spPr/>
        <p:txBody>
          <a:bodyPr>
            <a:normAutofit fontScale="92500" lnSpcReduction="10000"/>
          </a:bodyPr>
          <a:lstStyle/>
          <a:p>
            <a:pPr>
              <a:lnSpc>
                <a:spcPct val="90000"/>
              </a:lnSpc>
            </a:pPr>
            <a:r>
              <a:rPr lang="sk-SK" b="1" dirty="0"/>
              <a:t>Vlastnosti PS </a:t>
            </a:r>
            <a:r>
              <a:rPr lang="sk-SK" dirty="0"/>
              <a:t>sú vyjadrené pohybom značiek v sieti</a:t>
            </a:r>
          </a:p>
          <a:p>
            <a:pPr>
              <a:lnSpc>
                <a:spcPct val="90000"/>
              </a:lnSpc>
            </a:pPr>
            <a:r>
              <a:rPr lang="sk-SK" dirty="0"/>
              <a:t>PS so značkami - </a:t>
            </a:r>
            <a:r>
              <a:rPr lang="sk-SK" b="1" dirty="0"/>
              <a:t>označená PS</a:t>
            </a:r>
          </a:p>
          <a:p>
            <a:pPr>
              <a:lnSpc>
                <a:spcPct val="90000"/>
              </a:lnSpc>
            </a:pPr>
            <a:r>
              <a:rPr lang="sk-SK" b="1" dirty="0"/>
              <a:t>stav PS </a:t>
            </a:r>
            <a:r>
              <a:rPr lang="sk-SK" dirty="0"/>
              <a:t>- rozmiestnením značiek</a:t>
            </a:r>
          </a:p>
          <a:p>
            <a:r>
              <a:rPr lang="sk-SK" b="1" dirty="0"/>
              <a:t>Pravidlá </a:t>
            </a:r>
            <a:r>
              <a:rPr lang="sk-SK" b="1" dirty="0" err="1"/>
              <a:t>Petriho</a:t>
            </a:r>
            <a:r>
              <a:rPr lang="sk-SK" b="1" dirty="0"/>
              <a:t> siete:</a:t>
            </a:r>
          </a:p>
          <a:p>
            <a:pPr lvl="1"/>
            <a:r>
              <a:rPr lang="sk-SK" dirty="0"/>
              <a:t>Prechod môže "nastúpiť" (</a:t>
            </a:r>
            <a:r>
              <a:rPr lang="sk-SK" dirty="0" err="1"/>
              <a:t>fire</a:t>
            </a:r>
            <a:r>
              <a:rPr lang="sk-SK" dirty="0"/>
              <a:t>) len vtedy, keď všetky jeho vstupné miesta obsahujú dostatočný počet značiek.</a:t>
            </a:r>
          </a:p>
          <a:p>
            <a:pPr lvl="1"/>
            <a:r>
              <a:rPr lang="sk-SK" dirty="0"/>
              <a:t>Keď prechod nastúpi, odstráni značky zo svojich vstupných miest a pridá značky do svojich výstupných miest.</a:t>
            </a:r>
          </a:p>
          <a:p>
            <a:pPr>
              <a:lnSpc>
                <a:spcPct val="90000"/>
              </a:lnSpc>
            </a:pPr>
            <a:r>
              <a:rPr lang="sk-SK" dirty="0"/>
              <a:t>Vlastnosti určujúce kvalitu siete:</a:t>
            </a:r>
          </a:p>
          <a:p>
            <a:pPr lvl="1">
              <a:lnSpc>
                <a:spcPct val="90000"/>
              </a:lnSpc>
            </a:pPr>
            <a:r>
              <a:rPr lang="sk-SK" dirty="0"/>
              <a:t>živosť, regulárnosť, obmedzenosť, bezpečnosť, konzervatívnosť, konzervatívnosť vzhľadom ku váhovému vektoru</a:t>
            </a:r>
          </a:p>
        </p:txBody>
      </p:sp>
    </p:spTree>
    <p:extLst>
      <p:ext uri="{BB962C8B-B14F-4D97-AF65-F5344CB8AC3E}">
        <p14:creationId xmlns:p14="http://schemas.microsoft.com/office/powerpoint/2010/main" val="8363389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r>
              <a:rPr lang="sk-SK" b="1" dirty="0"/>
              <a:t>Využitie </a:t>
            </a:r>
            <a:r>
              <a:rPr lang="sk-SK" b="1" dirty="0" err="1"/>
              <a:t>Petriho</a:t>
            </a:r>
            <a:r>
              <a:rPr lang="sk-SK" b="1" dirty="0"/>
              <a:t> sietí</a:t>
            </a:r>
          </a:p>
        </p:txBody>
      </p:sp>
      <p:sp>
        <p:nvSpPr>
          <p:cNvPr id="3" name="Zástupný objekt pre obsah 2">
            <a:extLst>
              <a:ext uri="{FF2B5EF4-FFF2-40B4-BE49-F238E27FC236}">
                <a16:creationId xmlns:a16="http://schemas.microsoft.com/office/drawing/2014/main" id="{53832DD1-125B-6997-C57B-E946D64247F7}"/>
              </a:ext>
            </a:extLst>
          </p:cNvPr>
          <p:cNvSpPr>
            <a:spLocks noGrp="1"/>
          </p:cNvSpPr>
          <p:nvPr>
            <p:ph idx="1"/>
          </p:nvPr>
        </p:nvSpPr>
        <p:spPr/>
        <p:txBody>
          <a:bodyPr/>
          <a:lstStyle/>
          <a:p>
            <a:pPr>
              <a:buFont typeface="Arial" panose="020B0604020202020204" pitchFamily="34" charset="0"/>
              <a:buChar char="•"/>
            </a:pPr>
            <a:r>
              <a:rPr lang="sk-SK" b="1" dirty="0"/>
              <a:t>Modelovanie procesov</a:t>
            </a:r>
            <a:r>
              <a:rPr lang="sk-SK" dirty="0"/>
              <a:t>: </a:t>
            </a:r>
            <a:r>
              <a:rPr lang="sk-SK" dirty="0" err="1"/>
              <a:t>Petriho</a:t>
            </a:r>
            <a:r>
              <a:rPr lang="sk-SK" dirty="0"/>
              <a:t> siete sú užitočné pri modelovaní a analýze obchodných procesov, </a:t>
            </a:r>
            <a:r>
              <a:rPr lang="sk-SK" dirty="0" err="1"/>
              <a:t>výrobnych</a:t>
            </a:r>
            <a:r>
              <a:rPr lang="sk-SK" dirty="0"/>
              <a:t> systémov, komunikačných protokolov a iných dynamických systémov.</a:t>
            </a:r>
          </a:p>
          <a:p>
            <a:pPr>
              <a:buFont typeface="Arial" panose="020B0604020202020204" pitchFamily="34" charset="0"/>
              <a:buChar char="•"/>
            </a:pPr>
            <a:r>
              <a:rPr lang="sk-SK" b="1" dirty="0"/>
              <a:t>Analýza vlastností systému</a:t>
            </a:r>
            <a:r>
              <a:rPr lang="sk-SK" dirty="0"/>
              <a:t>: Pomáhajú analyzovať vlastnosti, ako je dosiahnuteľnosť, </a:t>
            </a:r>
            <a:r>
              <a:rPr lang="sk-SK" dirty="0" err="1"/>
              <a:t>bezkonfliktnosť</a:t>
            </a:r>
            <a:r>
              <a:rPr lang="sk-SK" dirty="0"/>
              <a:t>, bezpečnosť a efektívnosť systémov.</a:t>
            </a:r>
          </a:p>
          <a:p>
            <a:r>
              <a:rPr lang="sk-SK" dirty="0" err="1"/>
              <a:t>Petriho</a:t>
            </a:r>
            <a:r>
              <a:rPr lang="sk-SK" dirty="0"/>
              <a:t> siete poskytujú formálny a vizuálny spôsob reprezentácie a štúdia súbežných systémov, čo je ich hlavnou výhodou.</a:t>
            </a:r>
          </a:p>
          <a:p>
            <a:endParaRPr lang="sk-SK" dirty="0"/>
          </a:p>
        </p:txBody>
      </p:sp>
      <p:sp>
        <p:nvSpPr>
          <p:cNvPr id="3076"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0548029A-5D5C-46D3-8178-522770BD43F6}" type="slidenum">
              <a:rPr lang="sk-SK" sz="1400" b="0"/>
              <a:pPr/>
              <a:t>39</a:t>
            </a:fld>
            <a:endParaRPr lang="sk-SK" sz="1400" b="0"/>
          </a:p>
        </p:txBody>
      </p:sp>
    </p:spTree>
    <p:extLst>
      <p:ext uri="{BB962C8B-B14F-4D97-AF65-F5344CB8AC3E}">
        <p14:creationId xmlns:p14="http://schemas.microsoft.com/office/powerpoint/2010/main" val="326050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sk-SK" err="1"/>
              <a:t>Petriho</a:t>
            </a:r>
            <a:r>
              <a:rPr lang="sk-SK"/>
              <a:t> sieť ako stavový automat</a:t>
            </a:r>
          </a:p>
        </p:txBody>
      </p:sp>
      <p:sp>
        <p:nvSpPr>
          <p:cNvPr id="5" name="Content Placeholder 4"/>
          <p:cNvSpPr>
            <a:spLocks noGrp="1"/>
          </p:cNvSpPr>
          <p:nvPr>
            <p:ph sz="half" idx="1"/>
          </p:nvPr>
        </p:nvSpPr>
        <p:spPr/>
        <p:txBody>
          <a:bodyPr/>
          <a:lstStyle/>
          <a:p>
            <a:r>
              <a:rPr lang="sk-SK"/>
              <a:t>automat prijíma 5c a 10c mince</a:t>
            </a:r>
          </a:p>
          <a:p>
            <a:r>
              <a:rPr lang="sk-SK"/>
              <a:t>nevracia</a:t>
            </a:r>
          </a:p>
          <a:p>
            <a:r>
              <a:rPr lang="sk-SK"/>
              <a:t>produkuje 15c a 20c sladkosti</a:t>
            </a:r>
          </a:p>
        </p:txBody>
      </p:sp>
      <p:pic>
        <p:nvPicPr>
          <p:cNvPr id="7" name="Content Placeholder 6"/>
          <p:cNvPicPr>
            <a:picLocks noGrp="1" noChangeAspect="1"/>
          </p:cNvPicPr>
          <p:nvPr>
            <p:ph sz="half" idx="2"/>
          </p:nvPr>
        </p:nvPicPr>
        <p:blipFill>
          <a:blip r:embed="rId2"/>
          <a:stretch>
            <a:fillRect/>
          </a:stretch>
        </p:blipFill>
        <p:spPr>
          <a:xfrm>
            <a:off x="6240349" y="1825625"/>
            <a:ext cx="5045301" cy="4351338"/>
          </a:xfrm>
          <a:prstGeom prst="rect">
            <a:avLst/>
          </a:prstGeom>
        </p:spPr>
      </p:pic>
      <p:sp>
        <p:nvSpPr>
          <p:cNvPr id="2" name="Slide Number Placeholder 1"/>
          <p:cNvSpPr>
            <a:spLocks noGrp="1"/>
          </p:cNvSpPr>
          <p:nvPr>
            <p:ph type="sldNum" sz="quarter" idx="12"/>
          </p:nvPr>
        </p:nvSpPr>
        <p:spPr/>
        <p:txBody>
          <a:bodyPr/>
          <a:lstStyle/>
          <a:p>
            <a:fld id="{5AB4CD34-DB5E-4606-AE4E-01019896DEAB}" type="slidenum">
              <a:rPr lang="sk-SK" smtClean="0"/>
              <a:t>40</a:t>
            </a:fld>
            <a:endParaRPr lang="sk-SK"/>
          </a:p>
        </p:txBody>
      </p:sp>
    </p:spTree>
    <p:extLst>
      <p:ext uri="{BB962C8B-B14F-4D97-AF65-F5344CB8AC3E}">
        <p14:creationId xmlns:p14="http://schemas.microsoft.com/office/powerpoint/2010/main" val="13417920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err="1"/>
              <a:t>Petriho</a:t>
            </a:r>
            <a:r>
              <a:rPr lang="sk-SK"/>
              <a:t> siete zobrazujúce paralelizmy</a:t>
            </a:r>
          </a:p>
        </p:txBody>
      </p:sp>
      <p:pic>
        <p:nvPicPr>
          <p:cNvPr id="7" name="Content Placeholder 6"/>
          <p:cNvPicPr>
            <a:picLocks noGrp="1" noChangeAspect="1"/>
          </p:cNvPicPr>
          <p:nvPr>
            <p:ph idx="1"/>
          </p:nvPr>
        </p:nvPicPr>
        <p:blipFill>
          <a:blip r:embed="rId2"/>
          <a:stretch>
            <a:fillRect/>
          </a:stretch>
        </p:blipFill>
        <p:spPr>
          <a:xfrm>
            <a:off x="2141719" y="1897888"/>
            <a:ext cx="6985347" cy="4104185"/>
          </a:xfrm>
          <a:prstGeom prst="rect">
            <a:avLst/>
          </a:prstGeom>
        </p:spPr>
      </p:pic>
      <p:sp>
        <p:nvSpPr>
          <p:cNvPr id="5" name="Slide Number Placeholder 4"/>
          <p:cNvSpPr>
            <a:spLocks noGrp="1"/>
          </p:cNvSpPr>
          <p:nvPr>
            <p:ph type="sldNum" sz="quarter" idx="12"/>
          </p:nvPr>
        </p:nvSpPr>
        <p:spPr/>
        <p:txBody>
          <a:bodyPr/>
          <a:lstStyle/>
          <a:p>
            <a:fld id="{5AB4CD34-DB5E-4606-AE4E-01019896DEAB}" type="slidenum">
              <a:rPr lang="sk-SK" smtClean="0"/>
              <a:t>41</a:t>
            </a:fld>
            <a:endParaRPr lang="sk-SK"/>
          </a:p>
        </p:txBody>
      </p:sp>
    </p:spTree>
    <p:extLst>
      <p:ext uri="{BB962C8B-B14F-4D97-AF65-F5344CB8AC3E}">
        <p14:creationId xmlns:p14="http://schemas.microsoft.com/office/powerpoint/2010/main" val="20524649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232DA9E-6C7A-C747-8A1A-09F49AD576E0}"/>
              </a:ext>
            </a:extLst>
          </p:cNvPr>
          <p:cNvSpPr>
            <a:spLocks noGrp="1"/>
          </p:cNvSpPr>
          <p:nvPr>
            <p:ph type="title"/>
          </p:nvPr>
        </p:nvSpPr>
        <p:spPr/>
        <p:txBody>
          <a:bodyPr>
            <a:normAutofit/>
          </a:bodyPr>
          <a:lstStyle/>
          <a:p>
            <a:r>
              <a:rPr lang="sk-SK" sz="4400" dirty="0"/>
              <a:t>Synchronizácia</a:t>
            </a:r>
          </a:p>
        </p:txBody>
      </p:sp>
      <p:pic>
        <p:nvPicPr>
          <p:cNvPr id="10" name="Picture 8" descr="dva procesy nesynchronizované">
            <a:extLst>
              <a:ext uri="{FF2B5EF4-FFF2-40B4-BE49-F238E27FC236}">
                <a16:creationId xmlns:a16="http://schemas.microsoft.com/office/drawing/2014/main" id="{0E0985A7-51D9-6C43-B309-5CF58B5BAA9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952500" y="2439194"/>
            <a:ext cx="4953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Zástupný text 3">
            <a:extLst>
              <a:ext uri="{FF2B5EF4-FFF2-40B4-BE49-F238E27FC236}">
                <a16:creationId xmlns:a16="http://schemas.microsoft.com/office/drawing/2014/main" id="{A3DCC5CA-77BE-8B42-BC19-68708F626F38}"/>
              </a:ext>
            </a:extLst>
          </p:cNvPr>
          <p:cNvSpPr>
            <a:spLocks noGrp="1"/>
          </p:cNvSpPr>
          <p:nvPr>
            <p:ph sz="half" idx="2"/>
          </p:nvPr>
        </p:nvSpPr>
        <p:spPr/>
        <p:txBody>
          <a:bodyPr>
            <a:normAutofit/>
          </a:bodyPr>
          <a:lstStyle/>
          <a:p>
            <a:pPr marL="0" indent="0">
              <a:spcBef>
                <a:spcPct val="50000"/>
              </a:spcBef>
              <a:buNone/>
            </a:pPr>
            <a:r>
              <a:rPr lang="sk-SK" sz="2000" u="sng" dirty="0"/>
              <a:t> Princíp : beh procesu, </a:t>
            </a:r>
            <a:r>
              <a:rPr lang="sk-SK" sz="2000" u="sng" dirty="0" err="1"/>
              <a:t>t.z</a:t>
            </a:r>
            <a:r>
              <a:rPr lang="sk-SK" sz="2000" u="sng" dirty="0"/>
              <a:t>. pohyb bodky</a:t>
            </a:r>
          </a:p>
          <a:p>
            <a:pPr marL="342900" indent="-342900">
              <a:spcBef>
                <a:spcPct val="50000"/>
              </a:spcBef>
              <a:buFont typeface="+mj-lt"/>
              <a:buAutoNum type="arabicPeriod"/>
            </a:pPr>
            <a:r>
              <a:rPr lang="sk-SK" sz="2000" dirty="0"/>
              <a:t>z každého miesta p sa odoberie toľko bodiek koľko vedie hrán z miesta p do miesta t</a:t>
            </a:r>
          </a:p>
          <a:p>
            <a:pPr marL="342900" indent="-342900">
              <a:spcBef>
                <a:spcPct val="50000"/>
              </a:spcBef>
              <a:buFont typeface="+mj-lt"/>
              <a:buAutoNum type="arabicPeriod"/>
            </a:pPr>
            <a:r>
              <a:rPr lang="sk-SK" sz="2000" dirty="0"/>
              <a:t>do každého miesta q sa pridá toľko bodiek koľko vedie hrán z miesta t do miesta q</a:t>
            </a:r>
          </a:p>
          <a:p>
            <a:pPr marL="342900" indent="-342900">
              <a:spcBef>
                <a:spcPct val="50000"/>
              </a:spcBef>
              <a:buFont typeface="+mj-lt"/>
              <a:buAutoNum type="arabicPeriod"/>
            </a:pPr>
            <a:r>
              <a:rPr lang="sk-SK" sz="2000" dirty="0"/>
              <a:t>vyhodnocovanie testu na strážnom mieste je s </a:t>
            </a:r>
            <a:r>
              <a:rPr lang="sk-SK" sz="2000" dirty="0">
                <a:solidFill>
                  <a:srgbClr val="FF0000"/>
                </a:solidFill>
              </a:rPr>
              <a:t>nedeterministickým</a:t>
            </a:r>
            <a:r>
              <a:rPr lang="sk-SK" sz="2000" dirty="0"/>
              <a:t> príchodom</a:t>
            </a:r>
          </a:p>
          <a:p>
            <a:pPr marL="342900" indent="-342900">
              <a:spcBef>
                <a:spcPct val="50000"/>
              </a:spcBef>
              <a:buFont typeface="+mj-lt"/>
              <a:buAutoNum type="arabicPeriod"/>
            </a:pPr>
            <a:r>
              <a:rPr lang="sk-SK" sz="2000" dirty="0"/>
              <a:t>ak má hrana hodnotu 2 musia prejsť obe  bodky </a:t>
            </a:r>
            <a:r>
              <a:rPr lang="sk-SK" sz="2000" dirty="0">
                <a:solidFill>
                  <a:srgbClr val="FF0000"/>
                </a:solidFill>
              </a:rPr>
              <a:t>naraz</a:t>
            </a:r>
            <a:endParaRPr lang="sk-SK" sz="2000" dirty="0"/>
          </a:p>
        </p:txBody>
      </p:sp>
      <p:sp>
        <p:nvSpPr>
          <p:cNvPr id="22531"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BCA3DEFF-E60B-4455-A3A6-068E01E2788E}" type="slidenum">
              <a:rPr lang="sk-SK" sz="1400" b="0"/>
              <a:pPr/>
              <a:t>42</a:t>
            </a:fld>
            <a:endParaRPr lang="sk-SK" sz="1400" b="0"/>
          </a:p>
        </p:txBody>
      </p:sp>
    </p:spTree>
    <p:extLst>
      <p:ext uri="{BB962C8B-B14F-4D97-AF65-F5344CB8AC3E}">
        <p14:creationId xmlns:p14="http://schemas.microsoft.com/office/powerpoint/2010/main" val="1657236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53964B4-8CB9-5A41-B1A5-3E5532A6A99F}"/>
              </a:ext>
            </a:extLst>
          </p:cNvPr>
          <p:cNvSpPr>
            <a:spLocks noGrp="1"/>
          </p:cNvSpPr>
          <p:nvPr>
            <p:ph type="title"/>
          </p:nvPr>
        </p:nvSpPr>
        <p:spPr/>
        <p:txBody>
          <a:bodyPr/>
          <a:lstStyle/>
          <a:p>
            <a:r>
              <a:rPr lang="sk-SK" dirty="0"/>
              <a:t>Synchronizácia</a:t>
            </a:r>
          </a:p>
        </p:txBody>
      </p:sp>
      <p:sp>
        <p:nvSpPr>
          <p:cNvPr id="3" name="Zástupný objekt pre obsah 2">
            <a:extLst>
              <a:ext uri="{FF2B5EF4-FFF2-40B4-BE49-F238E27FC236}">
                <a16:creationId xmlns:a16="http://schemas.microsoft.com/office/drawing/2014/main" id="{FF7D6E86-4884-434D-9A8E-C590759F426E}"/>
              </a:ext>
            </a:extLst>
          </p:cNvPr>
          <p:cNvSpPr>
            <a:spLocks noGrp="1"/>
          </p:cNvSpPr>
          <p:nvPr>
            <p:ph idx="1"/>
          </p:nvPr>
        </p:nvSpPr>
        <p:spPr/>
        <p:txBody>
          <a:bodyPr/>
          <a:lstStyle/>
          <a:p>
            <a:r>
              <a:rPr lang="sk-SK" dirty="0"/>
              <a:t>Pomocou </a:t>
            </a:r>
            <a:r>
              <a:rPr lang="sk-SK" dirty="0" err="1"/>
              <a:t>Petriho</a:t>
            </a:r>
            <a:r>
              <a:rPr lang="sk-SK" dirty="0"/>
              <a:t> siete môžeme len ťažko popísať konkrétny paralelný výpočet (pohyb bodiek celou sériou grafov), no umožňujú nám jednoducho popísať väčšinu synchronizačných úloh</a:t>
            </a:r>
          </a:p>
          <a:p>
            <a:r>
              <a:rPr lang="sk-SK" dirty="0"/>
              <a:t>Vzájomné vylúčenie</a:t>
            </a:r>
          </a:p>
        </p:txBody>
      </p:sp>
      <p:sp>
        <p:nvSpPr>
          <p:cNvPr id="23555"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0B54D3DA-186A-4D53-B99F-AEC97B84A516}" type="slidenum">
              <a:rPr lang="sk-SK" sz="1400" b="0"/>
              <a:pPr/>
              <a:t>43</a:t>
            </a:fld>
            <a:endParaRPr lang="sk-SK" sz="1400" b="0"/>
          </a:p>
        </p:txBody>
      </p:sp>
      <p:pic>
        <p:nvPicPr>
          <p:cNvPr id="23558"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0247" y="3429000"/>
            <a:ext cx="4246562"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78615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435FE15-594F-6E4E-AC0E-975A89560F8B}"/>
              </a:ext>
            </a:extLst>
          </p:cNvPr>
          <p:cNvSpPr>
            <a:spLocks noGrp="1"/>
          </p:cNvSpPr>
          <p:nvPr>
            <p:ph type="title"/>
          </p:nvPr>
        </p:nvSpPr>
        <p:spPr/>
        <p:txBody>
          <a:bodyPr/>
          <a:lstStyle/>
          <a:p>
            <a:r>
              <a:rPr lang="sk-SK" dirty="0"/>
              <a:t>Kritické úseky, vzájomné vylúčenie</a:t>
            </a:r>
          </a:p>
        </p:txBody>
      </p:sp>
      <p:sp>
        <p:nvSpPr>
          <p:cNvPr id="24579"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395FAECE-8F4E-41A6-8D06-2EE47E25BD2A}" type="slidenum">
              <a:rPr lang="sk-SK" sz="1400" b="0"/>
              <a:pPr/>
              <a:t>44</a:t>
            </a:fld>
            <a:endParaRPr lang="sk-SK" sz="1400" b="0"/>
          </a:p>
        </p:txBody>
      </p:sp>
      <p:sp>
        <p:nvSpPr>
          <p:cNvPr id="24581" name="Text Box 3"/>
          <p:cNvSpPr txBox="1">
            <a:spLocks noChangeArrowheads="1"/>
          </p:cNvSpPr>
          <p:nvPr/>
        </p:nvSpPr>
        <p:spPr bwMode="auto">
          <a:xfrm>
            <a:off x="877685" y="1511439"/>
            <a:ext cx="83058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pPr algn="l">
              <a:spcBef>
                <a:spcPct val="50000"/>
              </a:spcBef>
            </a:pPr>
            <a:r>
              <a:rPr lang="sk-SK" sz="1800" dirty="0"/>
              <a:t>Realizovať kritický úsek - </a:t>
            </a:r>
            <a:r>
              <a:rPr lang="sk-SK" sz="1800" b="0" dirty="0"/>
              <a:t>znamená synchronizovať prevádzanie príkazov tak, aby došlo ku požadovanému vzájomnému vylúčeniu</a:t>
            </a:r>
          </a:p>
          <a:p>
            <a:pPr algn="l">
              <a:spcBef>
                <a:spcPct val="50000"/>
              </a:spcBef>
            </a:pPr>
            <a:r>
              <a:rPr lang="sk-SK" sz="1800" u="sng" dirty="0"/>
              <a:t>Model </a:t>
            </a:r>
            <a:r>
              <a:rPr lang="sk-SK" sz="1800" u="sng" dirty="0" err="1"/>
              <a:t>Petriho</a:t>
            </a:r>
            <a:r>
              <a:rPr lang="sk-SK" sz="1800" u="sng" dirty="0"/>
              <a:t> siete</a:t>
            </a:r>
            <a:r>
              <a:rPr lang="sk-SK" sz="1800" dirty="0"/>
              <a:t> - </a:t>
            </a:r>
            <a:r>
              <a:rPr lang="sk-SK" sz="1800" b="0" dirty="0"/>
              <a:t>názorne modeluje túto požiadavku na nasledujúcom obrázku</a:t>
            </a:r>
          </a:p>
        </p:txBody>
      </p:sp>
      <p:pic>
        <p:nvPicPr>
          <p:cNvPr id="24582" name="Picture 10" descr="tri procesy synchronizované"/>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4714" y="2411020"/>
            <a:ext cx="6098771" cy="3200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A8ACDCBB-6AB6-4168-9D41-9480C9C157F3}"/>
              </a:ext>
            </a:extLst>
          </p:cNvPr>
          <p:cNvSpPr txBox="1">
            <a:spLocks noChangeArrowheads="1"/>
          </p:cNvSpPr>
          <p:nvPr/>
        </p:nvSpPr>
        <p:spPr>
          <a:xfrm>
            <a:off x="876299" y="5562600"/>
            <a:ext cx="10515600" cy="117527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50000"/>
              </a:spcBef>
            </a:pPr>
            <a:r>
              <a:rPr lang="sk-SK" sz="2400" dirty="0"/>
              <a:t>každý proces Pi odoberie pri prechode cez prechod T1,T4,T7 značku z SM, po prechode T2,T5,T8 sa  značka vráti do miesta SM</a:t>
            </a:r>
          </a:p>
          <a:p>
            <a:pPr>
              <a:spcBef>
                <a:spcPct val="50000"/>
              </a:spcBef>
            </a:pPr>
            <a:r>
              <a:rPr lang="sk-SK" sz="2400" dirty="0"/>
              <a:t>ak tam bodka nie je proces čaká kým ju uvoľní iný proces</a:t>
            </a:r>
            <a:endParaRPr lang="en-US" dirty="0"/>
          </a:p>
        </p:txBody>
      </p:sp>
    </p:spTree>
    <p:extLst>
      <p:ext uri="{BB962C8B-B14F-4D97-AF65-F5344CB8AC3E}">
        <p14:creationId xmlns:p14="http://schemas.microsoft.com/office/powerpoint/2010/main" val="5121240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BC7D077-EEE0-0346-8402-1729FA27CD98}"/>
              </a:ext>
            </a:extLst>
          </p:cNvPr>
          <p:cNvSpPr>
            <a:spLocks noGrp="1"/>
          </p:cNvSpPr>
          <p:nvPr>
            <p:ph type="title"/>
          </p:nvPr>
        </p:nvSpPr>
        <p:spPr/>
        <p:txBody>
          <a:bodyPr/>
          <a:lstStyle/>
          <a:p>
            <a:r>
              <a:rPr lang="sk-SK" dirty="0"/>
              <a:t>Producent - konzument</a:t>
            </a:r>
          </a:p>
        </p:txBody>
      </p:sp>
      <p:sp>
        <p:nvSpPr>
          <p:cNvPr id="3" name="Zástupný objekt pre obsah 2">
            <a:extLst>
              <a:ext uri="{FF2B5EF4-FFF2-40B4-BE49-F238E27FC236}">
                <a16:creationId xmlns:a16="http://schemas.microsoft.com/office/drawing/2014/main" id="{0373D6C1-4A90-D94F-8CB3-5009EB0055C7}"/>
              </a:ext>
            </a:extLst>
          </p:cNvPr>
          <p:cNvSpPr>
            <a:spLocks noGrp="1"/>
          </p:cNvSpPr>
          <p:nvPr>
            <p:ph idx="1"/>
          </p:nvPr>
        </p:nvSpPr>
        <p:spPr/>
        <p:txBody>
          <a:bodyPr>
            <a:normAutofit fontScale="85000" lnSpcReduction="20000"/>
          </a:bodyPr>
          <a:lstStyle/>
          <a:p>
            <a:pPr>
              <a:spcBef>
                <a:spcPct val="50000"/>
              </a:spcBef>
            </a:pPr>
            <a:r>
              <a:rPr lang="sk-SK" dirty="0"/>
              <a:t>Producent - konzument - asynchrónna komunikácia procesov pomocou </a:t>
            </a:r>
            <a:r>
              <a:rPr lang="sk-SK" b="1" dirty="0"/>
              <a:t>spoločnej vyrovnávacej pamäte </a:t>
            </a:r>
          </a:p>
          <a:p>
            <a:pPr marL="0" indent="0">
              <a:spcBef>
                <a:spcPct val="50000"/>
              </a:spcBef>
              <a:buNone/>
            </a:pPr>
            <a:endParaRPr lang="sk-SK" dirty="0"/>
          </a:p>
          <a:p>
            <a:pPr>
              <a:spcBef>
                <a:spcPct val="50000"/>
              </a:spcBef>
            </a:pPr>
            <a:r>
              <a:rPr lang="sk-SK" dirty="0"/>
              <a:t>Princíp </a:t>
            </a:r>
            <a:r>
              <a:rPr lang="sk-SK" dirty="0" err="1"/>
              <a:t>synchroniz</a:t>
            </a:r>
            <a:r>
              <a:rPr lang="sk-SK" dirty="0"/>
              <a:t>. úlohy P-K pomocou </a:t>
            </a:r>
            <a:r>
              <a:rPr lang="sk-SK" dirty="0" err="1"/>
              <a:t>Petriho</a:t>
            </a:r>
            <a:r>
              <a:rPr lang="sk-SK" dirty="0"/>
              <a:t> siete - dva pomocné miesta VOLNÉ a OBSADENÉ (počet bodiek=počet voľných (obsadených) miest pamäte)</a:t>
            </a:r>
          </a:p>
          <a:p>
            <a:pPr>
              <a:spcBef>
                <a:spcPct val="50000"/>
              </a:spcBef>
            </a:pPr>
            <a:r>
              <a:rPr lang="sk-SK" dirty="0"/>
              <a:t>proces Producent odoberie jednu bodku z oblasti VOLNÉ (vyrovnávacia pamäť) pred zápisom (alebo čaká) a po zápise ju dá do OBSADENÉ</a:t>
            </a:r>
          </a:p>
          <a:p>
            <a:pPr>
              <a:spcBef>
                <a:spcPct val="50000"/>
              </a:spcBef>
            </a:pPr>
            <a:r>
              <a:rPr lang="sk-SK" dirty="0"/>
              <a:t>proces Konzument odoberie jednu bodku z oblasti OBSADENÉ (vyrovnávacia pamäť) pred čítaním (alebo čaká) a po čítaní ju dá do VOLNÉ</a:t>
            </a:r>
          </a:p>
          <a:p>
            <a:pPr>
              <a:spcBef>
                <a:spcPct val="50000"/>
              </a:spcBef>
            </a:pPr>
            <a:endParaRPr lang="sk-SK" dirty="0"/>
          </a:p>
          <a:p>
            <a:pPr>
              <a:spcBef>
                <a:spcPct val="50000"/>
              </a:spcBef>
            </a:pPr>
            <a:r>
              <a:rPr lang="sk-SK" dirty="0"/>
              <a:t>Úloha P-K je podstatou každej asynchrónnej komunikácie procesov</a:t>
            </a:r>
          </a:p>
        </p:txBody>
      </p:sp>
      <p:sp>
        <p:nvSpPr>
          <p:cNvPr id="27651"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97D0FD29-EED9-410F-B9B5-B118F94C3B3F}" type="slidenum">
              <a:rPr lang="sk-SK" sz="1400" b="0"/>
              <a:pPr/>
              <a:t>45</a:t>
            </a:fld>
            <a:endParaRPr lang="sk-SK" sz="1400" b="0"/>
          </a:p>
        </p:txBody>
      </p:sp>
    </p:spTree>
    <p:extLst>
      <p:ext uri="{BB962C8B-B14F-4D97-AF65-F5344CB8AC3E}">
        <p14:creationId xmlns:p14="http://schemas.microsoft.com/office/powerpoint/2010/main" val="28930833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EF5A898-FE9B-7A4E-AB00-A60A2FF30AE8}"/>
              </a:ext>
            </a:extLst>
          </p:cNvPr>
          <p:cNvSpPr>
            <a:spLocks noGrp="1"/>
          </p:cNvSpPr>
          <p:nvPr>
            <p:ph type="title"/>
          </p:nvPr>
        </p:nvSpPr>
        <p:spPr/>
        <p:txBody>
          <a:bodyPr/>
          <a:lstStyle/>
          <a:p>
            <a:r>
              <a:rPr lang="sk-SK" dirty="0"/>
              <a:t>Producent - konzument</a:t>
            </a:r>
          </a:p>
        </p:txBody>
      </p:sp>
      <p:sp>
        <p:nvSpPr>
          <p:cNvPr id="28675"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3979964D-9B5F-4FA5-A96F-E424B13A75DA}" type="slidenum">
              <a:rPr lang="sk-SK" sz="1400" b="0"/>
              <a:pPr/>
              <a:t>46</a:t>
            </a:fld>
            <a:endParaRPr lang="sk-SK" sz="1400" b="0"/>
          </a:p>
        </p:txBody>
      </p:sp>
      <p:sp>
        <p:nvSpPr>
          <p:cNvPr id="3" name="BlokTextu 2">
            <a:extLst>
              <a:ext uri="{FF2B5EF4-FFF2-40B4-BE49-F238E27FC236}">
                <a16:creationId xmlns:a16="http://schemas.microsoft.com/office/drawing/2014/main" id="{93EE6379-86C1-E031-8602-C0F60D0EE777}"/>
              </a:ext>
            </a:extLst>
          </p:cNvPr>
          <p:cNvSpPr txBox="1"/>
          <p:nvPr/>
        </p:nvSpPr>
        <p:spPr>
          <a:xfrm>
            <a:off x="3544388" y="6078583"/>
            <a:ext cx="204651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sk-SK" dirty="0"/>
              <a:t>Sklad voľné</a:t>
            </a:r>
          </a:p>
        </p:txBody>
      </p:sp>
      <p:sp>
        <p:nvSpPr>
          <p:cNvPr id="4" name="BlokTextu 3">
            <a:extLst>
              <a:ext uri="{FF2B5EF4-FFF2-40B4-BE49-F238E27FC236}">
                <a16:creationId xmlns:a16="http://schemas.microsoft.com/office/drawing/2014/main" id="{8434D98A-73FD-7E9D-65D5-DE43B3B06890}"/>
              </a:ext>
            </a:extLst>
          </p:cNvPr>
          <p:cNvSpPr txBox="1"/>
          <p:nvPr/>
        </p:nvSpPr>
        <p:spPr>
          <a:xfrm>
            <a:off x="5599611" y="6078583"/>
            <a:ext cx="204651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sk-SK" dirty="0"/>
              <a:t>Sklad plné</a:t>
            </a:r>
          </a:p>
        </p:txBody>
      </p:sp>
      <p:sp>
        <p:nvSpPr>
          <p:cNvPr id="5" name="Obojsmerná vodorovná šípka 4">
            <a:extLst>
              <a:ext uri="{FF2B5EF4-FFF2-40B4-BE49-F238E27FC236}">
                <a16:creationId xmlns:a16="http://schemas.microsoft.com/office/drawing/2014/main" id="{D25751A1-C67A-AEE2-60EF-F1A10E95CB8E}"/>
              </a:ext>
            </a:extLst>
          </p:cNvPr>
          <p:cNvSpPr/>
          <p:nvPr/>
        </p:nvSpPr>
        <p:spPr>
          <a:xfrm>
            <a:off x="5373188" y="6206034"/>
            <a:ext cx="452846" cy="9804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k-SK"/>
          </a:p>
        </p:txBody>
      </p:sp>
      <p:sp>
        <p:nvSpPr>
          <p:cNvPr id="6" name="BlokTextu 5">
            <a:extLst>
              <a:ext uri="{FF2B5EF4-FFF2-40B4-BE49-F238E27FC236}">
                <a16:creationId xmlns:a16="http://schemas.microsoft.com/office/drawing/2014/main" id="{D40E949D-E940-A4AD-6FE0-CEAFE6DA64B9}"/>
              </a:ext>
            </a:extLst>
          </p:cNvPr>
          <p:cNvSpPr txBox="1"/>
          <p:nvPr/>
        </p:nvSpPr>
        <p:spPr>
          <a:xfrm>
            <a:off x="4994302" y="5709251"/>
            <a:ext cx="1184491" cy="369332"/>
          </a:xfrm>
          <a:prstGeom prst="rect">
            <a:avLst/>
          </a:prstGeom>
          <a:noFill/>
        </p:spPr>
        <p:txBody>
          <a:bodyPr wrap="none" rtlCol="0">
            <a:spAutoFit/>
          </a:bodyPr>
          <a:lstStyle/>
          <a:p>
            <a:r>
              <a:rPr lang="sk-SK" dirty="0"/>
              <a:t>ukazovateľ</a:t>
            </a:r>
          </a:p>
        </p:txBody>
      </p:sp>
      <p:grpSp>
        <p:nvGrpSpPr>
          <p:cNvPr id="9" name="Skupina 8">
            <a:extLst>
              <a:ext uri="{FF2B5EF4-FFF2-40B4-BE49-F238E27FC236}">
                <a16:creationId xmlns:a16="http://schemas.microsoft.com/office/drawing/2014/main" id="{C10C6C14-C282-05BE-4E23-936782880D70}"/>
              </a:ext>
            </a:extLst>
          </p:cNvPr>
          <p:cNvGrpSpPr/>
          <p:nvPr/>
        </p:nvGrpSpPr>
        <p:grpSpPr>
          <a:xfrm>
            <a:off x="2209801" y="1837113"/>
            <a:ext cx="8105775" cy="4421188"/>
            <a:chOff x="2209801" y="1837113"/>
            <a:chExt cx="8105775" cy="4421188"/>
          </a:xfrm>
        </p:grpSpPr>
        <p:pic>
          <p:nvPicPr>
            <p:cNvPr id="28677" name="Picture 9" descr="producent - konzu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837113"/>
              <a:ext cx="8105775" cy="442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BlokTextu 6">
              <a:extLst>
                <a:ext uri="{FF2B5EF4-FFF2-40B4-BE49-F238E27FC236}">
                  <a16:creationId xmlns:a16="http://schemas.microsoft.com/office/drawing/2014/main" id="{90D99940-9123-4581-D9AC-BBE8F9D94D6C}"/>
                </a:ext>
              </a:extLst>
            </p:cNvPr>
            <p:cNvSpPr txBox="1"/>
            <p:nvPr/>
          </p:nvSpPr>
          <p:spPr>
            <a:xfrm>
              <a:off x="6262688" y="3332074"/>
              <a:ext cx="1144865" cy="369332"/>
            </a:xfrm>
            <a:prstGeom prst="rect">
              <a:avLst/>
            </a:prstGeom>
            <a:solidFill>
              <a:schemeClr val="bg1"/>
            </a:solidFill>
          </p:spPr>
          <p:txBody>
            <a:bodyPr wrap="none" rtlCol="0">
              <a:spAutoFit/>
            </a:bodyPr>
            <a:lstStyle/>
            <a:p>
              <a:r>
                <a:rPr lang="sk-SK" dirty="0"/>
                <a:t>Sklad plné</a:t>
              </a:r>
            </a:p>
          </p:txBody>
        </p:sp>
        <p:sp>
          <p:nvSpPr>
            <p:cNvPr id="8" name="BlokTextu 7">
              <a:extLst>
                <a:ext uri="{FF2B5EF4-FFF2-40B4-BE49-F238E27FC236}">
                  <a16:creationId xmlns:a16="http://schemas.microsoft.com/office/drawing/2014/main" id="{9C641B73-9397-2D5D-2C98-501BC496826F}"/>
                </a:ext>
              </a:extLst>
            </p:cNvPr>
            <p:cNvSpPr txBox="1"/>
            <p:nvPr/>
          </p:nvSpPr>
          <p:spPr>
            <a:xfrm>
              <a:off x="4567645" y="3332074"/>
              <a:ext cx="1254959" cy="369332"/>
            </a:xfrm>
            <a:prstGeom prst="rect">
              <a:avLst/>
            </a:prstGeom>
            <a:solidFill>
              <a:schemeClr val="bg1"/>
            </a:solidFill>
          </p:spPr>
          <p:txBody>
            <a:bodyPr wrap="none" rtlCol="0">
              <a:spAutoFit/>
            </a:bodyPr>
            <a:lstStyle/>
            <a:p>
              <a:r>
                <a:rPr lang="sk-SK" dirty="0"/>
                <a:t>Sklad voľné</a:t>
              </a:r>
            </a:p>
          </p:txBody>
        </p:sp>
      </p:grpSp>
    </p:spTree>
    <p:extLst>
      <p:ext uri="{BB962C8B-B14F-4D97-AF65-F5344CB8AC3E}">
        <p14:creationId xmlns:p14="http://schemas.microsoft.com/office/powerpoint/2010/main" val="32152139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4321BD9-639F-DA46-8A36-DBF0924A97BF}"/>
              </a:ext>
            </a:extLst>
          </p:cNvPr>
          <p:cNvSpPr>
            <a:spLocks noGrp="1"/>
          </p:cNvSpPr>
          <p:nvPr>
            <p:ph type="title"/>
          </p:nvPr>
        </p:nvSpPr>
        <p:spPr/>
        <p:txBody>
          <a:bodyPr/>
          <a:lstStyle/>
          <a:p>
            <a:r>
              <a:rPr lang="sk-SK" dirty="0"/>
              <a:t>Čitatelia - zapisovatelia</a:t>
            </a:r>
          </a:p>
        </p:txBody>
      </p:sp>
      <p:sp>
        <p:nvSpPr>
          <p:cNvPr id="3" name="Zástupný objekt pre obsah 2">
            <a:extLst>
              <a:ext uri="{FF2B5EF4-FFF2-40B4-BE49-F238E27FC236}">
                <a16:creationId xmlns:a16="http://schemas.microsoft.com/office/drawing/2014/main" id="{E229B1DD-E3D6-264C-8FF5-E95EDE172E32}"/>
              </a:ext>
            </a:extLst>
          </p:cNvPr>
          <p:cNvSpPr>
            <a:spLocks noGrp="1"/>
          </p:cNvSpPr>
          <p:nvPr>
            <p:ph idx="1"/>
          </p:nvPr>
        </p:nvSpPr>
        <p:spPr/>
        <p:txBody>
          <a:bodyPr>
            <a:normAutofit fontScale="77500" lnSpcReduction="20000"/>
          </a:bodyPr>
          <a:lstStyle/>
          <a:p>
            <a:pPr marL="0" indent="0">
              <a:spcBef>
                <a:spcPct val="50000"/>
              </a:spcBef>
              <a:buNone/>
            </a:pPr>
            <a:r>
              <a:rPr lang="sk-SK" dirty="0"/>
              <a:t>Čitateľ - zapisovateľ - najčastejšie uplatnenie v databázových systémoch</a:t>
            </a:r>
          </a:p>
          <a:p>
            <a:pPr>
              <a:spcBef>
                <a:spcPct val="50000"/>
              </a:spcBef>
            </a:pPr>
            <a:endParaRPr lang="sk-SK" dirty="0"/>
          </a:p>
          <a:p>
            <a:pPr marL="0" indent="0">
              <a:spcBef>
                <a:spcPct val="50000"/>
              </a:spcBef>
              <a:buNone/>
            </a:pPr>
            <a:r>
              <a:rPr lang="sk-SK" dirty="0"/>
              <a:t>Princíp </a:t>
            </a:r>
          </a:p>
          <a:p>
            <a:pPr marL="342900" indent="-342900">
              <a:spcBef>
                <a:spcPct val="50000"/>
              </a:spcBef>
            </a:pPr>
            <a:r>
              <a:rPr lang="sk-SK" dirty="0"/>
              <a:t>n procesov nazývaných čitatelia s prístupom ku spoločnej dátovej štruktúre majú právo len čítať</a:t>
            </a:r>
          </a:p>
          <a:p>
            <a:pPr marL="342900" indent="-342900">
              <a:spcBef>
                <a:spcPct val="50000"/>
              </a:spcBef>
            </a:pPr>
            <a:r>
              <a:rPr lang="sk-SK" dirty="0"/>
              <a:t> m procesov nazývaných zapisovatelia s prístupom ku spoločnej dátovej štruktúre majú právo len zapisovať</a:t>
            </a:r>
          </a:p>
          <a:p>
            <a:pPr marL="342900" indent="-342900">
              <a:spcBef>
                <a:spcPct val="50000"/>
              </a:spcBef>
            </a:pPr>
            <a:r>
              <a:rPr lang="sk-SK" dirty="0"/>
              <a:t>je nutné procesy synchronizovať tak, aby operácie čítania mohli prebiehať súčasne, ale pritom musia byť vzájomne vylúčené s operáciou zápisu</a:t>
            </a:r>
          </a:p>
          <a:p>
            <a:pPr marL="342900" indent="-342900">
              <a:spcBef>
                <a:spcPct val="50000"/>
              </a:spcBef>
            </a:pPr>
            <a:r>
              <a:rPr lang="sk-SK" dirty="0"/>
              <a:t>z operácií zápisu môže prebiehať v daný časový úsek len jedna (v </a:t>
            </a:r>
            <a:r>
              <a:rPr lang="sk-SK" dirty="0" err="1"/>
              <a:t>Petriho</a:t>
            </a:r>
            <a:r>
              <a:rPr lang="sk-SK" dirty="0"/>
              <a:t> sieti musí mať všetky bodky jedna operácia zápisu)</a:t>
            </a:r>
          </a:p>
          <a:p>
            <a:pPr marL="342900" indent="-342900">
              <a:spcBef>
                <a:spcPct val="50000"/>
              </a:spcBef>
            </a:pPr>
            <a:r>
              <a:rPr lang="sk-SK" dirty="0"/>
              <a:t>model </a:t>
            </a:r>
            <a:r>
              <a:rPr lang="sk-SK" dirty="0" err="1"/>
              <a:t>Petriho</a:t>
            </a:r>
            <a:r>
              <a:rPr lang="sk-SK" dirty="0"/>
              <a:t> siete pre túto synchronizačnú úlohu viď obrázok</a:t>
            </a:r>
          </a:p>
        </p:txBody>
      </p:sp>
      <p:sp>
        <p:nvSpPr>
          <p:cNvPr id="29699" name="Zástupný symbol čísla snímky 3"/>
          <p:cNvSpPr>
            <a:spLocks noGrp="1"/>
          </p:cNvSpPr>
          <p:nvPr>
            <p:ph type="sldNum" sz="quarter" idx="12"/>
          </p:nvPr>
        </p:nvSpPr>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B71D5EF7-2928-42D6-8178-DB12634710D8}" type="slidenum">
              <a:rPr lang="sk-SK" smtClean="0"/>
              <a:pPr/>
              <a:t>47</a:t>
            </a:fld>
            <a:endParaRPr lang="sk-SK" dirty="0"/>
          </a:p>
        </p:txBody>
      </p:sp>
    </p:spTree>
    <p:extLst>
      <p:ext uri="{BB962C8B-B14F-4D97-AF65-F5344CB8AC3E}">
        <p14:creationId xmlns:p14="http://schemas.microsoft.com/office/powerpoint/2010/main" val="28864544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27ACBB4B-1B2D-4674-893F-F3ED6B24E411}" type="slidenum">
              <a:rPr lang="sk-SK" sz="1400" b="0"/>
              <a:pPr/>
              <a:t>48</a:t>
            </a:fld>
            <a:endParaRPr lang="sk-SK" sz="1400" b="0"/>
          </a:p>
        </p:txBody>
      </p:sp>
      <p:sp>
        <p:nvSpPr>
          <p:cNvPr id="30724" name="Text Box 2"/>
          <p:cNvSpPr txBox="1">
            <a:spLocks noChangeArrowheads="1"/>
          </p:cNvSpPr>
          <p:nvPr/>
        </p:nvSpPr>
        <p:spPr bwMode="auto">
          <a:xfrm>
            <a:off x="1828800" y="381000"/>
            <a:ext cx="8534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pPr>
              <a:spcBef>
                <a:spcPct val="50000"/>
              </a:spcBef>
            </a:pPr>
            <a:r>
              <a:rPr lang="sk-SK" b="0" dirty="0"/>
              <a:t>Čitatelia - zapisovatelia</a:t>
            </a:r>
          </a:p>
        </p:txBody>
      </p:sp>
      <p:grpSp>
        <p:nvGrpSpPr>
          <p:cNvPr id="8" name="Skupina 7">
            <a:extLst>
              <a:ext uri="{FF2B5EF4-FFF2-40B4-BE49-F238E27FC236}">
                <a16:creationId xmlns:a16="http://schemas.microsoft.com/office/drawing/2014/main" id="{50F56089-7340-88CC-8ADA-6F07E5497708}"/>
              </a:ext>
            </a:extLst>
          </p:cNvPr>
          <p:cNvGrpSpPr/>
          <p:nvPr/>
        </p:nvGrpSpPr>
        <p:grpSpPr>
          <a:xfrm>
            <a:off x="1981201" y="2209801"/>
            <a:ext cx="8048625" cy="3724275"/>
            <a:chOff x="1981201" y="2209801"/>
            <a:chExt cx="8048625" cy="3724275"/>
          </a:xfrm>
        </p:grpSpPr>
        <p:pic>
          <p:nvPicPr>
            <p:cNvPr id="30725" name="Picture 7" descr="čitateľ - zapisovate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2209801"/>
              <a:ext cx="804862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Oval 8"/>
            <p:cNvSpPr>
              <a:spLocks noChangeArrowheads="1"/>
            </p:cNvSpPr>
            <p:nvPr/>
          </p:nvSpPr>
          <p:spPr bwMode="auto">
            <a:xfrm>
              <a:off x="7467600" y="3581400"/>
              <a:ext cx="457200" cy="16002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endParaRPr lang="sk-SK"/>
            </a:p>
          </p:txBody>
        </p:sp>
        <p:sp>
          <p:nvSpPr>
            <p:cNvPr id="2" name="BlokTextu 1">
              <a:extLst>
                <a:ext uri="{FF2B5EF4-FFF2-40B4-BE49-F238E27FC236}">
                  <a16:creationId xmlns:a16="http://schemas.microsoft.com/office/drawing/2014/main" id="{AA08DD03-6F7E-E165-9B09-4FFA6AF1A614}"/>
                </a:ext>
              </a:extLst>
            </p:cNvPr>
            <p:cNvSpPr txBox="1"/>
            <p:nvPr/>
          </p:nvSpPr>
          <p:spPr>
            <a:xfrm>
              <a:off x="3255781" y="2382790"/>
              <a:ext cx="964303" cy="369332"/>
            </a:xfrm>
            <a:prstGeom prst="rect">
              <a:avLst/>
            </a:prstGeom>
            <a:solidFill>
              <a:schemeClr val="bg1"/>
            </a:solidFill>
          </p:spPr>
          <p:txBody>
            <a:bodyPr wrap="none" rtlCol="0">
              <a:spAutoFit/>
            </a:bodyPr>
            <a:lstStyle/>
            <a:p>
              <a:r>
                <a:rPr lang="sk-SK" dirty="0"/>
                <a:t>Čitateľ 1</a:t>
              </a:r>
            </a:p>
          </p:txBody>
        </p:sp>
        <p:sp>
          <p:nvSpPr>
            <p:cNvPr id="3" name="BlokTextu 2">
              <a:extLst>
                <a:ext uri="{FF2B5EF4-FFF2-40B4-BE49-F238E27FC236}">
                  <a16:creationId xmlns:a16="http://schemas.microsoft.com/office/drawing/2014/main" id="{2724EDD8-0498-1A87-DB3B-E67B85440994}"/>
                </a:ext>
              </a:extLst>
            </p:cNvPr>
            <p:cNvSpPr txBox="1"/>
            <p:nvPr/>
          </p:nvSpPr>
          <p:spPr>
            <a:xfrm>
              <a:off x="5398346" y="2445543"/>
              <a:ext cx="964303" cy="369332"/>
            </a:xfrm>
            <a:prstGeom prst="rect">
              <a:avLst/>
            </a:prstGeom>
            <a:solidFill>
              <a:schemeClr val="bg1"/>
            </a:solidFill>
          </p:spPr>
          <p:txBody>
            <a:bodyPr wrap="none" rtlCol="0">
              <a:spAutoFit/>
            </a:bodyPr>
            <a:lstStyle/>
            <a:p>
              <a:r>
                <a:rPr lang="sk-SK" dirty="0"/>
                <a:t>Čitateľ 2</a:t>
              </a:r>
            </a:p>
          </p:txBody>
        </p:sp>
        <p:sp>
          <p:nvSpPr>
            <p:cNvPr id="4" name="BlokTextu 3">
              <a:extLst>
                <a:ext uri="{FF2B5EF4-FFF2-40B4-BE49-F238E27FC236}">
                  <a16:creationId xmlns:a16="http://schemas.microsoft.com/office/drawing/2014/main" id="{4AA595C6-A7B9-D7AE-7165-372D758F681A}"/>
                </a:ext>
              </a:extLst>
            </p:cNvPr>
            <p:cNvSpPr txBox="1"/>
            <p:nvPr/>
          </p:nvSpPr>
          <p:spPr>
            <a:xfrm>
              <a:off x="7924800" y="2443721"/>
              <a:ext cx="1246880" cy="369332"/>
            </a:xfrm>
            <a:prstGeom prst="rect">
              <a:avLst/>
            </a:prstGeom>
            <a:solidFill>
              <a:schemeClr val="bg1"/>
            </a:solidFill>
          </p:spPr>
          <p:txBody>
            <a:bodyPr wrap="none" rtlCol="0">
              <a:spAutoFit/>
            </a:bodyPr>
            <a:lstStyle/>
            <a:p>
              <a:r>
                <a:rPr lang="sk-SK" dirty="0"/>
                <a:t>Zapisovateľ</a:t>
              </a:r>
            </a:p>
          </p:txBody>
        </p:sp>
        <p:sp>
          <p:nvSpPr>
            <p:cNvPr id="5" name="BlokTextu 4">
              <a:extLst>
                <a:ext uri="{FF2B5EF4-FFF2-40B4-BE49-F238E27FC236}">
                  <a16:creationId xmlns:a16="http://schemas.microsoft.com/office/drawing/2014/main" id="{DB89FE0C-2409-A354-0880-2769AFF69D3F}"/>
                </a:ext>
              </a:extLst>
            </p:cNvPr>
            <p:cNvSpPr txBox="1"/>
            <p:nvPr/>
          </p:nvSpPr>
          <p:spPr>
            <a:xfrm>
              <a:off x="5125323" y="4159795"/>
              <a:ext cx="689481" cy="307777"/>
            </a:xfrm>
            <a:prstGeom prst="rect">
              <a:avLst/>
            </a:prstGeom>
            <a:solidFill>
              <a:schemeClr val="bg1"/>
            </a:solidFill>
          </p:spPr>
          <p:txBody>
            <a:bodyPr wrap="square" rtlCol="0">
              <a:spAutoFit/>
            </a:bodyPr>
            <a:lstStyle/>
            <a:p>
              <a:r>
                <a:rPr lang="sk-SK" sz="1400" dirty="0"/>
                <a:t>Čítanie</a:t>
              </a:r>
              <a:endParaRPr lang="sk-SK" sz="1600" dirty="0"/>
            </a:p>
          </p:txBody>
        </p:sp>
        <p:sp>
          <p:nvSpPr>
            <p:cNvPr id="6" name="BlokTextu 5">
              <a:extLst>
                <a:ext uri="{FF2B5EF4-FFF2-40B4-BE49-F238E27FC236}">
                  <a16:creationId xmlns:a16="http://schemas.microsoft.com/office/drawing/2014/main" id="{7F1C8661-050A-6317-D7E6-BFB437AF9399}"/>
                </a:ext>
              </a:extLst>
            </p:cNvPr>
            <p:cNvSpPr txBox="1"/>
            <p:nvPr/>
          </p:nvSpPr>
          <p:spPr>
            <a:xfrm>
              <a:off x="3127786" y="3864356"/>
              <a:ext cx="689481" cy="307777"/>
            </a:xfrm>
            <a:prstGeom prst="rect">
              <a:avLst/>
            </a:prstGeom>
            <a:solidFill>
              <a:schemeClr val="bg1"/>
            </a:solidFill>
          </p:spPr>
          <p:txBody>
            <a:bodyPr wrap="square" rtlCol="0">
              <a:spAutoFit/>
            </a:bodyPr>
            <a:lstStyle/>
            <a:p>
              <a:r>
                <a:rPr lang="sk-SK" sz="1400" dirty="0"/>
                <a:t>Čítanie</a:t>
              </a:r>
              <a:endParaRPr lang="sk-SK" sz="1600" dirty="0"/>
            </a:p>
          </p:txBody>
        </p:sp>
        <p:sp>
          <p:nvSpPr>
            <p:cNvPr id="7" name="BlokTextu 6">
              <a:extLst>
                <a:ext uri="{FF2B5EF4-FFF2-40B4-BE49-F238E27FC236}">
                  <a16:creationId xmlns:a16="http://schemas.microsoft.com/office/drawing/2014/main" id="{4B42DE5A-DDB7-1E24-1F8B-6E2B5E3F6351}"/>
                </a:ext>
              </a:extLst>
            </p:cNvPr>
            <p:cNvSpPr txBox="1"/>
            <p:nvPr/>
          </p:nvSpPr>
          <p:spPr>
            <a:xfrm>
              <a:off x="8651390" y="4163370"/>
              <a:ext cx="564327" cy="307777"/>
            </a:xfrm>
            <a:prstGeom prst="rect">
              <a:avLst/>
            </a:prstGeom>
            <a:solidFill>
              <a:schemeClr val="bg1"/>
            </a:solidFill>
          </p:spPr>
          <p:txBody>
            <a:bodyPr wrap="square" rtlCol="0">
              <a:spAutoFit/>
            </a:bodyPr>
            <a:lstStyle/>
            <a:p>
              <a:r>
                <a:rPr lang="sk-SK" sz="1400" dirty="0"/>
                <a:t>Zápis</a:t>
              </a:r>
              <a:endParaRPr lang="sk-SK" sz="1600" dirty="0"/>
            </a:p>
          </p:txBody>
        </p:sp>
      </p:grpSp>
    </p:spTree>
    <p:extLst>
      <p:ext uri="{BB962C8B-B14F-4D97-AF65-F5344CB8AC3E}">
        <p14:creationId xmlns:p14="http://schemas.microsoft.com/office/powerpoint/2010/main" val="28587657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56B7AE6-1A2D-6A47-A02A-38C6D94DF938}"/>
              </a:ext>
            </a:extLst>
          </p:cNvPr>
          <p:cNvSpPr>
            <a:spLocks noGrp="1"/>
          </p:cNvSpPr>
          <p:nvPr>
            <p:ph type="title"/>
          </p:nvPr>
        </p:nvSpPr>
        <p:spPr/>
        <p:txBody>
          <a:bodyPr/>
          <a:lstStyle/>
          <a:p>
            <a:r>
              <a:rPr lang="sk-SK" dirty="0"/>
              <a:t>Súbeh  (</a:t>
            </a:r>
            <a:r>
              <a:rPr lang="sk-SK" dirty="0" err="1"/>
              <a:t>rendez</a:t>
            </a:r>
            <a:r>
              <a:rPr lang="sk-SK" dirty="0"/>
              <a:t> - </a:t>
            </a:r>
            <a:r>
              <a:rPr lang="sk-SK" dirty="0" err="1"/>
              <a:t>vous</a:t>
            </a:r>
            <a:r>
              <a:rPr lang="sk-SK" dirty="0"/>
              <a:t>)</a:t>
            </a:r>
          </a:p>
        </p:txBody>
      </p:sp>
      <p:sp>
        <p:nvSpPr>
          <p:cNvPr id="3" name="Zástupný objekt pre obsah 2">
            <a:extLst>
              <a:ext uri="{FF2B5EF4-FFF2-40B4-BE49-F238E27FC236}">
                <a16:creationId xmlns:a16="http://schemas.microsoft.com/office/drawing/2014/main" id="{B2E2E4CF-5E07-BE4D-ACCA-506417D25406}"/>
              </a:ext>
            </a:extLst>
          </p:cNvPr>
          <p:cNvSpPr>
            <a:spLocks noGrp="1"/>
          </p:cNvSpPr>
          <p:nvPr>
            <p:ph idx="1"/>
          </p:nvPr>
        </p:nvSpPr>
        <p:spPr/>
        <p:txBody>
          <a:bodyPr/>
          <a:lstStyle/>
          <a:p>
            <a:pPr>
              <a:spcBef>
                <a:spcPct val="50000"/>
              </a:spcBef>
            </a:pPr>
            <a:r>
              <a:rPr lang="sk-SK" dirty="0"/>
              <a:t>Súbeh - najčastejšie sa vyskytuje u </a:t>
            </a:r>
            <a:r>
              <a:rPr lang="sk-SK" dirty="0" err="1"/>
              <a:t>paral.procesoch</a:t>
            </a:r>
            <a:r>
              <a:rPr lang="sk-SK" dirty="0"/>
              <a:t>, ktoré prebiehajú v distribuovanom prostredí </a:t>
            </a:r>
          </a:p>
          <a:p>
            <a:pPr>
              <a:spcBef>
                <a:spcPct val="50000"/>
              </a:spcBef>
            </a:pPr>
            <a:r>
              <a:rPr lang="sk-SK" dirty="0"/>
              <a:t>Princíp - spoločné prevedenie určitého úseku programu dvomi procesmi</a:t>
            </a:r>
          </a:p>
          <a:p>
            <a:pPr>
              <a:spcBef>
                <a:spcPct val="50000"/>
              </a:spcBef>
            </a:pPr>
            <a:r>
              <a:rPr lang="sk-SK" dirty="0"/>
              <a:t>nastáva nutnosť synchronizovať procesy tak, aby pred spoločným úsekom počkal jeden proces na príchod druhého</a:t>
            </a:r>
          </a:p>
          <a:p>
            <a:endParaRPr lang="sk-SK" dirty="0"/>
          </a:p>
        </p:txBody>
      </p:sp>
      <p:sp>
        <p:nvSpPr>
          <p:cNvPr id="31747"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0AA7EE5A-377A-4315-98FF-452E3B756F74}" type="slidenum">
              <a:rPr lang="sk-SK" sz="1400" b="0"/>
              <a:pPr/>
              <a:t>49</a:t>
            </a:fld>
            <a:endParaRPr lang="sk-SK" sz="1400" b="0"/>
          </a:p>
        </p:txBody>
      </p:sp>
    </p:spTree>
    <p:extLst>
      <p:ext uri="{BB962C8B-B14F-4D97-AF65-F5344CB8AC3E}">
        <p14:creationId xmlns:p14="http://schemas.microsoft.com/office/powerpoint/2010/main" val="7297352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783640A1-3A17-442E-8F52-D5CF8886BD6F}" type="slidenum">
              <a:rPr lang="sk-SK" sz="1400" b="0"/>
              <a:pPr/>
              <a:t>50</a:t>
            </a:fld>
            <a:endParaRPr lang="sk-SK" sz="1400" b="0"/>
          </a:p>
        </p:txBody>
      </p:sp>
      <p:sp>
        <p:nvSpPr>
          <p:cNvPr id="32772" name="Rectangle 2"/>
          <p:cNvSpPr>
            <a:spLocks noGrp="1" noChangeArrowheads="1"/>
          </p:cNvSpPr>
          <p:nvPr>
            <p:ph type="title" idx="4294967295"/>
          </p:nvPr>
        </p:nvSpPr>
        <p:spPr/>
        <p:txBody>
          <a:bodyPr/>
          <a:lstStyle/>
          <a:p>
            <a:r>
              <a:rPr lang="sk-SK"/>
              <a:t>Súbeh  (rendez - vous)</a:t>
            </a:r>
          </a:p>
        </p:txBody>
      </p:sp>
      <p:pic>
        <p:nvPicPr>
          <p:cNvPr id="32773" name="Picture 6" descr="5_22"/>
          <p:cNvPicPr>
            <a:picLocks noChangeAspect="1" noChangeArrowheads="1"/>
          </p:cNvPicPr>
          <p:nvPr/>
        </p:nvPicPr>
        <p:blipFill>
          <a:blip r:embed="rId2">
            <a:extLst>
              <a:ext uri="{28A0092B-C50C-407E-A947-70E740481C1C}">
                <a14:useLocalDpi xmlns:a14="http://schemas.microsoft.com/office/drawing/2010/main" val="0"/>
              </a:ext>
            </a:extLst>
          </a:blip>
          <a:srcRect l="36957" r="16304" b="20967"/>
          <a:stretch>
            <a:fillRect/>
          </a:stretch>
        </p:blipFill>
        <p:spPr bwMode="auto">
          <a:xfrm>
            <a:off x="2362200" y="1676401"/>
            <a:ext cx="3276600"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Picture 8" descr="súbe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752600"/>
            <a:ext cx="4191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34798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D006629-8117-8846-BEEF-FE77AEE55EDF}"/>
              </a:ext>
            </a:extLst>
          </p:cNvPr>
          <p:cNvSpPr>
            <a:spLocks noGrp="1"/>
          </p:cNvSpPr>
          <p:nvPr>
            <p:ph type="title"/>
          </p:nvPr>
        </p:nvSpPr>
        <p:spPr/>
        <p:txBody>
          <a:bodyPr/>
          <a:lstStyle/>
          <a:p>
            <a:r>
              <a:rPr lang="sk-SK" dirty="0"/>
              <a:t>Uviaznutie a starnutie</a:t>
            </a:r>
          </a:p>
        </p:txBody>
      </p:sp>
      <p:sp>
        <p:nvSpPr>
          <p:cNvPr id="3" name="Zástupný objekt pre obsah 2">
            <a:extLst>
              <a:ext uri="{FF2B5EF4-FFF2-40B4-BE49-F238E27FC236}">
                <a16:creationId xmlns:a16="http://schemas.microsoft.com/office/drawing/2014/main" id="{EC598B3D-34AA-B541-8F1A-B517B1547A5E}"/>
              </a:ext>
            </a:extLst>
          </p:cNvPr>
          <p:cNvSpPr>
            <a:spLocks noGrp="1"/>
          </p:cNvSpPr>
          <p:nvPr>
            <p:ph idx="1"/>
          </p:nvPr>
        </p:nvSpPr>
        <p:spPr/>
        <p:txBody>
          <a:bodyPr/>
          <a:lstStyle/>
          <a:p>
            <a:pPr>
              <a:spcBef>
                <a:spcPct val="50000"/>
              </a:spcBef>
            </a:pPr>
            <a:r>
              <a:rPr lang="sk-SK" b="1" dirty="0"/>
              <a:t>Uviaznutie</a:t>
            </a:r>
            <a:r>
              <a:rPr lang="sk-SK" dirty="0"/>
              <a:t> - po pridaní odpovedajúcej synchronizácie bude počínajúc istou akciou postup nejakého procesu úplne znemožnený</a:t>
            </a:r>
          </a:p>
          <a:p>
            <a:pPr>
              <a:spcBef>
                <a:spcPct val="50000"/>
              </a:spcBef>
            </a:pPr>
            <a:endParaRPr lang="sk-SK" dirty="0"/>
          </a:p>
          <a:p>
            <a:pPr>
              <a:spcBef>
                <a:spcPct val="50000"/>
              </a:spcBef>
            </a:pPr>
            <a:r>
              <a:rPr lang="sk-SK" b="1" dirty="0"/>
              <a:t>Starnutie</a:t>
            </a:r>
            <a:r>
              <a:rPr lang="sk-SK" dirty="0"/>
              <a:t> - stav, keď sa proces nemôže dostať z oblasti čakania lebo je neustále predbiehaný inými procesmi, aby k tomu nedochádzalo je nutné zabezpečiť spravodlivosť pri čakaní procesov</a:t>
            </a:r>
            <a:endParaRPr lang="sk-SK" sz="6000" u="sng" dirty="0"/>
          </a:p>
          <a:p>
            <a:pPr marL="0" indent="0">
              <a:buNone/>
            </a:pPr>
            <a:endParaRPr lang="sk-SK" dirty="0"/>
          </a:p>
        </p:txBody>
      </p:sp>
      <p:sp>
        <p:nvSpPr>
          <p:cNvPr id="33795"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E4102D23-89A9-4854-A21A-0C84771751CA}" type="slidenum">
              <a:rPr lang="sk-SK" sz="1400" b="0"/>
              <a:pPr/>
              <a:t>51</a:t>
            </a:fld>
            <a:endParaRPr lang="sk-SK" sz="1400" b="0"/>
          </a:p>
        </p:txBody>
      </p:sp>
    </p:spTree>
    <p:extLst>
      <p:ext uri="{BB962C8B-B14F-4D97-AF65-F5344CB8AC3E}">
        <p14:creationId xmlns:p14="http://schemas.microsoft.com/office/powerpoint/2010/main" val="14156477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adpis 2"/>
          <p:cNvSpPr>
            <a:spLocks noGrp="1"/>
          </p:cNvSpPr>
          <p:nvPr>
            <p:ph type="title"/>
          </p:nvPr>
        </p:nvSpPr>
        <p:spPr/>
        <p:txBody>
          <a:bodyPr/>
          <a:lstStyle/>
          <a:p>
            <a:r>
              <a:rPr lang="sk-SK"/>
              <a:t>Piati filozofi – rozmýšľaj alebo jedz</a:t>
            </a:r>
          </a:p>
        </p:txBody>
      </p:sp>
      <p:sp>
        <p:nvSpPr>
          <p:cNvPr id="2" name="Zástupný symbol čísla snímky 1"/>
          <p:cNvSpPr>
            <a:spLocks noGrp="1"/>
          </p:cNvSpPr>
          <p:nvPr>
            <p:ph type="sldNum" sz="quarter" idx="12"/>
          </p:nvPr>
        </p:nvSpPr>
        <p:spPr/>
        <p:txBody>
          <a:bodyPr/>
          <a:lstStyle/>
          <a:p>
            <a:fld id="{5AB4CD34-DB5E-4606-AE4E-01019896DEAB}" type="slidenum">
              <a:rPr lang="sk-SK" smtClean="0"/>
              <a:t>52</a:t>
            </a:fld>
            <a:endParaRPr lang="sk-SK"/>
          </a:p>
        </p:txBody>
      </p:sp>
      <p:pic>
        <p:nvPicPr>
          <p:cNvPr id="5122" name="Picture 2" descr="C:\temp\mysliteľ\Beliš.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425" y="2204356"/>
            <a:ext cx="5193353" cy="4071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26257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Zástupný symbol čísla snímky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fld id="{90BAB154-F63B-4E0B-B944-C49ED6189001}" type="slidenum">
              <a:rPr lang="sk-SK" sz="1400" b="0"/>
              <a:pPr/>
              <a:t>53</a:t>
            </a:fld>
            <a:endParaRPr lang="sk-SK" sz="1400" b="0"/>
          </a:p>
        </p:txBody>
      </p:sp>
      <p:sp>
        <p:nvSpPr>
          <p:cNvPr id="4101" name="Rectangle 2"/>
          <p:cNvSpPr>
            <a:spLocks noGrp="1" noChangeArrowheads="1"/>
          </p:cNvSpPr>
          <p:nvPr>
            <p:ph type="title" idx="4294967295"/>
          </p:nvPr>
        </p:nvSpPr>
        <p:spPr/>
        <p:txBody>
          <a:bodyPr/>
          <a:lstStyle/>
          <a:p>
            <a:pPr algn="ctr"/>
            <a:r>
              <a:rPr lang="sk-SK"/>
              <a:t>Záver</a:t>
            </a:r>
          </a:p>
        </p:txBody>
      </p:sp>
      <p:sp>
        <p:nvSpPr>
          <p:cNvPr id="4102" name="Text Box 3"/>
          <p:cNvSpPr txBox="1">
            <a:spLocks noChangeArrowheads="1"/>
          </p:cNvSpPr>
          <p:nvPr/>
        </p:nvSpPr>
        <p:spPr bwMode="auto">
          <a:xfrm>
            <a:off x="5903154" y="2879725"/>
            <a:ext cx="318452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000" b="1">
                <a:solidFill>
                  <a:schemeClr val="tx1"/>
                </a:solidFill>
                <a:latin typeface="Times New Roman" panose="02020603050405020304" pitchFamily="18" charset="0"/>
              </a:defRPr>
            </a:lvl1pPr>
            <a:lvl2pPr marL="742950" indent="-285750">
              <a:defRPr sz="4000" b="1">
                <a:solidFill>
                  <a:schemeClr val="tx1"/>
                </a:solidFill>
                <a:latin typeface="Times New Roman" panose="02020603050405020304" pitchFamily="18" charset="0"/>
              </a:defRPr>
            </a:lvl2pPr>
            <a:lvl3pPr marL="1143000" indent="-228600">
              <a:defRPr sz="4000" b="1">
                <a:solidFill>
                  <a:schemeClr val="tx1"/>
                </a:solidFill>
                <a:latin typeface="Times New Roman" panose="02020603050405020304" pitchFamily="18" charset="0"/>
              </a:defRPr>
            </a:lvl3pPr>
            <a:lvl4pPr marL="1600200" indent="-228600">
              <a:defRPr sz="4000" b="1">
                <a:solidFill>
                  <a:schemeClr val="tx1"/>
                </a:solidFill>
                <a:latin typeface="Times New Roman" panose="02020603050405020304" pitchFamily="18" charset="0"/>
              </a:defRPr>
            </a:lvl4pPr>
            <a:lvl5pPr marL="2057400" indent="-228600">
              <a:defRPr sz="4000" b="1">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4000" b="1">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4000" b="1">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4000" b="1">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4000" b="1">
                <a:solidFill>
                  <a:schemeClr val="tx1"/>
                </a:solidFill>
                <a:latin typeface="Times New Roman" panose="02020603050405020304" pitchFamily="18" charset="0"/>
              </a:defRPr>
            </a:lvl9pPr>
          </a:lstStyle>
          <a:p>
            <a:pPr algn="l"/>
            <a:r>
              <a:rPr lang="sk-SK" sz="6600" b="0"/>
              <a:t>Otázky ?</a:t>
            </a:r>
            <a:endParaRPr lang="sk-SK" sz="5400" b="0"/>
          </a:p>
        </p:txBody>
      </p:sp>
      <p:pic>
        <p:nvPicPr>
          <p:cNvPr id="3" name="Obrázok 2" descr="Obrázok, na ktorom je osoba, muž, držiaci, oblek&#10;&#10;Automaticky generovaný popis">
            <a:extLst>
              <a:ext uri="{FF2B5EF4-FFF2-40B4-BE49-F238E27FC236}">
                <a16:creationId xmlns:a16="http://schemas.microsoft.com/office/drawing/2014/main" id="{1A3F3D87-B76E-054B-B32C-84389D8936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032" y="969065"/>
            <a:ext cx="5434968" cy="4919870"/>
          </a:xfrm>
          <a:prstGeom prst="rect">
            <a:avLst/>
          </a:prstGeom>
        </p:spPr>
      </p:pic>
    </p:spTree>
    <p:extLst>
      <p:ext uri="{BB962C8B-B14F-4D97-AF65-F5344CB8AC3E}">
        <p14:creationId xmlns:p14="http://schemas.microsoft.com/office/powerpoint/2010/main" val="4231621532"/>
      </p:ext>
    </p:extLst>
  </p:cSld>
  <p:clrMapOvr>
    <a:masterClrMapping/>
  </p:clrMapOvr>
  <p:transition>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TotalTime>
  <Words>4192</Words>
  <Application>Microsoft Macintosh PowerPoint</Application>
  <PresentationFormat>Širokouhlá</PresentationFormat>
  <Paragraphs>515</Paragraphs>
  <Slides>53</Slides>
  <Notes>2</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53</vt:i4>
      </vt:variant>
    </vt:vector>
  </HeadingPairs>
  <TitlesOfParts>
    <vt:vector size="58" baseType="lpstr">
      <vt:lpstr>Arial</vt:lpstr>
      <vt:lpstr>Calibri</vt:lpstr>
      <vt:lpstr>Calibri Light</vt:lpstr>
      <vt:lpstr>Times New Roman</vt:lpstr>
      <vt:lpstr>Office Theme</vt:lpstr>
      <vt:lpstr>Úvod do paralelných procesov a synchronizácie</vt:lpstr>
      <vt:lpstr>Paralelné procesy </vt:lpstr>
      <vt:lpstr>Jazykové prostriedky paralelizmu</vt:lpstr>
      <vt:lpstr>Jazykové prostriedky paralelizmu</vt:lpstr>
      <vt:lpstr>Časová závislosť</vt:lpstr>
      <vt:lpstr>Časová závislosť</vt:lpstr>
      <vt:lpstr>Časová závislosť</vt:lpstr>
      <vt:lpstr>Časová závislosť</vt:lpstr>
      <vt:lpstr>Synchronizácia</vt:lpstr>
      <vt:lpstr>Zastavenie a uvoľnenie procesu na príkaz operácie</vt:lpstr>
      <vt:lpstr>Implementácia čakania pred kritickou časťou</vt:lpstr>
      <vt:lpstr>Pasívne čakanie</vt:lpstr>
      <vt:lpstr>Nepodmienený zákaz prepínania kontextu</vt:lpstr>
      <vt:lpstr>Alternatíva zvyšovania a znižovania priority procesu </vt:lpstr>
      <vt:lpstr>Podmienený zákaz prepínania kontextu</vt:lpstr>
      <vt:lpstr>Prezentácia programu PowerPoint</vt:lpstr>
      <vt:lpstr>Aktívne čakanie</vt:lpstr>
      <vt:lpstr>DEKKEROV ALGORITMUS</vt:lpstr>
      <vt:lpstr>Prezentácia programu PowerPoint</vt:lpstr>
      <vt:lpstr>Petersonov algoritmus</vt:lpstr>
      <vt:lpstr>Petersonov algoritmus</vt:lpstr>
      <vt:lpstr>Porovnanie Dekkerovho a Petersonovho algoritmu</vt:lpstr>
      <vt:lpstr>Pekárov (Bakery) algoritmus</vt:lpstr>
      <vt:lpstr>Rozdelenie synchronizačných nástrojov podľa čakania</vt:lpstr>
      <vt:lpstr>Semafory</vt:lpstr>
      <vt:lpstr>Prezentácia programu PowerPoint</vt:lpstr>
      <vt:lpstr>Prezentácia programu PowerPoint</vt:lpstr>
      <vt:lpstr>Posielanie správ</vt:lpstr>
      <vt:lpstr>Posielanie správ</vt:lpstr>
      <vt:lpstr>Asynchrónne zasielanie správ</vt:lpstr>
      <vt:lpstr>Synchrónne zasielanie správ</vt:lpstr>
      <vt:lpstr>Monitory - synchr. nástroje vyššej úrovne</vt:lpstr>
      <vt:lpstr>Monitory</vt:lpstr>
      <vt:lpstr>RPC – remote procedure call</vt:lpstr>
      <vt:lpstr>Mutex</vt:lpstr>
      <vt:lpstr>Vznik Petriho sietí</vt:lpstr>
      <vt:lpstr>Základné komponenty Petriho siete</vt:lpstr>
      <vt:lpstr>Petriho sieť.</vt:lpstr>
      <vt:lpstr>Využitie Petriho sietí</vt:lpstr>
      <vt:lpstr>Petriho sieť ako stavový automat</vt:lpstr>
      <vt:lpstr>Petriho siete zobrazujúce paralelizmy</vt:lpstr>
      <vt:lpstr>Synchronizácia</vt:lpstr>
      <vt:lpstr>Synchronizácia</vt:lpstr>
      <vt:lpstr>Kritické úseky, vzájomné vylúčenie</vt:lpstr>
      <vt:lpstr>Producent - konzument</vt:lpstr>
      <vt:lpstr>Producent - konzument</vt:lpstr>
      <vt:lpstr>Čitatelia - zapisovatelia</vt:lpstr>
      <vt:lpstr>Prezentácia programu PowerPoint</vt:lpstr>
      <vt:lpstr>Súbeh  (rendez - vous)</vt:lpstr>
      <vt:lpstr>Súbeh  (rendez - vous)</vt:lpstr>
      <vt:lpstr>Uviaznutie a starnutie</vt:lpstr>
      <vt:lpstr>Piati filozofi – rozmýšľaj alebo jedz</vt:lpstr>
      <vt:lpstr>Záver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Úvod do paralelných procesov a synchronizácie</dc:title>
  <dc:creator>Julius Barath</dc:creator>
  <cp:lastModifiedBy>Baráth, Július</cp:lastModifiedBy>
  <cp:revision>1</cp:revision>
  <dcterms:created xsi:type="dcterms:W3CDTF">2013-05-21T09:45:28Z</dcterms:created>
  <dcterms:modified xsi:type="dcterms:W3CDTF">2026-02-04T09:00:08Z</dcterms:modified>
</cp:coreProperties>
</file>