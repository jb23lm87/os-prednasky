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70" r:id="rId3"/>
    <p:sldId id="273" r:id="rId4"/>
    <p:sldId id="271" r:id="rId5"/>
    <p:sldId id="274" r:id="rId6"/>
    <p:sldId id="280" r:id="rId7"/>
    <p:sldId id="279" r:id="rId8"/>
    <p:sldId id="281" r:id="rId9"/>
    <p:sldId id="276" r:id="rId10"/>
    <p:sldId id="258" r:id="rId11"/>
    <p:sldId id="259" r:id="rId12"/>
    <p:sldId id="260" r:id="rId13"/>
    <p:sldId id="264" r:id="rId14"/>
    <p:sldId id="265" r:id="rId15"/>
    <p:sldId id="272" r:id="rId16"/>
    <p:sldId id="257" r:id="rId17"/>
    <p:sldId id="278" r:id="rId18"/>
    <p:sldId id="263" r:id="rId19"/>
    <p:sldId id="277" r:id="rId20"/>
    <p:sldId id="266" r:id="rId21"/>
    <p:sldId id="267" r:id="rId22"/>
    <p:sldId id="268" r:id="rId23"/>
    <p:sldId id="269" r:id="rId24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E1425E-7B4B-4F47-B0F6-21EE8044062F}" v="13" dt="2025-02-24T09:26:49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4"/>
    <p:restoredTop sz="94726"/>
  </p:normalViewPr>
  <p:slideViewPr>
    <p:cSldViewPr snapToGrid="0">
      <p:cViewPr varScale="1">
        <p:scale>
          <a:sx n="114" d="100"/>
          <a:sy n="114" d="100"/>
        </p:scale>
        <p:origin x="184" y="12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áth, Július" userId="S::julius.barath@aos.sk::aebde9b9-dccc-4475-a9ac-c05e78323d7a" providerId="AD" clId="Web-{ED6A0A50-E661-0345-F829-A7615036F4E7}"/>
    <pc:docChg chg="modSld">
      <pc:chgData name="Baráth, Július" userId="S::julius.barath@aos.sk::aebde9b9-dccc-4475-a9ac-c05e78323d7a" providerId="AD" clId="Web-{ED6A0A50-E661-0345-F829-A7615036F4E7}" dt="2023-02-22T10:52:42.813" v="1"/>
      <pc:docMkLst>
        <pc:docMk/>
      </pc:docMkLst>
      <pc:sldChg chg="delSp modSp">
        <pc:chgData name="Baráth, Július" userId="S::julius.barath@aos.sk::aebde9b9-dccc-4475-a9ac-c05e78323d7a" providerId="AD" clId="Web-{ED6A0A50-E661-0345-F829-A7615036F4E7}" dt="2023-02-22T10:52:42.813" v="1"/>
        <pc:sldMkLst>
          <pc:docMk/>
          <pc:sldMk cId="2214943966" sldId="281"/>
        </pc:sldMkLst>
      </pc:sldChg>
    </pc:docChg>
  </pc:docChgLst>
  <pc:docChgLst>
    <pc:chgData name="Baráth, Július" userId="aebde9b9-dccc-4475-a9ac-c05e78323d7a" providerId="ADAL" clId="{97C16BF4-A7D9-B84F-986E-73144EE6CB31}"/>
    <pc:docChg chg="modSld">
      <pc:chgData name="Baráth, Július" userId="aebde9b9-dccc-4475-a9ac-c05e78323d7a" providerId="ADAL" clId="{97C16BF4-A7D9-B84F-986E-73144EE6CB31}" dt="2024-02-16T09:14:54.753" v="19" actId="115"/>
      <pc:docMkLst>
        <pc:docMk/>
      </pc:docMkLst>
      <pc:sldChg chg="modSp mod">
        <pc:chgData name="Baráth, Július" userId="aebde9b9-dccc-4475-a9ac-c05e78323d7a" providerId="ADAL" clId="{97C16BF4-A7D9-B84F-986E-73144EE6CB31}" dt="2024-02-16T09:07:58.332" v="16" actId="6549"/>
        <pc:sldMkLst>
          <pc:docMk/>
          <pc:sldMk cId="3795561494" sldId="273"/>
        </pc:sldMkLst>
      </pc:sldChg>
      <pc:sldChg chg="modSp mod">
        <pc:chgData name="Baráth, Július" userId="aebde9b9-dccc-4475-a9ac-c05e78323d7a" providerId="ADAL" clId="{97C16BF4-A7D9-B84F-986E-73144EE6CB31}" dt="2024-02-16T09:14:54.753" v="19" actId="115"/>
        <pc:sldMkLst>
          <pc:docMk/>
          <pc:sldMk cId="3318372663" sldId="278"/>
        </pc:sldMkLst>
      </pc:sldChg>
    </pc:docChg>
  </pc:docChgLst>
  <pc:docChgLst>
    <pc:chgData name="Július Baráth" userId="e650c4ab-697e-4750-bd58-c1531aabce95" providerId="ADAL" clId="{339A995D-2021-4A2C-8ADB-56DC0FCB8EA8}"/>
    <pc:docChg chg="custSel modSld">
      <pc:chgData name="Július Baráth" userId="e650c4ab-697e-4750-bd58-c1531aabce95" providerId="ADAL" clId="{339A995D-2021-4A2C-8ADB-56DC0FCB8EA8}" dt="2021-02-24T08:24:54.827" v="173" actId="1076"/>
      <pc:docMkLst>
        <pc:docMk/>
      </pc:docMkLst>
      <pc:sldChg chg="modSp mod">
        <pc:chgData name="Július Baráth" userId="e650c4ab-697e-4750-bd58-c1531aabce95" providerId="ADAL" clId="{339A995D-2021-4A2C-8ADB-56DC0FCB8EA8}" dt="2021-02-24T08:24:54.827" v="173" actId="1076"/>
        <pc:sldMkLst>
          <pc:docMk/>
          <pc:sldMk cId="3054808591" sldId="257"/>
        </pc:sldMkLst>
      </pc:sldChg>
      <pc:sldChg chg="modSp">
        <pc:chgData name="Július Baráth" userId="e650c4ab-697e-4750-bd58-c1531aabce95" providerId="ADAL" clId="{339A995D-2021-4A2C-8ADB-56DC0FCB8EA8}" dt="2021-02-24T08:13:25.419" v="172" actId="1036"/>
        <pc:sldMkLst>
          <pc:docMk/>
          <pc:sldMk cId="1145328278" sldId="260"/>
        </pc:sldMkLst>
      </pc:sldChg>
      <pc:sldChg chg="modSp mod">
        <pc:chgData name="Július Baráth" userId="e650c4ab-697e-4750-bd58-c1531aabce95" providerId="ADAL" clId="{339A995D-2021-4A2C-8ADB-56DC0FCB8EA8}" dt="2021-02-23T10:50:52.012" v="82" actId="20577"/>
        <pc:sldMkLst>
          <pc:docMk/>
          <pc:sldMk cId="3387568989" sldId="263"/>
        </pc:sldMkLst>
      </pc:sldChg>
      <pc:sldChg chg="modSp mod">
        <pc:chgData name="Július Baráth" userId="e650c4ab-697e-4750-bd58-c1531aabce95" providerId="ADAL" clId="{339A995D-2021-4A2C-8ADB-56DC0FCB8EA8}" dt="2021-02-23T10:46:52.270" v="59" actId="20577"/>
        <pc:sldMkLst>
          <pc:docMk/>
          <pc:sldMk cId="1820939690" sldId="265"/>
        </pc:sldMkLst>
      </pc:sldChg>
      <pc:sldChg chg="modSp mod">
        <pc:chgData name="Július Baráth" userId="e650c4ab-697e-4750-bd58-c1531aabce95" providerId="ADAL" clId="{339A995D-2021-4A2C-8ADB-56DC0FCB8EA8}" dt="2021-02-23T10:52:52.899" v="171" actId="20577"/>
        <pc:sldMkLst>
          <pc:docMk/>
          <pc:sldMk cId="248111811" sldId="266"/>
        </pc:sldMkLst>
      </pc:sldChg>
      <pc:sldChg chg="modSp mod">
        <pc:chgData name="Július Baráth" userId="e650c4ab-697e-4750-bd58-c1531aabce95" providerId="ADAL" clId="{339A995D-2021-4A2C-8ADB-56DC0FCB8EA8}" dt="2021-02-23T10:47:20.503" v="71" actId="20577"/>
        <pc:sldMkLst>
          <pc:docMk/>
          <pc:sldMk cId="1677975213" sldId="272"/>
        </pc:sldMkLst>
      </pc:sldChg>
      <pc:sldChg chg="addSp modSp mod">
        <pc:chgData name="Július Baráth" userId="e650c4ab-697e-4750-bd58-c1531aabce95" providerId="ADAL" clId="{339A995D-2021-4A2C-8ADB-56DC0FCB8EA8}" dt="2021-02-23T10:40:45.600" v="6" actId="1076"/>
        <pc:sldMkLst>
          <pc:docMk/>
          <pc:sldMk cId="3786399049" sldId="275"/>
        </pc:sldMkLst>
      </pc:sldChg>
    </pc:docChg>
  </pc:docChgLst>
  <pc:docChgLst>
    <pc:chgData name="Július Baráth" userId="e650c4ab-697e-4750-bd58-c1531aabce95" providerId="ADAL" clId="{FCECB062-F068-42A4-815B-9C73FC1F580B}"/>
    <pc:docChg chg="undo custSel addSld delSld modSld sldOrd">
      <pc:chgData name="Július Baráth" userId="e650c4ab-697e-4750-bd58-c1531aabce95" providerId="ADAL" clId="{FCECB062-F068-42A4-815B-9C73FC1F580B}" dt="2022-02-21T09:31:34.594" v="875" actId="1076"/>
      <pc:docMkLst>
        <pc:docMk/>
      </pc:docMkLst>
      <pc:sldChg chg="delSp modSp mod">
        <pc:chgData name="Július Baráth" userId="e650c4ab-697e-4750-bd58-c1531aabce95" providerId="ADAL" clId="{FCECB062-F068-42A4-815B-9C73FC1F580B}" dt="2022-02-21T09:24:42.600" v="751" actId="478"/>
        <pc:sldMkLst>
          <pc:docMk/>
          <pc:sldMk cId="3054808591" sldId="257"/>
        </pc:sldMkLst>
      </pc:sldChg>
      <pc:sldChg chg="addSp delSp modSp mod">
        <pc:chgData name="Július Baráth" userId="e650c4ab-697e-4750-bd58-c1531aabce95" providerId="ADAL" clId="{FCECB062-F068-42A4-815B-9C73FC1F580B}" dt="2022-02-21T09:16:16.689" v="732" actId="12"/>
        <pc:sldMkLst>
          <pc:docMk/>
          <pc:sldMk cId="3076882325" sldId="258"/>
        </pc:sldMkLst>
      </pc:sldChg>
      <pc:sldChg chg="modSp mod">
        <pc:chgData name="Július Baráth" userId="e650c4ab-697e-4750-bd58-c1531aabce95" providerId="ADAL" clId="{FCECB062-F068-42A4-815B-9C73FC1F580B}" dt="2022-02-21T09:16:39.219" v="735" actId="20577"/>
        <pc:sldMkLst>
          <pc:docMk/>
          <pc:sldMk cId="2663363979" sldId="259"/>
        </pc:sldMkLst>
      </pc:sldChg>
      <pc:sldChg chg="modSp mod">
        <pc:chgData name="Július Baráth" userId="e650c4ab-697e-4750-bd58-c1531aabce95" providerId="ADAL" clId="{FCECB062-F068-42A4-815B-9C73FC1F580B}" dt="2022-02-21T09:31:13.207" v="873" actId="6549"/>
        <pc:sldMkLst>
          <pc:docMk/>
          <pc:sldMk cId="1145328278" sldId="260"/>
        </pc:sldMkLst>
      </pc:sldChg>
      <pc:sldChg chg="modSp mod">
        <pc:chgData name="Július Baráth" userId="e650c4ab-697e-4750-bd58-c1531aabce95" providerId="ADAL" clId="{FCECB062-F068-42A4-815B-9C73FC1F580B}" dt="2022-02-21T09:25:21.364" v="753" actId="20577"/>
        <pc:sldMkLst>
          <pc:docMk/>
          <pc:sldMk cId="3387568989" sldId="263"/>
        </pc:sldMkLst>
      </pc:sldChg>
      <pc:sldChg chg="modSp mod">
        <pc:chgData name="Július Baráth" userId="e650c4ab-697e-4750-bd58-c1531aabce95" providerId="ADAL" clId="{FCECB062-F068-42A4-815B-9C73FC1F580B}" dt="2022-02-21T09:31:34.594" v="875" actId="1076"/>
        <pc:sldMkLst>
          <pc:docMk/>
          <pc:sldMk cId="4129317547" sldId="264"/>
        </pc:sldMkLst>
      </pc:sldChg>
      <pc:sldChg chg="modSp mod">
        <pc:chgData name="Július Baráth" userId="e650c4ab-697e-4750-bd58-c1531aabce95" providerId="ADAL" clId="{FCECB062-F068-42A4-815B-9C73FC1F580B}" dt="2022-02-21T09:17:41.114" v="746" actId="113"/>
        <pc:sldMkLst>
          <pc:docMk/>
          <pc:sldMk cId="1820939690" sldId="265"/>
        </pc:sldMkLst>
      </pc:sldChg>
      <pc:sldChg chg="modSp mod">
        <pc:chgData name="Július Baráth" userId="e650c4ab-697e-4750-bd58-c1531aabce95" providerId="ADAL" clId="{FCECB062-F068-42A4-815B-9C73FC1F580B}" dt="2022-02-21T09:25:42.705" v="754" actId="12"/>
        <pc:sldMkLst>
          <pc:docMk/>
          <pc:sldMk cId="248111811" sldId="266"/>
        </pc:sldMkLst>
      </pc:sldChg>
      <pc:sldChg chg="addSp delSp modSp mod">
        <pc:chgData name="Július Baráth" userId="e650c4ab-697e-4750-bd58-c1531aabce95" providerId="ADAL" clId="{FCECB062-F068-42A4-815B-9C73FC1F580B}" dt="2022-02-21T09:17:52.705" v="749" actId="113"/>
        <pc:sldMkLst>
          <pc:docMk/>
          <pc:sldMk cId="1677975213" sldId="272"/>
        </pc:sldMkLst>
      </pc:sldChg>
      <pc:sldChg chg="addSp delSp modSp mod">
        <pc:chgData name="Július Baráth" userId="e650c4ab-697e-4750-bd58-c1531aabce95" providerId="ADAL" clId="{FCECB062-F068-42A4-815B-9C73FC1F580B}" dt="2022-02-21T09:10:21.150" v="606" actId="1076"/>
        <pc:sldMkLst>
          <pc:docMk/>
          <pc:sldMk cId="2061058777" sldId="274"/>
        </pc:sldMkLst>
      </pc:sldChg>
      <pc:sldChg chg="del">
        <pc:chgData name="Július Baráth" userId="e650c4ab-697e-4750-bd58-c1531aabce95" providerId="ADAL" clId="{FCECB062-F068-42A4-815B-9C73FC1F580B}" dt="2022-02-21T08:56:12.347" v="339" actId="47"/>
        <pc:sldMkLst>
          <pc:docMk/>
          <pc:sldMk cId="3786399049" sldId="275"/>
        </pc:sldMkLst>
      </pc:sldChg>
      <pc:sldChg chg="modSp mod">
        <pc:chgData name="Július Baráth" userId="e650c4ab-697e-4750-bd58-c1531aabce95" providerId="ADAL" clId="{FCECB062-F068-42A4-815B-9C73FC1F580B}" dt="2022-02-21T09:30:44.781" v="834" actId="20577"/>
        <pc:sldMkLst>
          <pc:docMk/>
          <pc:sldMk cId="1025407385" sldId="276"/>
        </pc:sldMkLst>
      </pc:sldChg>
      <pc:sldChg chg="addSp delSp modSp new mod modClrScheme chgLayout">
        <pc:chgData name="Július Baráth" userId="e650c4ab-697e-4750-bd58-c1531aabce95" providerId="ADAL" clId="{FCECB062-F068-42A4-815B-9C73FC1F580B}" dt="2022-02-21T09:30:04.669" v="795" actId="113"/>
        <pc:sldMkLst>
          <pc:docMk/>
          <pc:sldMk cId="2907802937" sldId="279"/>
        </pc:sldMkLst>
      </pc:sldChg>
      <pc:sldChg chg="addSp delSp modSp add mod ord">
        <pc:chgData name="Július Baráth" userId="e650c4ab-697e-4750-bd58-c1531aabce95" providerId="ADAL" clId="{FCECB062-F068-42A4-815B-9C73FC1F580B}" dt="2022-02-21T09:29:49.483" v="778" actId="14100"/>
        <pc:sldMkLst>
          <pc:docMk/>
          <pc:sldMk cId="3539324772" sldId="280"/>
        </pc:sldMkLst>
      </pc:sldChg>
      <pc:sldChg chg="addSp delSp modSp add mod">
        <pc:chgData name="Július Baráth" userId="e650c4ab-697e-4750-bd58-c1531aabce95" providerId="ADAL" clId="{FCECB062-F068-42A4-815B-9C73FC1F580B}" dt="2022-02-21T09:30:20.126" v="805" actId="20577"/>
        <pc:sldMkLst>
          <pc:docMk/>
          <pc:sldMk cId="2214943966" sldId="281"/>
        </pc:sldMkLst>
      </pc:sldChg>
    </pc:docChg>
  </pc:docChgLst>
  <pc:docChgLst>
    <pc:chgData name="Július Baráth" userId="e650c4ab-697e-4750-bd58-c1531aabce95" providerId="ADAL" clId="{9A968922-51C0-864F-A4EA-363294A090D9}"/>
    <pc:docChg chg="custSel addSld delSld modSld sldOrd">
      <pc:chgData name="Július Baráth" userId="e650c4ab-697e-4750-bd58-c1531aabce95" providerId="ADAL" clId="{9A968922-51C0-864F-A4EA-363294A090D9}" dt="2019-02-19T12:15:49.553" v="751"/>
      <pc:docMkLst>
        <pc:docMk/>
      </pc:docMkLst>
      <pc:sldChg chg="ord">
        <pc:chgData name="Július Baráth" userId="e650c4ab-697e-4750-bd58-c1531aabce95" providerId="ADAL" clId="{9A968922-51C0-864F-A4EA-363294A090D9}" dt="2019-02-19T12:15:49.553" v="751"/>
        <pc:sldMkLst>
          <pc:docMk/>
          <pc:sldMk cId="3054808591" sldId="257"/>
        </pc:sldMkLst>
      </pc:sldChg>
      <pc:sldChg chg="del">
        <pc:chgData name="Július Baráth" userId="e650c4ab-697e-4750-bd58-c1531aabce95" providerId="ADAL" clId="{9A968922-51C0-864F-A4EA-363294A090D9}" dt="2019-02-19T12:13:39.252" v="749" actId="2696"/>
        <pc:sldMkLst>
          <pc:docMk/>
          <pc:sldMk cId="139929305" sldId="261"/>
        </pc:sldMkLst>
      </pc:sldChg>
      <pc:sldChg chg="del">
        <pc:chgData name="Július Baráth" userId="e650c4ab-697e-4750-bd58-c1531aabce95" providerId="ADAL" clId="{9A968922-51C0-864F-A4EA-363294A090D9}" dt="2019-02-19T12:12:44.862" v="748" actId="2696"/>
        <pc:sldMkLst>
          <pc:docMk/>
          <pc:sldMk cId="3480910872" sldId="262"/>
        </pc:sldMkLst>
      </pc:sldChg>
      <pc:sldChg chg="modSp">
        <pc:chgData name="Július Baráth" userId="e650c4ab-697e-4750-bd58-c1531aabce95" providerId="ADAL" clId="{9A968922-51C0-864F-A4EA-363294A090D9}" dt="2019-02-19T11:59:15.902" v="522" actId="20577"/>
        <pc:sldMkLst>
          <pc:docMk/>
          <pc:sldMk cId="3387568989" sldId="263"/>
        </pc:sldMkLst>
      </pc:sldChg>
      <pc:sldChg chg="ord">
        <pc:chgData name="Július Baráth" userId="e650c4ab-697e-4750-bd58-c1531aabce95" providerId="ADAL" clId="{9A968922-51C0-864F-A4EA-363294A090D9}" dt="2019-02-19T11:45:51.824" v="0"/>
        <pc:sldMkLst>
          <pc:docMk/>
          <pc:sldMk cId="1038368030" sldId="268"/>
        </pc:sldMkLst>
      </pc:sldChg>
      <pc:sldChg chg="ord">
        <pc:chgData name="Július Baráth" userId="e650c4ab-697e-4750-bd58-c1531aabce95" providerId="ADAL" clId="{9A968922-51C0-864F-A4EA-363294A090D9}" dt="2019-02-19T12:14:59.221" v="750"/>
        <pc:sldMkLst>
          <pc:docMk/>
          <pc:sldMk cId="1677975213" sldId="272"/>
        </pc:sldMkLst>
      </pc:sldChg>
      <pc:sldChg chg="ord">
        <pc:chgData name="Július Baráth" userId="e650c4ab-697e-4750-bd58-c1531aabce95" providerId="ADAL" clId="{9A968922-51C0-864F-A4EA-363294A090D9}" dt="2019-02-19T12:10:38.394" v="747"/>
        <pc:sldMkLst>
          <pc:docMk/>
          <pc:sldMk cId="2061058777" sldId="274"/>
        </pc:sldMkLst>
      </pc:sldChg>
      <pc:sldChg chg="modSp add">
        <pc:chgData name="Július Baráth" userId="e650c4ab-697e-4750-bd58-c1531aabce95" providerId="ADAL" clId="{9A968922-51C0-864F-A4EA-363294A090D9}" dt="2019-02-19T11:52:02.103" v="164" actId="20577"/>
        <pc:sldMkLst>
          <pc:docMk/>
          <pc:sldMk cId="1144873903" sldId="277"/>
        </pc:sldMkLst>
      </pc:sldChg>
      <pc:sldChg chg="modSp add">
        <pc:chgData name="Július Baráth" userId="e650c4ab-697e-4750-bd58-c1531aabce95" providerId="ADAL" clId="{9A968922-51C0-864F-A4EA-363294A090D9}" dt="2019-02-19T12:07:26.883" v="746" actId="6549"/>
        <pc:sldMkLst>
          <pc:docMk/>
          <pc:sldMk cId="3318372663" sldId="278"/>
        </pc:sldMkLst>
      </pc:sldChg>
    </pc:docChg>
  </pc:docChgLst>
  <pc:docChgLst>
    <pc:chgData name="Július Baráth" userId="S::julius.barath@aos.sk::e650c4ab-697e-4750-bd58-c1531aabce95" providerId="AD" clId="Web-{4603D69F-BD30-75C5-200E-D484E36A2EDB}"/>
    <pc:docChg chg="modSld">
      <pc:chgData name="Július Baráth" userId="S::julius.barath@aos.sk::e650c4ab-697e-4750-bd58-c1531aabce95" providerId="AD" clId="Web-{4603D69F-BD30-75C5-200E-D484E36A2EDB}" dt="2022-02-11T09:06:39.008" v="5" actId="20577"/>
      <pc:docMkLst>
        <pc:docMk/>
      </pc:docMkLst>
      <pc:sldChg chg="modSp">
        <pc:chgData name="Július Baráth" userId="S::julius.barath@aos.sk::e650c4ab-697e-4750-bd58-c1531aabce95" providerId="AD" clId="Web-{4603D69F-BD30-75C5-200E-D484E36A2EDB}" dt="2022-02-11T09:06:39.008" v="5" actId="20577"/>
        <pc:sldMkLst>
          <pc:docMk/>
          <pc:sldMk cId="3696908311" sldId="256"/>
        </pc:sldMkLst>
      </pc:sldChg>
    </pc:docChg>
  </pc:docChgLst>
  <pc:docChgLst>
    <pc:chgData name="Baráth, Július" userId="aebde9b9-dccc-4475-a9ac-c05e78323d7a" providerId="ADAL" clId="{112098CC-CD46-0342-8CBC-E6870047D669}"/>
    <pc:docChg chg="custSel modSld">
      <pc:chgData name="Baráth, Július" userId="aebde9b9-dccc-4475-a9ac-c05e78323d7a" providerId="ADAL" clId="{112098CC-CD46-0342-8CBC-E6870047D669}" dt="2023-02-21T13:23:06.575" v="74" actId="20577"/>
      <pc:docMkLst>
        <pc:docMk/>
      </pc:docMkLst>
      <pc:sldChg chg="modSp mod">
        <pc:chgData name="Baráth, Július" userId="aebde9b9-dccc-4475-a9ac-c05e78323d7a" providerId="ADAL" clId="{112098CC-CD46-0342-8CBC-E6870047D669}" dt="2023-02-21T13:16:28.757" v="53" actId="20577"/>
        <pc:sldMkLst>
          <pc:docMk/>
          <pc:sldMk cId="1820939690" sldId="265"/>
        </pc:sldMkLst>
      </pc:sldChg>
      <pc:sldChg chg="modSp mod">
        <pc:chgData name="Baráth, Július" userId="aebde9b9-dccc-4475-a9ac-c05e78323d7a" providerId="ADAL" clId="{112098CC-CD46-0342-8CBC-E6870047D669}" dt="2023-02-21T13:23:06.575" v="74" actId="20577"/>
        <pc:sldMkLst>
          <pc:docMk/>
          <pc:sldMk cId="248111811" sldId="266"/>
        </pc:sldMkLst>
      </pc:sldChg>
      <pc:sldChg chg="modSp mod">
        <pc:chgData name="Baráth, Július" userId="aebde9b9-dccc-4475-a9ac-c05e78323d7a" providerId="ADAL" clId="{112098CC-CD46-0342-8CBC-E6870047D669}" dt="2023-02-21T13:18:13.924" v="56" actId="20577"/>
        <pc:sldMkLst>
          <pc:docMk/>
          <pc:sldMk cId="1677975213" sldId="272"/>
        </pc:sldMkLst>
      </pc:sldChg>
      <pc:sldChg chg="modSp mod">
        <pc:chgData name="Baráth, Július" userId="aebde9b9-dccc-4475-a9ac-c05e78323d7a" providerId="ADAL" clId="{112098CC-CD46-0342-8CBC-E6870047D669}" dt="2023-02-21T13:19:31.007" v="57" actId="6549"/>
        <pc:sldMkLst>
          <pc:docMk/>
          <pc:sldMk cId="3318372663" sldId="278"/>
        </pc:sldMkLst>
      </pc:sldChg>
      <pc:sldChg chg="modSp mod">
        <pc:chgData name="Baráth, Július" userId="aebde9b9-dccc-4475-a9ac-c05e78323d7a" providerId="ADAL" clId="{112098CC-CD46-0342-8CBC-E6870047D669}" dt="2023-02-21T13:09:31.700" v="21"/>
        <pc:sldMkLst>
          <pc:docMk/>
          <pc:sldMk cId="2907802937" sldId="279"/>
        </pc:sldMkLst>
      </pc:sldChg>
      <pc:sldChg chg="modSp mod">
        <pc:chgData name="Baráth, Július" userId="aebde9b9-dccc-4475-a9ac-c05e78323d7a" providerId="ADAL" clId="{112098CC-CD46-0342-8CBC-E6870047D669}" dt="2023-02-21T13:09:02.069" v="17"/>
        <pc:sldMkLst>
          <pc:docMk/>
          <pc:sldMk cId="3539324772" sldId="280"/>
        </pc:sldMkLst>
      </pc:sldChg>
      <pc:sldChg chg="modSp mod">
        <pc:chgData name="Baráth, Július" userId="aebde9b9-dccc-4475-a9ac-c05e78323d7a" providerId="ADAL" clId="{112098CC-CD46-0342-8CBC-E6870047D669}" dt="2023-02-21T13:12:23.339" v="39" actId="20577"/>
        <pc:sldMkLst>
          <pc:docMk/>
          <pc:sldMk cId="2214943966" sldId="281"/>
        </pc:sldMkLst>
      </pc:sldChg>
    </pc:docChg>
  </pc:docChgLst>
  <pc:docChgLst>
    <pc:chgData name="Július Baráth" userId="e650c4ab-697e-4750-bd58-c1531aabce95" providerId="ADAL" clId="{3DC66ED5-1BE8-E74B-8D75-A4AB5C4DBFD8}"/>
    <pc:docChg chg="custSel modSld sldOrd">
      <pc:chgData name="Július Baráth" userId="e650c4ab-697e-4750-bd58-c1531aabce95" providerId="ADAL" clId="{3DC66ED5-1BE8-E74B-8D75-A4AB5C4DBFD8}" dt="2020-02-21T09:17:35.794" v="325" actId="1076"/>
      <pc:docMkLst>
        <pc:docMk/>
      </pc:docMkLst>
      <pc:sldChg chg="modSp">
        <pc:chgData name="Július Baráth" userId="e650c4ab-697e-4750-bd58-c1531aabce95" providerId="ADAL" clId="{3DC66ED5-1BE8-E74B-8D75-A4AB5C4DBFD8}" dt="2020-02-21T09:13:03.656" v="313" actId="27636"/>
        <pc:sldMkLst>
          <pc:docMk/>
          <pc:sldMk cId="3054808591" sldId="257"/>
        </pc:sldMkLst>
      </pc:sldChg>
      <pc:sldChg chg="modSp">
        <pc:chgData name="Július Baráth" userId="e650c4ab-697e-4750-bd58-c1531aabce95" providerId="ADAL" clId="{3DC66ED5-1BE8-E74B-8D75-A4AB5C4DBFD8}" dt="2020-02-21T08:49:51.006" v="29" actId="368"/>
        <pc:sldMkLst>
          <pc:docMk/>
          <pc:sldMk cId="3076882325" sldId="258"/>
        </pc:sldMkLst>
      </pc:sldChg>
      <pc:sldChg chg="modSp">
        <pc:chgData name="Július Baráth" userId="e650c4ab-697e-4750-bd58-c1531aabce95" providerId="ADAL" clId="{3DC66ED5-1BE8-E74B-8D75-A4AB5C4DBFD8}" dt="2020-02-21T08:50:00.867" v="30" actId="368"/>
        <pc:sldMkLst>
          <pc:docMk/>
          <pc:sldMk cId="2663363979" sldId="259"/>
        </pc:sldMkLst>
      </pc:sldChg>
      <pc:sldChg chg="modSp">
        <pc:chgData name="Július Baráth" userId="e650c4ab-697e-4750-bd58-c1531aabce95" providerId="ADAL" clId="{3DC66ED5-1BE8-E74B-8D75-A4AB5C4DBFD8}" dt="2020-02-21T08:50:21.043" v="32" actId="1076"/>
        <pc:sldMkLst>
          <pc:docMk/>
          <pc:sldMk cId="1145328278" sldId="260"/>
        </pc:sldMkLst>
      </pc:sldChg>
      <pc:sldChg chg="modSp ord">
        <pc:chgData name="Július Baráth" userId="e650c4ab-697e-4750-bd58-c1531aabce95" providerId="ADAL" clId="{3DC66ED5-1BE8-E74B-8D75-A4AB5C4DBFD8}" dt="2020-02-21T09:10:55.791" v="171"/>
        <pc:sldMkLst>
          <pc:docMk/>
          <pc:sldMk cId="4129317547" sldId="264"/>
        </pc:sldMkLst>
      </pc:sldChg>
      <pc:sldChg chg="modSp ord">
        <pc:chgData name="Július Baráth" userId="e650c4ab-697e-4750-bd58-c1531aabce95" providerId="ADAL" clId="{3DC66ED5-1BE8-E74B-8D75-A4AB5C4DBFD8}" dt="2020-02-21T09:11:00.851" v="172"/>
        <pc:sldMkLst>
          <pc:docMk/>
          <pc:sldMk cId="1820939690" sldId="265"/>
        </pc:sldMkLst>
      </pc:sldChg>
      <pc:sldChg chg="modSp">
        <pc:chgData name="Július Baráth" userId="e650c4ab-697e-4750-bd58-c1531aabce95" providerId="ADAL" clId="{3DC66ED5-1BE8-E74B-8D75-A4AB5C4DBFD8}" dt="2020-02-21T09:13:31.945" v="314" actId="368"/>
        <pc:sldMkLst>
          <pc:docMk/>
          <pc:sldMk cId="248111811" sldId="266"/>
        </pc:sldMkLst>
      </pc:sldChg>
      <pc:sldChg chg="modSp">
        <pc:chgData name="Július Baráth" userId="e650c4ab-697e-4750-bd58-c1531aabce95" providerId="ADAL" clId="{3DC66ED5-1BE8-E74B-8D75-A4AB5C4DBFD8}" dt="2020-02-21T09:17:35.794" v="325" actId="1076"/>
        <pc:sldMkLst>
          <pc:docMk/>
          <pc:sldMk cId="3574201949" sldId="267"/>
        </pc:sldMkLst>
      </pc:sldChg>
      <pc:sldChg chg="addSp delSp modSp">
        <pc:chgData name="Július Baráth" userId="e650c4ab-697e-4750-bd58-c1531aabce95" providerId="ADAL" clId="{3DC66ED5-1BE8-E74B-8D75-A4AB5C4DBFD8}" dt="2020-02-21T08:34:22.625" v="5" actId="1076"/>
        <pc:sldMkLst>
          <pc:docMk/>
          <pc:sldMk cId="3524904774" sldId="269"/>
        </pc:sldMkLst>
      </pc:sldChg>
      <pc:sldChg chg="modSp">
        <pc:chgData name="Július Baráth" userId="e650c4ab-697e-4750-bd58-c1531aabce95" providerId="ADAL" clId="{3DC66ED5-1BE8-E74B-8D75-A4AB5C4DBFD8}" dt="2020-02-21T08:46:11.709" v="19" actId="20577"/>
        <pc:sldMkLst>
          <pc:docMk/>
          <pc:sldMk cId="4188186128" sldId="270"/>
        </pc:sldMkLst>
      </pc:sldChg>
      <pc:sldChg chg="modSp">
        <pc:chgData name="Július Baráth" userId="e650c4ab-697e-4750-bd58-c1531aabce95" providerId="ADAL" clId="{3DC66ED5-1BE8-E74B-8D75-A4AB5C4DBFD8}" dt="2020-02-21T08:48:45.401" v="28" actId="113"/>
        <pc:sldMkLst>
          <pc:docMk/>
          <pc:sldMk cId="272887354" sldId="271"/>
        </pc:sldMkLst>
      </pc:sldChg>
      <pc:sldChg chg="modSp ord">
        <pc:chgData name="Július Baráth" userId="e650c4ab-697e-4750-bd58-c1531aabce95" providerId="ADAL" clId="{3DC66ED5-1BE8-E74B-8D75-A4AB5C4DBFD8}" dt="2020-02-21T09:09:38.031" v="170"/>
        <pc:sldMkLst>
          <pc:docMk/>
          <pc:sldMk cId="1677975213" sldId="272"/>
        </pc:sldMkLst>
      </pc:sldChg>
      <pc:sldChg chg="modSp">
        <pc:chgData name="Július Baráth" userId="e650c4ab-697e-4750-bd58-c1531aabce95" providerId="ADAL" clId="{3DC66ED5-1BE8-E74B-8D75-A4AB5C4DBFD8}" dt="2020-02-21T09:15:52.884" v="322" actId="27636"/>
        <pc:sldMkLst>
          <pc:docMk/>
          <pc:sldMk cId="1144873903" sldId="277"/>
        </pc:sldMkLst>
      </pc:sldChg>
      <pc:sldChg chg="ord">
        <pc:chgData name="Július Baráth" userId="e650c4ab-697e-4750-bd58-c1531aabce95" providerId="ADAL" clId="{3DC66ED5-1BE8-E74B-8D75-A4AB5C4DBFD8}" dt="2020-02-21T09:09:22.532" v="169"/>
        <pc:sldMkLst>
          <pc:docMk/>
          <pc:sldMk cId="3318372663" sldId="278"/>
        </pc:sldMkLst>
      </pc:sldChg>
    </pc:docChg>
  </pc:docChgLst>
  <pc:docChgLst>
    <pc:chgData name="Baráth, Július" userId="S::julius.barath@aos.sk::aebde9b9-dccc-4475-a9ac-c05e78323d7a" providerId="AD" clId="Web-{BAB66BD3-DB94-10CD-56CC-B4AD5B615E88}"/>
    <pc:docChg chg="modSld">
      <pc:chgData name="Baráth, Július" userId="S::julius.barath@aos.sk::aebde9b9-dccc-4475-a9ac-c05e78323d7a" providerId="AD" clId="Web-{BAB66BD3-DB94-10CD-56CC-B4AD5B615E88}" dt="2023-02-22T10:56:46.524" v="52"/>
      <pc:docMkLst>
        <pc:docMk/>
      </pc:docMkLst>
      <pc:sldChg chg="addSp delSp modSp">
        <pc:chgData name="Baráth, Július" userId="S::julius.barath@aos.sk::aebde9b9-dccc-4475-a9ac-c05e78323d7a" providerId="AD" clId="Web-{BAB66BD3-DB94-10CD-56CC-B4AD5B615E88}" dt="2023-02-22T10:56:46.524" v="52"/>
        <pc:sldMkLst>
          <pc:docMk/>
          <pc:sldMk cId="2214943966" sldId="281"/>
        </pc:sldMkLst>
      </pc:sldChg>
    </pc:docChg>
  </pc:docChgLst>
  <pc:docChgLst>
    <pc:chgData name="Baráth, Július" userId="S::julius.barath@aos.sk::aebde9b9-dccc-4475-a9ac-c05e78323d7a" providerId="AD" clId="Web-{C669BAC3-3037-62C7-07FD-7D45DAEB39B3}"/>
    <pc:docChg chg="modSld">
      <pc:chgData name="Baráth, Július" userId="S::julius.barath@aos.sk::aebde9b9-dccc-4475-a9ac-c05e78323d7a" providerId="AD" clId="Web-{C669BAC3-3037-62C7-07FD-7D45DAEB39B3}" dt="2024-01-28T15:50:34.334" v="6" actId="20577"/>
      <pc:docMkLst>
        <pc:docMk/>
      </pc:docMkLst>
      <pc:sldChg chg="modSp">
        <pc:chgData name="Baráth, Július" userId="S::julius.barath@aos.sk::aebde9b9-dccc-4475-a9ac-c05e78323d7a" providerId="AD" clId="Web-{C669BAC3-3037-62C7-07FD-7D45DAEB39B3}" dt="2024-01-28T15:50:34.334" v="6" actId="20577"/>
        <pc:sldMkLst>
          <pc:docMk/>
          <pc:sldMk cId="3696908311" sldId="256"/>
        </pc:sldMkLst>
      </pc:sldChg>
    </pc:docChg>
  </pc:docChgLst>
  <pc:docChgLst>
    <pc:chgData name="Baráth, Július" userId="aebde9b9-dccc-4475-a9ac-c05e78323d7a" providerId="ADAL" clId="{22E1425E-7B4B-4F47-B0F6-21EE8044062F}"/>
    <pc:docChg chg="custSel modSld sldOrd">
      <pc:chgData name="Baráth, Július" userId="aebde9b9-dccc-4475-a9ac-c05e78323d7a" providerId="ADAL" clId="{22E1425E-7B4B-4F47-B0F6-21EE8044062F}" dt="2025-02-24T09:26:56.684" v="246" actId="5793"/>
      <pc:docMkLst>
        <pc:docMk/>
      </pc:docMkLst>
      <pc:sldChg chg="modSp mod ord">
        <pc:chgData name="Baráth, Július" userId="aebde9b9-dccc-4475-a9ac-c05e78323d7a" providerId="ADAL" clId="{22E1425E-7B4B-4F47-B0F6-21EE8044062F}" dt="2025-02-24T09:26:56.684" v="246" actId="5793"/>
        <pc:sldMkLst>
          <pc:docMk/>
          <pc:sldMk cId="3054808591" sldId="257"/>
        </pc:sldMkLst>
        <pc:spChg chg="mod">
          <ac:chgData name="Baráth, Július" userId="aebde9b9-dccc-4475-a9ac-c05e78323d7a" providerId="ADAL" clId="{22E1425E-7B4B-4F47-B0F6-21EE8044062F}" dt="2025-02-24T09:26:56.684" v="246" actId="5793"/>
          <ac:spMkLst>
            <pc:docMk/>
            <pc:sldMk cId="3054808591" sldId="257"/>
            <ac:spMk id="7174" creationId="{00000000-0000-0000-0000-000000000000}"/>
          </ac:spMkLst>
        </pc:spChg>
      </pc:sldChg>
      <pc:sldChg chg="addSp delSp modSp mod">
        <pc:chgData name="Baráth, Július" userId="aebde9b9-dccc-4475-a9ac-c05e78323d7a" providerId="ADAL" clId="{22E1425E-7B4B-4F47-B0F6-21EE8044062F}" dt="2025-02-24T09:19:47.323" v="165" actId="14100"/>
        <pc:sldMkLst>
          <pc:docMk/>
          <pc:sldMk cId="2663363979" sldId="259"/>
        </pc:sldMkLst>
        <pc:spChg chg="add mod">
          <ac:chgData name="Baráth, Július" userId="aebde9b9-dccc-4475-a9ac-c05e78323d7a" providerId="ADAL" clId="{22E1425E-7B4B-4F47-B0F6-21EE8044062F}" dt="2025-02-24T08:42:06.145" v="76" actId="164"/>
          <ac:spMkLst>
            <pc:docMk/>
            <pc:sldMk cId="2663363979" sldId="259"/>
            <ac:spMk id="2" creationId="{A9FEDD04-81AC-A93F-F9A7-59E29810D903}"/>
          </ac:spMkLst>
        </pc:spChg>
        <pc:spChg chg="add mod">
          <ac:chgData name="Baráth, Július" userId="aebde9b9-dccc-4475-a9ac-c05e78323d7a" providerId="ADAL" clId="{22E1425E-7B4B-4F47-B0F6-21EE8044062F}" dt="2025-02-24T08:43:19.781" v="102" actId="164"/>
          <ac:spMkLst>
            <pc:docMk/>
            <pc:sldMk cId="2663363979" sldId="259"/>
            <ac:spMk id="4" creationId="{58A83BB4-A0D4-32B8-8745-95978CA08785}"/>
          </ac:spMkLst>
        </pc:spChg>
        <pc:spChg chg="mod">
          <ac:chgData name="Baráth, Július" userId="aebde9b9-dccc-4475-a9ac-c05e78323d7a" providerId="ADAL" clId="{22E1425E-7B4B-4F47-B0F6-21EE8044062F}" dt="2025-02-24T09:12:43.858" v="127" actId="15"/>
          <ac:spMkLst>
            <pc:docMk/>
            <pc:sldMk cId="2663363979" sldId="259"/>
            <ac:spMk id="8197" creationId="{00000000-0000-0000-0000-000000000000}"/>
          </ac:spMkLst>
        </pc:spChg>
        <pc:grpChg chg="add mod">
          <ac:chgData name="Baráth, Július" userId="aebde9b9-dccc-4475-a9ac-c05e78323d7a" providerId="ADAL" clId="{22E1425E-7B4B-4F47-B0F6-21EE8044062F}" dt="2025-02-24T08:43:19.781" v="102" actId="164"/>
          <ac:grpSpMkLst>
            <pc:docMk/>
            <pc:sldMk cId="2663363979" sldId="259"/>
            <ac:grpSpMk id="3" creationId="{E3D552DE-306B-5701-E9D6-A395228EEBA9}"/>
          </ac:grpSpMkLst>
        </pc:grpChg>
        <pc:grpChg chg="add del mod">
          <ac:chgData name="Baráth, Július" userId="aebde9b9-dccc-4475-a9ac-c05e78323d7a" providerId="ADAL" clId="{22E1425E-7B4B-4F47-B0F6-21EE8044062F}" dt="2025-02-24T09:07:22.282" v="103" actId="478"/>
          <ac:grpSpMkLst>
            <pc:docMk/>
            <pc:sldMk cId="2663363979" sldId="259"/>
            <ac:grpSpMk id="5" creationId="{8FAB6942-8884-E01B-6869-9C75EA00214E}"/>
          </ac:grpSpMkLst>
        </pc:grpChg>
        <pc:picChg chg="add del mod">
          <ac:chgData name="Baráth, Július" userId="aebde9b9-dccc-4475-a9ac-c05e78323d7a" providerId="ADAL" clId="{22E1425E-7B4B-4F47-B0F6-21EE8044062F}" dt="2025-02-24T09:10:54.487" v="108" actId="478"/>
          <ac:picMkLst>
            <pc:docMk/>
            <pc:sldMk cId="2663363979" sldId="259"/>
            <ac:picMk id="7" creationId="{0CC9E2CD-EF92-2C1F-9D9C-E222B917C7B3}"/>
          </ac:picMkLst>
        </pc:picChg>
        <pc:picChg chg="add del mod">
          <ac:chgData name="Baráth, Július" userId="aebde9b9-dccc-4475-a9ac-c05e78323d7a" providerId="ADAL" clId="{22E1425E-7B4B-4F47-B0F6-21EE8044062F}" dt="2025-02-24T09:17:26.953" v="157" actId="478"/>
          <ac:picMkLst>
            <pc:docMk/>
            <pc:sldMk cId="2663363979" sldId="259"/>
            <ac:picMk id="9" creationId="{47D8A254-8EEE-C67D-3BD0-0D9D339131CD}"/>
          </ac:picMkLst>
        </pc:picChg>
        <pc:picChg chg="add del mod">
          <ac:chgData name="Baráth, Július" userId="aebde9b9-dccc-4475-a9ac-c05e78323d7a" providerId="ADAL" clId="{22E1425E-7B4B-4F47-B0F6-21EE8044062F}" dt="2025-02-24T09:19:26.862" v="162" actId="478"/>
          <ac:picMkLst>
            <pc:docMk/>
            <pc:sldMk cId="2663363979" sldId="259"/>
            <ac:picMk id="11" creationId="{58CB462C-C20E-1C7E-5C1C-813535245B51}"/>
          </ac:picMkLst>
        </pc:picChg>
        <pc:picChg chg="add mod">
          <ac:chgData name="Baráth, Július" userId="aebde9b9-dccc-4475-a9ac-c05e78323d7a" providerId="ADAL" clId="{22E1425E-7B4B-4F47-B0F6-21EE8044062F}" dt="2025-02-24T09:19:47.323" v="165" actId="14100"/>
          <ac:picMkLst>
            <pc:docMk/>
            <pc:sldMk cId="2663363979" sldId="259"/>
            <ac:picMk id="13" creationId="{C85D9014-A06E-1BB3-EC28-A8E115D0C724}"/>
          </ac:picMkLst>
        </pc:picChg>
        <pc:picChg chg="mod">
          <ac:chgData name="Baráth, Július" userId="aebde9b9-dccc-4475-a9ac-c05e78323d7a" providerId="ADAL" clId="{22E1425E-7B4B-4F47-B0F6-21EE8044062F}" dt="2025-02-24T08:42:06.145" v="76" actId="164"/>
          <ac:picMkLst>
            <pc:docMk/>
            <pc:sldMk cId="2663363979" sldId="259"/>
            <ac:picMk id="8198" creationId="{00000000-0000-0000-0000-000000000000}"/>
          </ac:picMkLst>
        </pc:picChg>
      </pc:sldChg>
      <pc:sldChg chg="addSp modSp mod">
        <pc:chgData name="Baráth, Július" userId="aebde9b9-dccc-4475-a9ac-c05e78323d7a" providerId="ADAL" clId="{22E1425E-7B4B-4F47-B0F6-21EE8044062F}" dt="2025-02-24T09:14:07.642" v="156" actId="164"/>
        <pc:sldMkLst>
          <pc:docMk/>
          <pc:sldMk cId="1145328278" sldId="260"/>
        </pc:sldMkLst>
        <pc:spChg chg="add mod">
          <ac:chgData name="Baráth, Július" userId="aebde9b9-dccc-4475-a9ac-c05e78323d7a" providerId="ADAL" clId="{22E1425E-7B4B-4F47-B0F6-21EE8044062F}" dt="2025-02-24T09:14:07.642" v="156" actId="164"/>
          <ac:spMkLst>
            <pc:docMk/>
            <pc:sldMk cId="1145328278" sldId="260"/>
            <ac:spMk id="2" creationId="{0363A9A4-EAFA-5D51-483B-C58C29E9DA41}"/>
          </ac:spMkLst>
        </pc:spChg>
        <pc:grpChg chg="add mod">
          <ac:chgData name="Baráth, Július" userId="aebde9b9-dccc-4475-a9ac-c05e78323d7a" providerId="ADAL" clId="{22E1425E-7B4B-4F47-B0F6-21EE8044062F}" dt="2025-02-24T09:14:07.642" v="156" actId="164"/>
          <ac:grpSpMkLst>
            <pc:docMk/>
            <pc:sldMk cId="1145328278" sldId="260"/>
            <ac:grpSpMk id="3" creationId="{54F7029E-7F4F-9CC9-98D6-1F7AA4E74924}"/>
          </ac:grpSpMkLst>
        </pc:grpChg>
        <pc:picChg chg="mod">
          <ac:chgData name="Baráth, Július" userId="aebde9b9-dccc-4475-a9ac-c05e78323d7a" providerId="ADAL" clId="{22E1425E-7B4B-4F47-B0F6-21EE8044062F}" dt="2025-02-24T09:14:07.642" v="156" actId="164"/>
          <ac:picMkLst>
            <pc:docMk/>
            <pc:sldMk cId="1145328278" sldId="260"/>
            <ac:picMk id="9222" creationId="{00000000-0000-0000-0000-000000000000}"/>
          </ac:picMkLst>
        </pc:picChg>
      </pc:sldChg>
      <pc:sldChg chg="modSp mod">
        <pc:chgData name="Baráth, Július" userId="aebde9b9-dccc-4475-a9ac-c05e78323d7a" providerId="ADAL" clId="{22E1425E-7B4B-4F47-B0F6-21EE8044062F}" dt="2025-02-24T09:24:33.341" v="239" actId="20577"/>
        <pc:sldMkLst>
          <pc:docMk/>
          <pc:sldMk cId="3318372663" sldId="278"/>
        </pc:sldMkLst>
        <pc:spChg chg="mod">
          <ac:chgData name="Baráth, Július" userId="aebde9b9-dccc-4475-a9ac-c05e78323d7a" providerId="ADAL" clId="{22E1425E-7B4B-4F47-B0F6-21EE8044062F}" dt="2025-02-24T09:23:21.207" v="189" actId="20577"/>
          <ac:spMkLst>
            <pc:docMk/>
            <pc:sldMk cId="3318372663" sldId="278"/>
            <ac:spMk id="2" creationId="{A5BAD657-8679-DA44-B011-A1D9D27B536A}"/>
          </ac:spMkLst>
        </pc:spChg>
        <pc:spChg chg="mod">
          <ac:chgData name="Baráth, Július" userId="aebde9b9-dccc-4475-a9ac-c05e78323d7a" providerId="ADAL" clId="{22E1425E-7B4B-4F47-B0F6-21EE8044062F}" dt="2025-02-24T09:24:33.341" v="239" actId="20577"/>
          <ac:spMkLst>
            <pc:docMk/>
            <pc:sldMk cId="3318372663" sldId="278"/>
            <ac:spMk id="3" creationId="{8A9CC07F-F1A4-6443-B699-8F740BCA1E49}"/>
          </ac:spMkLst>
        </pc:spChg>
      </pc:sldChg>
      <pc:sldChg chg="modSp mod">
        <pc:chgData name="Baráth, Július" userId="aebde9b9-dccc-4475-a9ac-c05e78323d7a" providerId="ADAL" clId="{22E1425E-7B4B-4F47-B0F6-21EE8044062F}" dt="2025-02-24T08:35:40.518" v="50" actId="20577"/>
        <pc:sldMkLst>
          <pc:docMk/>
          <pc:sldMk cId="3539324772" sldId="280"/>
        </pc:sldMkLst>
        <pc:spChg chg="mod">
          <ac:chgData name="Baráth, Július" userId="aebde9b9-dccc-4475-a9ac-c05e78323d7a" providerId="ADAL" clId="{22E1425E-7B4B-4F47-B0F6-21EE8044062F}" dt="2025-02-24T08:35:24.649" v="25" actId="113"/>
          <ac:spMkLst>
            <pc:docMk/>
            <pc:sldMk cId="3539324772" sldId="280"/>
            <ac:spMk id="13" creationId="{EFCCAD3E-78DB-4ADC-85F3-DBC6BEDF0E28}"/>
          </ac:spMkLst>
        </pc:spChg>
        <pc:spChg chg="mod">
          <ac:chgData name="Baráth, Július" userId="aebde9b9-dccc-4475-a9ac-c05e78323d7a" providerId="ADAL" clId="{22E1425E-7B4B-4F47-B0F6-21EE8044062F}" dt="2025-02-24T08:35:40.518" v="50" actId="20577"/>
          <ac:spMkLst>
            <pc:docMk/>
            <pc:sldMk cId="3539324772" sldId="280"/>
            <ac:spMk id="29" creationId="{33C67F0A-EC43-4DE8-9642-6BAD7886A68A}"/>
          </ac:spMkLst>
        </pc:spChg>
      </pc:sldChg>
    </pc:docChg>
  </pc:docChgLst>
  <pc:docChgLst>
    <pc:chgData name="Július Baráth" userId="S::julius.barath@aos.sk::e650c4ab-697e-4750-bd58-c1531aabce95" providerId="AD" clId="Web-{ECB36302-C2E4-685C-6A6B-664E4D5B3433}"/>
    <pc:docChg chg="modSld">
      <pc:chgData name="Július Baráth" userId="S::julius.barath@aos.sk::e650c4ab-697e-4750-bd58-c1531aabce95" providerId="AD" clId="Web-{ECB36302-C2E4-685C-6A6B-664E4D5B3433}" dt="2022-02-21T08:21:06.274" v="72" actId="20577"/>
      <pc:docMkLst>
        <pc:docMk/>
      </pc:docMkLst>
      <pc:sldChg chg="modSp">
        <pc:chgData name="Július Baráth" userId="S::julius.barath@aos.sk::e650c4ab-697e-4750-bd58-c1531aabce95" providerId="AD" clId="Web-{ECB36302-C2E4-685C-6A6B-664E4D5B3433}" dt="2022-02-21T08:21:06.274" v="72" actId="20577"/>
        <pc:sldMkLst>
          <pc:docMk/>
          <pc:sldMk cId="2061058777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5B2E9-3980-4AB2-B298-576E175F9755}" type="datetimeFigureOut">
              <a:rPr lang="sk-SK" smtClean="0"/>
              <a:t>24.2.2025</a:t>
            </a:fld>
            <a:endParaRPr lang="sk-S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67251B-4C22-45DA-8B4B-9F66E01FAD0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34512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7251B-4C22-45DA-8B4B-9F66E01FAD07}" type="slidenum">
              <a:rPr lang="sk-SK" smtClean="0"/>
              <a:t>12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56902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67251B-4C22-45DA-8B4B-9F66E01FAD07}" type="slidenum">
              <a:rPr lang="sk-SK" smtClean="0"/>
              <a:t>16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50743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4BEDF-568F-4530-8907-BEAEE18F297A}" type="datetime1">
              <a:rPr lang="sk-SK" smtClean="0"/>
              <a:t>24.2.2025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OS T3/5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47262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34B56-DF33-4888-AD3A-14AE6A3C8529}" type="datetime1">
              <a:rPr lang="sk-SK" smtClean="0"/>
              <a:t>24.2.2025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OS T3/5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08449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256D-4B3F-493C-AFC8-5CDA77273537}" type="datetime1">
              <a:rPr lang="sk-SK" smtClean="0"/>
              <a:t>24.2.2025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OS T3/5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3131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AAD79-A3A3-4F96-8FBD-63CA39B5B127}" type="datetime1">
              <a:rPr lang="sk-SK" smtClean="0"/>
              <a:t>24.2.2025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OS T3/5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1745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94588-01A5-432B-B6E3-54C94A7296DC}" type="datetime1">
              <a:rPr lang="sk-SK" smtClean="0"/>
              <a:t>24.2.2025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OS T3/5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6452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BB3B5-A51C-4953-80C9-F72ABC2410B7}" type="datetime1">
              <a:rPr lang="sk-SK" smtClean="0"/>
              <a:t>24.2.2025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OS T3/5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1873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9E481-6CB3-4C0F-AA17-627903F0C31D}" type="datetime1">
              <a:rPr lang="sk-SK" smtClean="0"/>
              <a:t>24.2.2025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OS T3/5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2783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FC3CA-40EE-4803-8AF7-2E2BCB0A2ABC}" type="datetime1">
              <a:rPr lang="sk-SK" smtClean="0"/>
              <a:t>24.2.2025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OS T3/5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73521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5B7F5-31AF-4B5C-8E91-201D089FFC1F}" type="datetime1">
              <a:rPr lang="sk-SK" smtClean="0"/>
              <a:t>24.2.2025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OS T3/5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93296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A4074-5501-4DD3-9833-40786072BD3D}" type="datetime1">
              <a:rPr lang="sk-SK" smtClean="0"/>
              <a:t>24.2.2025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OS T3/5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84998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86FD-B682-43C6-AE12-66B77152AD67}" type="datetime1">
              <a:rPr lang="sk-SK" smtClean="0"/>
              <a:t>24.2.2025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OS T3/5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96797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DF39A-E766-4F44-A834-4A89FC2F32D5}" type="datetime1">
              <a:rPr lang="sk-SK" smtClean="0"/>
              <a:t>24.2.2025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k-SK"/>
              <a:t>OS T3/5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8AF17-7B2E-42E8-BB2B-E8A21D6B18E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537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r>
              <a:rPr lang="sk-SK" sz="4400" b="1"/>
              <a:t>Uviaznutie procesov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sk-SK" sz="3200"/>
              <a:t>doc. Ing. Július </a:t>
            </a:r>
            <a:r>
              <a:rPr lang="sk-SK" sz="3200" b="1"/>
              <a:t>BARÁTH</a:t>
            </a:r>
            <a:r>
              <a:rPr lang="sk-SK" sz="3200"/>
              <a:t>, PhD.</a:t>
            </a:r>
            <a:endParaRPr lang="sk-SK"/>
          </a:p>
          <a:p>
            <a:r>
              <a:rPr lang="sk-SK"/>
              <a:t>Katedra Informatiky</a:t>
            </a:r>
            <a:endParaRPr lang="sk-SK">
              <a:cs typeface="Calibri" panose="020F0502020204030204"/>
            </a:endParaRPr>
          </a:p>
          <a:p>
            <a:r>
              <a:rPr lang="sk-SK"/>
              <a:t>Akadémia ozbrojených síl,</a:t>
            </a:r>
            <a:endParaRPr lang="sk-SK" sz="2000"/>
          </a:p>
          <a:p>
            <a:r>
              <a:rPr lang="sk-SK"/>
              <a:t>e-mail: julius.barath@aos.sk</a:t>
            </a:r>
            <a:endParaRPr lang="sk-SK">
              <a:cs typeface="Calibri"/>
            </a:endParaRPr>
          </a:p>
          <a:p>
            <a:endParaRPr lang="sk-SK" sz="20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96908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Základné pojmy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/>
              <a:t>Ak chce proces použiť prostriedok – musí o neho požiadať</a:t>
            </a:r>
          </a:p>
          <a:p>
            <a:r>
              <a:rPr lang="sk-SK"/>
              <a:t>Prostriedky delíme do tried – v danej triede sú prostriedky zameniteľné</a:t>
            </a:r>
          </a:p>
          <a:p>
            <a:endParaRPr lang="sk-SK"/>
          </a:p>
          <a:p>
            <a:pPr marL="0" indent="0">
              <a:buNone/>
            </a:pPr>
            <a:r>
              <a:rPr lang="sk-SK"/>
              <a:t>DEFINÍCIA</a:t>
            </a:r>
          </a:p>
          <a:p>
            <a:r>
              <a:rPr lang="sk-SK"/>
              <a:t>Množina procesov je v stave uviaznutia, pokiaľ každý proces v tejto množine čaká na udalosť, ktorú môže vyvolať iba niektorý z procesov v rovnakej množine.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88186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Prostriedky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 err="1"/>
              <a:t>Preemptívne</a:t>
            </a:r>
            <a:endParaRPr lang="sk-SK" dirty="0"/>
          </a:p>
          <a:p>
            <a:pPr lvl="1"/>
            <a:r>
              <a:rPr lang="sk-SK" dirty="0"/>
              <a:t>Je možné odobrať bez následkov na proces</a:t>
            </a:r>
          </a:p>
          <a:p>
            <a:pPr lvl="2"/>
            <a:r>
              <a:rPr lang="sk-SK" dirty="0"/>
              <a:t>Operačná pamäť</a:t>
            </a:r>
          </a:p>
          <a:p>
            <a:r>
              <a:rPr lang="sk-SK" dirty="0" err="1"/>
              <a:t>Nepreemptívne</a:t>
            </a:r>
            <a:endParaRPr lang="sk-SK" dirty="0"/>
          </a:p>
          <a:p>
            <a:pPr lvl="1"/>
            <a:r>
              <a:rPr lang="sk-SK" dirty="0"/>
              <a:t>Nie je možné odobrať bez následkov na proces</a:t>
            </a:r>
          </a:p>
          <a:p>
            <a:pPr lvl="2"/>
            <a:r>
              <a:rPr lang="sk-SK" dirty="0"/>
              <a:t>DVD-RW médium v režime zápisu</a:t>
            </a:r>
          </a:p>
          <a:p>
            <a:pPr lvl="1"/>
            <a:endParaRPr lang="sk-S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95561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Vznik uviaznutia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k-SK"/>
              <a:t>K uviaznutiu dôjde ak sú splnené </a:t>
            </a:r>
            <a:r>
              <a:rPr lang="sk-SK" b="1"/>
              <a:t>všetky</a:t>
            </a:r>
            <a:r>
              <a:rPr lang="sk-SK"/>
              <a:t> 4 podmienky</a:t>
            </a:r>
          </a:p>
          <a:p>
            <a:pPr marL="514350" indent="-514350">
              <a:buFont typeface="+mj-lt"/>
              <a:buAutoNum type="arabicPeriod"/>
            </a:pPr>
            <a:r>
              <a:rPr lang="sk-SK" b="1" err="1"/>
              <a:t>Mutual</a:t>
            </a:r>
            <a:r>
              <a:rPr lang="sk-SK" b="1"/>
              <a:t> </a:t>
            </a:r>
            <a:r>
              <a:rPr lang="sk-SK" b="1" err="1"/>
              <a:t>exclusion</a:t>
            </a:r>
            <a:r>
              <a:rPr lang="sk-SK" b="1"/>
              <a:t> </a:t>
            </a:r>
            <a:r>
              <a:rPr lang="sk-SK"/>
              <a:t>– každý prostriedok je buď práve </a:t>
            </a:r>
            <a:r>
              <a:rPr lang="sk-SK" b="1"/>
              <a:t>pridelený</a:t>
            </a:r>
            <a:r>
              <a:rPr lang="sk-SK"/>
              <a:t> práve jednému procesu alebo je </a:t>
            </a:r>
            <a:r>
              <a:rPr lang="sk-SK" b="1"/>
              <a:t>voľný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sk-SK" b="1">
                <a:ea typeface="ＭＳ Ｐゴシック" panose="020B0600070205080204" pitchFamily="34" charset="-128"/>
              </a:rPr>
              <a:t>Hold and wait:</a:t>
            </a:r>
            <a:r>
              <a:rPr lang="en-US" altLang="sk-SK">
                <a:ea typeface="ＭＳ Ｐゴシック" panose="020B0600070205080204" pitchFamily="34" charset="-128"/>
              </a:rPr>
              <a:t> </a:t>
            </a:r>
            <a:r>
              <a:rPr lang="sk-SK"/>
              <a:t>Existuje aspoň jeden proces ktorý má pridelený prostriedok a </a:t>
            </a:r>
            <a:r>
              <a:rPr lang="sk-SK" b="1"/>
              <a:t>čaká na pridelenie iného prostriedku</a:t>
            </a:r>
            <a:r>
              <a:rPr lang="sk-SK"/>
              <a:t>, ktorý ma pridelený iný proces.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sk-SK" b="1">
                <a:ea typeface="ＭＳ Ｐゴシック" panose="020B0600070205080204" pitchFamily="34" charset="-128"/>
              </a:rPr>
              <a:t>No preemption </a:t>
            </a:r>
            <a:r>
              <a:rPr lang="sk-SK"/>
              <a:t>K uvoľňovaniu pridelených prostriedkov dochádza len zo strany procesov ktoré ich vlastnia, nie je možné ich násilné odobratie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sk-SK" b="1">
                <a:ea typeface="ＭＳ Ｐゴシック" panose="020B0600070205080204" pitchFamily="34" charset="-128"/>
              </a:rPr>
              <a:t>Circular wait </a:t>
            </a:r>
            <a:r>
              <a:rPr lang="sk-SK"/>
              <a:t>Dôjde ku kruhovému čakaniu dvoch alebo viacerých procesov, čakajúcich na prostriedok vlastnený nasledujúcim procesom.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2887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Znázorňovanie uviaznutí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sk-SK" b="1"/>
              <a:t>Proces </a:t>
            </a:r>
            <a:r>
              <a:rPr lang="sk-SK"/>
              <a:t>je znázornený ako </a:t>
            </a:r>
            <a:r>
              <a:rPr lang="sk-SK" b="1"/>
              <a:t>kruh</a:t>
            </a:r>
          </a:p>
          <a:p>
            <a:pPr marL="0" indent="0">
              <a:buNone/>
            </a:pPr>
            <a:r>
              <a:rPr lang="sk-SK" b="1"/>
              <a:t>Zdroj </a:t>
            </a:r>
            <a:r>
              <a:rPr lang="sk-SK"/>
              <a:t>je znázornený ako </a:t>
            </a:r>
            <a:r>
              <a:rPr lang="sk-SK" b="1"/>
              <a:t>štvorec</a:t>
            </a:r>
            <a:endParaRPr lang="sk-SK" b="1">
              <a:cs typeface="Calibri" panose="020F0502020204030204"/>
            </a:endParaRPr>
          </a:p>
          <a:p>
            <a:pPr marL="514350" indent="-514350">
              <a:buAutoNum type="alphaLcParenR"/>
            </a:pPr>
            <a:r>
              <a:rPr lang="sk-SK"/>
              <a:t>Prostriedok R bol vyžiadaný,  pridelený a vlastnený procesom A</a:t>
            </a:r>
          </a:p>
          <a:p>
            <a:pPr marL="514350" indent="-514350">
              <a:buFont typeface="+mj-lt"/>
              <a:buAutoNum type="alphaLcParenR"/>
            </a:pPr>
            <a:r>
              <a:rPr lang="sk-SK"/>
              <a:t>Proces B blokovaný a čaká na prostriedok S</a:t>
            </a:r>
            <a:endParaRPr lang="sk-SK">
              <a:cs typeface="Calibri" panose="020F0502020204030204"/>
            </a:endParaRPr>
          </a:p>
          <a:p>
            <a:pPr marL="514350" indent="-514350">
              <a:buFont typeface="+mj-lt"/>
              <a:buAutoNum type="alphaLcParenR"/>
            </a:pPr>
            <a:r>
              <a:rPr lang="sk-SK"/>
              <a:t>Proces C čaká na prostriedok T ktorý je pridelený procesu D a proces D čaká na prostriedok U ktorý je pridelený procesu C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5</a:t>
            </a:fld>
            <a:endParaRPr lang="sk-SK"/>
          </a:p>
        </p:txBody>
      </p:sp>
      <p:sp>
        <p:nvSpPr>
          <p:cNvPr id="17" name="Ovál 16">
            <a:extLst>
              <a:ext uri="{FF2B5EF4-FFF2-40B4-BE49-F238E27FC236}">
                <a16:creationId xmlns:a16="http://schemas.microsoft.com/office/drawing/2014/main" id="{7A09F66C-20E4-4A02-9995-ADD71BEED8C9}"/>
              </a:ext>
            </a:extLst>
          </p:cNvPr>
          <p:cNvSpPr/>
          <p:nvPr/>
        </p:nvSpPr>
        <p:spPr>
          <a:xfrm>
            <a:off x="824821" y="2683105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A</a:t>
            </a:r>
          </a:p>
        </p:txBody>
      </p:sp>
      <p:sp>
        <p:nvSpPr>
          <p:cNvPr id="18" name="Ovál 17">
            <a:extLst>
              <a:ext uri="{FF2B5EF4-FFF2-40B4-BE49-F238E27FC236}">
                <a16:creationId xmlns:a16="http://schemas.microsoft.com/office/drawing/2014/main" id="{E2990FE4-2FAB-4000-83B0-4C1DF2EA53AD}"/>
              </a:ext>
            </a:extLst>
          </p:cNvPr>
          <p:cNvSpPr/>
          <p:nvPr/>
        </p:nvSpPr>
        <p:spPr>
          <a:xfrm>
            <a:off x="2372192" y="2683105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B</a:t>
            </a:r>
          </a:p>
        </p:txBody>
      </p:sp>
      <p:sp>
        <p:nvSpPr>
          <p:cNvPr id="19" name="Ovál 18">
            <a:extLst>
              <a:ext uri="{FF2B5EF4-FFF2-40B4-BE49-F238E27FC236}">
                <a16:creationId xmlns:a16="http://schemas.microsoft.com/office/drawing/2014/main" id="{ED38BB9B-DAB3-49A7-B1CB-25C2597F45F9}"/>
              </a:ext>
            </a:extLst>
          </p:cNvPr>
          <p:cNvSpPr/>
          <p:nvPr/>
        </p:nvSpPr>
        <p:spPr>
          <a:xfrm>
            <a:off x="3665237" y="3160686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C</a:t>
            </a:r>
          </a:p>
        </p:txBody>
      </p:sp>
      <p:sp>
        <p:nvSpPr>
          <p:cNvPr id="20" name="Obdĺžnik 19">
            <a:extLst>
              <a:ext uri="{FF2B5EF4-FFF2-40B4-BE49-F238E27FC236}">
                <a16:creationId xmlns:a16="http://schemas.microsoft.com/office/drawing/2014/main" id="{98E3E4B4-C2F2-4A32-B403-3C617DCA2F86}"/>
              </a:ext>
            </a:extLst>
          </p:cNvPr>
          <p:cNvSpPr/>
          <p:nvPr/>
        </p:nvSpPr>
        <p:spPr>
          <a:xfrm>
            <a:off x="824821" y="3450090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R</a:t>
            </a:r>
          </a:p>
        </p:txBody>
      </p:sp>
      <p:sp>
        <p:nvSpPr>
          <p:cNvPr id="21" name="Obdĺžnik 20">
            <a:extLst>
              <a:ext uri="{FF2B5EF4-FFF2-40B4-BE49-F238E27FC236}">
                <a16:creationId xmlns:a16="http://schemas.microsoft.com/office/drawing/2014/main" id="{F24183B5-8D2E-4323-BCFF-79EEF67B5A8A}"/>
              </a:ext>
            </a:extLst>
          </p:cNvPr>
          <p:cNvSpPr/>
          <p:nvPr/>
        </p:nvSpPr>
        <p:spPr>
          <a:xfrm>
            <a:off x="2372192" y="3450091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S</a:t>
            </a:r>
          </a:p>
        </p:txBody>
      </p:sp>
      <p:sp>
        <p:nvSpPr>
          <p:cNvPr id="22" name="Obdĺžnik 21">
            <a:extLst>
              <a:ext uri="{FF2B5EF4-FFF2-40B4-BE49-F238E27FC236}">
                <a16:creationId xmlns:a16="http://schemas.microsoft.com/office/drawing/2014/main" id="{02138410-EC7E-4B20-AC73-583DDC77D643}"/>
              </a:ext>
            </a:extLst>
          </p:cNvPr>
          <p:cNvSpPr/>
          <p:nvPr/>
        </p:nvSpPr>
        <p:spPr>
          <a:xfrm>
            <a:off x="4272196" y="3817559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T</a:t>
            </a:r>
          </a:p>
        </p:txBody>
      </p:sp>
      <p:cxnSp>
        <p:nvCxnSpPr>
          <p:cNvPr id="25" name="Rovná spojovacia šípka 24">
            <a:extLst>
              <a:ext uri="{FF2B5EF4-FFF2-40B4-BE49-F238E27FC236}">
                <a16:creationId xmlns:a16="http://schemas.microsoft.com/office/drawing/2014/main" id="{9963C20F-CF9F-4D96-9C74-875944ED8335}"/>
              </a:ext>
            </a:extLst>
          </p:cNvPr>
          <p:cNvCxnSpPr>
            <a:cxnSpLocks/>
            <a:stCxn id="20" idx="0"/>
            <a:endCxn id="17" idx="4"/>
          </p:cNvCxnSpPr>
          <p:nvPr/>
        </p:nvCxnSpPr>
        <p:spPr>
          <a:xfrm flipV="1">
            <a:off x="987191" y="3050574"/>
            <a:ext cx="0" cy="3995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ovná spojovacia šípka 27">
            <a:extLst>
              <a:ext uri="{FF2B5EF4-FFF2-40B4-BE49-F238E27FC236}">
                <a16:creationId xmlns:a16="http://schemas.microsoft.com/office/drawing/2014/main" id="{B3F8C64A-8C25-40E5-93E2-6C601F7322C5}"/>
              </a:ext>
            </a:extLst>
          </p:cNvPr>
          <p:cNvCxnSpPr>
            <a:stCxn id="18" idx="4"/>
            <a:endCxn id="21" idx="0"/>
          </p:cNvCxnSpPr>
          <p:nvPr/>
        </p:nvCxnSpPr>
        <p:spPr>
          <a:xfrm>
            <a:off x="2534562" y="3050574"/>
            <a:ext cx="0" cy="3995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ál 28">
            <a:extLst>
              <a:ext uri="{FF2B5EF4-FFF2-40B4-BE49-F238E27FC236}">
                <a16:creationId xmlns:a16="http://schemas.microsoft.com/office/drawing/2014/main" id="{A67A93F0-D860-4658-AC18-6D9C26F3722C}"/>
              </a:ext>
            </a:extLst>
          </p:cNvPr>
          <p:cNvSpPr/>
          <p:nvPr/>
        </p:nvSpPr>
        <p:spPr>
          <a:xfrm>
            <a:off x="4756348" y="3160686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D</a:t>
            </a:r>
          </a:p>
        </p:txBody>
      </p:sp>
      <p:sp>
        <p:nvSpPr>
          <p:cNvPr id="30" name="Obdĺžnik 29">
            <a:extLst>
              <a:ext uri="{FF2B5EF4-FFF2-40B4-BE49-F238E27FC236}">
                <a16:creationId xmlns:a16="http://schemas.microsoft.com/office/drawing/2014/main" id="{C61F6D05-E775-4F94-8B56-CEC9277CC8E7}"/>
              </a:ext>
            </a:extLst>
          </p:cNvPr>
          <p:cNvSpPr/>
          <p:nvPr/>
        </p:nvSpPr>
        <p:spPr>
          <a:xfrm>
            <a:off x="4212381" y="2594718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U</a:t>
            </a:r>
          </a:p>
        </p:txBody>
      </p:sp>
      <p:cxnSp>
        <p:nvCxnSpPr>
          <p:cNvPr id="32" name="Rovná spojovacia šípka 31">
            <a:extLst>
              <a:ext uri="{FF2B5EF4-FFF2-40B4-BE49-F238E27FC236}">
                <a16:creationId xmlns:a16="http://schemas.microsoft.com/office/drawing/2014/main" id="{F6889C2E-D869-4B3B-B63A-3724238E2103}"/>
              </a:ext>
            </a:extLst>
          </p:cNvPr>
          <p:cNvCxnSpPr>
            <a:cxnSpLocks/>
            <a:stCxn id="19" idx="4"/>
            <a:endCxn id="22" idx="1"/>
          </p:cNvCxnSpPr>
          <p:nvPr/>
        </p:nvCxnSpPr>
        <p:spPr>
          <a:xfrm>
            <a:off x="3827607" y="3528155"/>
            <a:ext cx="444589" cy="4731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ovná spojovacia šípka 33">
            <a:extLst>
              <a:ext uri="{FF2B5EF4-FFF2-40B4-BE49-F238E27FC236}">
                <a16:creationId xmlns:a16="http://schemas.microsoft.com/office/drawing/2014/main" id="{83A71D8A-11C6-4A96-83F8-E136A4580BCB}"/>
              </a:ext>
            </a:extLst>
          </p:cNvPr>
          <p:cNvCxnSpPr>
            <a:stCxn id="22" idx="3"/>
            <a:endCxn id="29" idx="4"/>
          </p:cNvCxnSpPr>
          <p:nvPr/>
        </p:nvCxnSpPr>
        <p:spPr>
          <a:xfrm flipV="1">
            <a:off x="4596936" y="3528155"/>
            <a:ext cx="321782" cy="4731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ovná spojovacia šípka 35">
            <a:extLst>
              <a:ext uri="{FF2B5EF4-FFF2-40B4-BE49-F238E27FC236}">
                <a16:creationId xmlns:a16="http://schemas.microsoft.com/office/drawing/2014/main" id="{ECC65B01-C8AF-41D8-83CC-B596C60F1247}"/>
              </a:ext>
            </a:extLst>
          </p:cNvPr>
          <p:cNvCxnSpPr>
            <a:stCxn id="29" idx="0"/>
            <a:endCxn id="30" idx="3"/>
          </p:cNvCxnSpPr>
          <p:nvPr/>
        </p:nvCxnSpPr>
        <p:spPr>
          <a:xfrm flipH="1" flipV="1">
            <a:off x="4537121" y="2778453"/>
            <a:ext cx="381597" cy="382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ovná spojovacia šípka 37">
            <a:extLst>
              <a:ext uri="{FF2B5EF4-FFF2-40B4-BE49-F238E27FC236}">
                <a16:creationId xmlns:a16="http://schemas.microsoft.com/office/drawing/2014/main" id="{EDC750BF-A828-4453-AF2D-F9CFC68D6E61}"/>
              </a:ext>
            </a:extLst>
          </p:cNvPr>
          <p:cNvCxnSpPr>
            <a:stCxn id="30" idx="1"/>
            <a:endCxn id="19" idx="0"/>
          </p:cNvCxnSpPr>
          <p:nvPr/>
        </p:nvCxnSpPr>
        <p:spPr>
          <a:xfrm flipH="1">
            <a:off x="3827607" y="2778453"/>
            <a:ext cx="384774" cy="382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058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C70C6B-7868-43F8-A1F4-32F139227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7315"/>
            <a:ext cx="10515600" cy="1325563"/>
          </a:xfrm>
        </p:spPr>
        <p:txBody>
          <a:bodyPr/>
          <a:lstStyle/>
          <a:p>
            <a:r>
              <a:rPr lang="sk-SK"/>
              <a:t>Nebezpečný stav</a:t>
            </a:r>
          </a:p>
        </p:txBody>
      </p:sp>
      <p:sp>
        <p:nvSpPr>
          <p:cNvPr id="13" name="Zástupný objekt pre obsah 12">
            <a:extLst>
              <a:ext uri="{FF2B5EF4-FFF2-40B4-BE49-F238E27FC236}">
                <a16:creationId xmlns:a16="http://schemas.microsoft.com/office/drawing/2014/main" id="{EFCCAD3E-78DB-4ADC-85F3-DBC6BEDF0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8291" y="1842510"/>
            <a:ext cx="4938757" cy="59283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sk-SK" dirty="0"/>
              <a:t>Krok 1. A vlastní R, B vlastní S, C vlastní T – </a:t>
            </a:r>
            <a:r>
              <a:rPr lang="sk-SK" b="1" dirty="0"/>
              <a:t>bezpečný stav</a:t>
            </a: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0F598627-DEB0-4506-9AB6-55D5811F1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6</a:t>
            </a:fld>
            <a:endParaRPr lang="sk-SK"/>
          </a:p>
        </p:txBody>
      </p:sp>
      <p:sp>
        <p:nvSpPr>
          <p:cNvPr id="15" name="Ovál 14">
            <a:extLst>
              <a:ext uri="{FF2B5EF4-FFF2-40B4-BE49-F238E27FC236}">
                <a16:creationId xmlns:a16="http://schemas.microsoft.com/office/drawing/2014/main" id="{4F7DF075-3CC7-4038-A41B-0793AF72337B}"/>
              </a:ext>
            </a:extLst>
          </p:cNvPr>
          <p:cNvSpPr/>
          <p:nvPr/>
        </p:nvSpPr>
        <p:spPr>
          <a:xfrm>
            <a:off x="1298961" y="2691925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A</a:t>
            </a:r>
          </a:p>
        </p:txBody>
      </p:sp>
      <p:sp>
        <p:nvSpPr>
          <p:cNvPr id="18" name="Ovál 17">
            <a:extLst>
              <a:ext uri="{FF2B5EF4-FFF2-40B4-BE49-F238E27FC236}">
                <a16:creationId xmlns:a16="http://schemas.microsoft.com/office/drawing/2014/main" id="{36E1DD84-B6B3-4313-B298-84E42AAA17B9}"/>
              </a:ext>
            </a:extLst>
          </p:cNvPr>
          <p:cNvSpPr/>
          <p:nvPr/>
        </p:nvSpPr>
        <p:spPr>
          <a:xfrm>
            <a:off x="1918175" y="2691924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B</a:t>
            </a:r>
          </a:p>
        </p:txBody>
      </p:sp>
      <p:sp>
        <p:nvSpPr>
          <p:cNvPr id="19" name="Ovál 18">
            <a:extLst>
              <a:ext uri="{FF2B5EF4-FFF2-40B4-BE49-F238E27FC236}">
                <a16:creationId xmlns:a16="http://schemas.microsoft.com/office/drawing/2014/main" id="{03DEB70F-DDFA-4646-9F34-2C24DE8405A7}"/>
              </a:ext>
            </a:extLst>
          </p:cNvPr>
          <p:cNvSpPr/>
          <p:nvPr/>
        </p:nvSpPr>
        <p:spPr>
          <a:xfrm>
            <a:off x="2541662" y="2697622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C</a:t>
            </a:r>
          </a:p>
        </p:txBody>
      </p:sp>
      <p:sp>
        <p:nvSpPr>
          <p:cNvPr id="20" name="Obdĺžnik 19">
            <a:extLst>
              <a:ext uri="{FF2B5EF4-FFF2-40B4-BE49-F238E27FC236}">
                <a16:creationId xmlns:a16="http://schemas.microsoft.com/office/drawing/2014/main" id="{D812BE45-647B-4C45-8CB7-3AA9DFE56720}"/>
              </a:ext>
            </a:extLst>
          </p:cNvPr>
          <p:cNvSpPr/>
          <p:nvPr/>
        </p:nvSpPr>
        <p:spPr>
          <a:xfrm>
            <a:off x="1298961" y="3458910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R</a:t>
            </a:r>
          </a:p>
        </p:txBody>
      </p:sp>
      <p:sp>
        <p:nvSpPr>
          <p:cNvPr id="21" name="Obdĺžnik 20">
            <a:extLst>
              <a:ext uri="{FF2B5EF4-FFF2-40B4-BE49-F238E27FC236}">
                <a16:creationId xmlns:a16="http://schemas.microsoft.com/office/drawing/2014/main" id="{9FB57E0B-DB7B-4213-88DF-1C11EF441522}"/>
              </a:ext>
            </a:extLst>
          </p:cNvPr>
          <p:cNvSpPr/>
          <p:nvPr/>
        </p:nvSpPr>
        <p:spPr>
          <a:xfrm>
            <a:off x="1918175" y="3458910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S</a:t>
            </a:r>
          </a:p>
        </p:txBody>
      </p:sp>
      <p:sp>
        <p:nvSpPr>
          <p:cNvPr id="22" name="Obdĺžnik 21">
            <a:extLst>
              <a:ext uri="{FF2B5EF4-FFF2-40B4-BE49-F238E27FC236}">
                <a16:creationId xmlns:a16="http://schemas.microsoft.com/office/drawing/2014/main" id="{003081F3-4A63-468C-B0BD-4D926E2FFCEB}"/>
              </a:ext>
            </a:extLst>
          </p:cNvPr>
          <p:cNvSpPr/>
          <p:nvPr/>
        </p:nvSpPr>
        <p:spPr>
          <a:xfrm>
            <a:off x="2541662" y="3458909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T</a:t>
            </a:r>
          </a:p>
        </p:txBody>
      </p:sp>
      <p:cxnSp>
        <p:nvCxnSpPr>
          <p:cNvPr id="24" name="Rovná spojovacia šípka 23">
            <a:extLst>
              <a:ext uri="{FF2B5EF4-FFF2-40B4-BE49-F238E27FC236}">
                <a16:creationId xmlns:a16="http://schemas.microsoft.com/office/drawing/2014/main" id="{60076249-34E4-4A66-849D-D530DB8BAF14}"/>
              </a:ext>
            </a:extLst>
          </p:cNvPr>
          <p:cNvCxnSpPr>
            <a:stCxn id="20" idx="0"/>
            <a:endCxn id="15" idx="4"/>
          </p:cNvCxnSpPr>
          <p:nvPr/>
        </p:nvCxnSpPr>
        <p:spPr>
          <a:xfrm flipV="1">
            <a:off x="1461331" y="3059394"/>
            <a:ext cx="0" cy="3995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Rovná spojovacia šípka 25">
            <a:extLst>
              <a:ext uri="{FF2B5EF4-FFF2-40B4-BE49-F238E27FC236}">
                <a16:creationId xmlns:a16="http://schemas.microsoft.com/office/drawing/2014/main" id="{5CFC4AD7-2500-4274-B538-7CEE097E45C3}"/>
              </a:ext>
            </a:extLst>
          </p:cNvPr>
          <p:cNvCxnSpPr>
            <a:stCxn id="21" idx="0"/>
            <a:endCxn id="18" idx="4"/>
          </p:cNvCxnSpPr>
          <p:nvPr/>
        </p:nvCxnSpPr>
        <p:spPr>
          <a:xfrm flipV="1">
            <a:off x="2080545" y="3059393"/>
            <a:ext cx="0" cy="3995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ovná spojovacia šípka 27">
            <a:extLst>
              <a:ext uri="{FF2B5EF4-FFF2-40B4-BE49-F238E27FC236}">
                <a16:creationId xmlns:a16="http://schemas.microsoft.com/office/drawing/2014/main" id="{021878C1-2C59-4AE0-AC11-A6AA8935667C}"/>
              </a:ext>
            </a:extLst>
          </p:cNvPr>
          <p:cNvCxnSpPr>
            <a:stCxn id="22" idx="0"/>
            <a:endCxn id="19" idx="4"/>
          </p:cNvCxnSpPr>
          <p:nvPr/>
        </p:nvCxnSpPr>
        <p:spPr>
          <a:xfrm flipV="1">
            <a:off x="2704032" y="3065091"/>
            <a:ext cx="0" cy="3938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ástupný objekt pre obsah 12">
            <a:extLst>
              <a:ext uri="{FF2B5EF4-FFF2-40B4-BE49-F238E27FC236}">
                <a16:creationId xmlns:a16="http://schemas.microsoft.com/office/drawing/2014/main" id="{33C67F0A-EC43-4DE8-9642-6BAD7886A68A}"/>
              </a:ext>
            </a:extLst>
          </p:cNvPr>
          <p:cNvSpPr txBox="1">
            <a:spLocks/>
          </p:cNvSpPr>
          <p:nvPr/>
        </p:nvSpPr>
        <p:spPr>
          <a:xfrm>
            <a:off x="725679" y="4003051"/>
            <a:ext cx="5270675" cy="59283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k-SK" dirty="0"/>
              <a:t>Krok 2. A Žiada S, B žiada T, C žiada R </a:t>
            </a:r>
            <a:r>
              <a:rPr lang="sk-SK" b="1" dirty="0"/>
              <a:t>uviaznutie – nebezpečný stav</a:t>
            </a:r>
          </a:p>
        </p:txBody>
      </p:sp>
      <p:sp>
        <p:nvSpPr>
          <p:cNvPr id="80" name="Ovál 79">
            <a:extLst>
              <a:ext uri="{FF2B5EF4-FFF2-40B4-BE49-F238E27FC236}">
                <a16:creationId xmlns:a16="http://schemas.microsoft.com/office/drawing/2014/main" id="{D4271CBD-D8D3-47AB-A7AA-0C90A7428F4B}"/>
              </a:ext>
            </a:extLst>
          </p:cNvPr>
          <p:cNvSpPr/>
          <p:nvPr/>
        </p:nvSpPr>
        <p:spPr>
          <a:xfrm>
            <a:off x="1212079" y="4653449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A</a:t>
            </a:r>
          </a:p>
        </p:txBody>
      </p:sp>
      <p:sp>
        <p:nvSpPr>
          <p:cNvPr id="81" name="Ovál 80">
            <a:extLst>
              <a:ext uri="{FF2B5EF4-FFF2-40B4-BE49-F238E27FC236}">
                <a16:creationId xmlns:a16="http://schemas.microsoft.com/office/drawing/2014/main" id="{4F918898-E196-4C18-976E-9B01CBC4CE87}"/>
              </a:ext>
            </a:extLst>
          </p:cNvPr>
          <p:cNvSpPr/>
          <p:nvPr/>
        </p:nvSpPr>
        <p:spPr>
          <a:xfrm>
            <a:off x="1831293" y="4653448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B</a:t>
            </a:r>
          </a:p>
        </p:txBody>
      </p:sp>
      <p:sp>
        <p:nvSpPr>
          <p:cNvPr id="82" name="Ovál 81">
            <a:extLst>
              <a:ext uri="{FF2B5EF4-FFF2-40B4-BE49-F238E27FC236}">
                <a16:creationId xmlns:a16="http://schemas.microsoft.com/office/drawing/2014/main" id="{54FC101E-09EF-422B-95F2-5D26EDA8DA9A}"/>
              </a:ext>
            </a:extLst>
          </p:cNvPr>
          <p:cNvSpPr/>
          <p:nvPr/>
        </p:nvSpPr>
        <p:spPr>
          <a:xfrm>
            <a:off x="2454780" y="4659146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C</a:t>
            </a:r>
          </a:p>
        </p:txBody>
      </p:sp>
      <p:sp>
        <p:nvSpPr>
          <p:cNvPr id="83" name="Obdĺžnik 82">
            <a:extLst>
              <a:ext uri="{FF2B5EF4-FFF2-40B4-BE49-F238E27FC236}">
                <a16:creationId xmlns:a16="http://schemas.microsoft.com/office/drawing/2014/main" id="{C428C138-06CF-4C51-9250-7693E55EB5BF}"/>
              </a:ext>
            </a:extLst>
          </p:cNvPr>
          <p:cNvSpPr/>
          <p:nvPr/>
        </p:nvSpPr>
        <p:spPr>
          <a:xfrm>
            <a:off x="1212079" y="5420434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R</a:t>
            </a:r>
          </a:p>
        </p:txBody>
      </p:sp>
      <p:sp>
        <p:nvSpPr>
          <p:cNvPr id="84" name="Obdĺžnik 83">
            <a:extLst>
              <a:ext uri="{FF2B5EF4-FFF2-40B4-BE49-F238E27FC236}">
                <a16:creationId xmlns:a16="http://schemas.microsoft.com/office/drawing/2014/main" id="{82BB2768-C3C1-4838-AEF4-7131DD9A486F}"/>
              </a:ext>
            </a:extLst>
          </p:cNvPr>
          <p:cNvSpPr/>
          <p:nvPr/>
        </p:nvSpPr>
        <p:spPr>
          <a:xfrm>
            <a:off x="1831293" y="5420434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S</a:t>
            </a:r>
          </a:p>
        </p:txBody>
      </p:sp>
      <p:sp>
        <p:nvSpPr>
          <p:cNvPr id="85" name="Obdĺžnik 84">
            <a:extLst>
              <a:ext uri="{FF2B5EF4-FFF2-40B4-BE49-F238E27FC236}">
                <a16:creationId xmlns:a16="http://schemas.microsoft.com/office/drawing/2014/main" id="{10A9F144-0AD9-43EA-BB88-4779A378B584}"/>
              </a:ext>
            </a:extLst>
          </p:cNvPr>
          <p:cNvSpPr/>
          <p:nvPr/>
        </p:nvSpPr>
        <p:spPr>
          <a:xfrm>
            <a:off x="2454780" y="5420433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T</a:t>
            </a:r>
          </a:p>
        </p:txBody>
      </p:sp>
      <p:cxnSp>
        <p:nvCxnSpPr>
          <p:cNvPr id="86" name="Rovná spojovacia šípka 85">
            <a:extLst>
              <a:ext uri="{FF2B5EF4-FFF2-40B4-BE49-F238E27FC236}">
                <a16:creationId xmlns:a16="http://schemas.microsoft.com/office/drawing/2014/main" id="{A141D4DF-DE62-409A-8E2F-4AFC0101CEDD}"/>
              </a:ext>
            </a:extLst>
          </p:cNvPr>
          <p:cNvCxnSpPr>
            <a:stCxn id="84" idx="0"/>
            <a:endCxn id="81" idx="4"/>
          </p:cNvCxnSpPr>
          <p:nvPr/>
        </p:nvCxnSpPr>
        <p:spPr>
          <a:xfrm flipV="1">
            <a:off x="1993663" y="5020917"/>
            <a:ext cx="0" cy="3995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Rovná spojovacia šípka 86">
            <a:extLst>
              <a:ext uri="{FF2B5EF4-FFF2-40B4-BE49-F238E27FC236}">
                <a16:creationId xmlns:a16="http://schemas.microsoft.com/office/drawing/2014/main" id="{3216174F-0F70-4260-A9C9-8A4E671C229E}"/>
              </a:ext>
            </a:extLst>
          </p:cNvPr>
          <p:cNvCxnSpPr>
            <a:stCxn id="85" idx="0"/>
            <a:endCxn id="82" idx="4"/>
          </p:cNvCxnSpPr>
          <p:nvPr/>
        </p:nvCxnSpPr>
        <p:spPr>
          <a:xfrm flipV="1">
            <a:off x="2617150" y="5026615"/>
            <a:ext cx="0" cy="3938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Rovná spojovacia šípka 87">
            <a:extLst>
              <a:ext uri="{FF2B5EF4-FFF2-40B4-BE49-F238E27FC236}">
                <a16:creationId xmlns:a16="http://schemas.microsoft.com/office/drawing/2014/main" id="{FFB2C059-B6EC-4228-86A0-AA82067A4739}"/>
              </a:ext>
            </a:extLst>
          </p:cNvPr>
          <p:cNvCxnSpPr>
            <a:stCxn id="83" idx="0"/>
            <a:endCxn id="80" idx="4"/>
          </p:cNvCxnSpPr>
          <p:nvPr/>
        </p:nvCxnSpPr>
        <p:spPr>
          <a:xfrm flipV="1">
            <a:off x="1374449" y="5020918"/>
            <a:ext cx="0" cy="3995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Rovná spojovacia šípka 88">
            <a:extLst>
              <a:ext uri="{FF2B5EF4-FFF2-40B4-BE49-F238E27FC236}">
                <a16:creationId xmlns:a16="http://schemas.microsoft.com/office/drawing/2014/main" id="{B0FE8B55-FA85-484B-920E-39030BEB2CF3}"/>
              </a:ext>
            </a:extLst>
          </p:cNvPr>
          <p:cNvCxnSpPr>
            <a:stCxn id="80" idx="5"/>
            <a:endCxn id="84" idx="0"/>
          </p:cNvCxnSpPr>
          <p:nvPr/>
        </p:nvCxnSpPr>
        <p:spPr>
          <a:xfrm>
            <a:off x="1489262" y="4967103"/>
            <a:ext cx="504401" cy="453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Rovná spojovacia šípka 89">
            <a:extLst>
              <a:ext uri="{FF2B5EF4-FFF2-40B4-BE49-F238E27FC236}">
                <a16:creationId xmlns:a16="http://schemas.microsoft.com/office/drawing/2014/main" id="{D0B37F41-5C94-43D5-8905-2022908503E5}"/>
              </a:ext>
            </a:extLst>
          </p:cNvPr>
          <p:cNvCxnSpPr>
            <a:stCxn id="81" idx="4"/>
            <a:endCxn id="85" idx="0"/>
          </p:cNvCxnSpPr>
          <p:nvPr/>
        </p:nvCxnSpPr>
        <p:spPr>
          <a:xfrm>
            <a:off x="1993663" y="5020917"/>
            <a:ext cx="623487" cy="3995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Rovná spojovacia šípka 90">
            <a:extLst>
              <a:ext uri="{FF2B5EF4-FFF2-40B4-BE49-F238E27FC236}">
                <a16:creationId xmlns:a16="http://schemas.microsoft.com/office/drawing/2014/main" id="{CB597B54-E295-4B87-B436-EA90F89258A3}"/>
              </a:ext>
            </a:extLst>
          </p:cNvPr>
          <p:cNvCxnSpPr>
            <a:stCxn id="82" idx="4"/>
            <a:endCxn id="83" idx="0"/>
          </p:cNvCxnSpPr>
          <p:nvPr/>
        </p:nvCxnSpPr>
        <p:spPr>
          <a:xfrm flipH="1">
            <a:off x="1374449" y="5026615"/>
            <a:ext cx="1242701" cy="3938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324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C70C6B-7868-43F8-A1F4-32F139227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Bezpečný stav</a:t>
            </a:r>
          </a:p>
        </p:txBody>
      </p:sp>
      <p:sp>
        <p:nvSpPr>
          <p:cNvPr id="13" name="Zástupný objekt pre obsah 12">
            <a:extLst>
              <a:ext uri="{FF2B5EF4-FFF2-40B4-BE49-F238E27FC236}">
                <a16:creationId xmlns:a16="http://schemas.microsoft.com/office/drawing/2014/main" id="{EFCCAD3E-78DB-4ADC-85F3-DBC6BEDF0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8291" y="1842510"/>
            <a:ext cx="4938757" cy="59283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sk-SK"/>
              <a:t>1. A vlastní R, B vlastní S, C vlastní T</a:t>
            </a: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0F598627-DEB0-4506-9AB6-55D5811F1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7</a:t>
            </a:fld>
            <a:endParaRPr lang="sk-SK"/>
          </a:p>
        </p:txBody>
      </p:sp>
      <p:sp>
        <p:nvSpPr>
          <p:cNvPr id="15" name="Ovál 14">
            <a:extLst>
              <a:ext uri="{FF2B5EF4-FFF2-40B4-BE49-F238E27FC236}">
                <a16:creationId xmlns:a16="http://schemas.microsoft.com/office/drawing/2014/main" id="{4F7DF075-3CC7-4038-A41B-0793AF72337B}"/>
              </a:ext>
            </a:extLst>
          </p:cNvPr>
          <p:cNvSpPr/>
          <p:nvPr/>
        </p:nvSpPr>
        <p:spPr>
          <a:xfrm>
            <a:off x="1298961" y="2691925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A</a:t>
            </a:r>
          </a:p>
        </p:txBody>
      </p:sp>
      <p:sp>
        <p:nvSpPr>
          <p:cNvPr id="18" name="Ovál 17">
            <a:extLst>
              <a:ext uri="{FF2B5EF4-FFF2-40B4-BE49-F238E27FC236}">
                <a16:creationId xmlns:a16="http://schemas.microsoft.com/office/drawing/2014/main" id="{36E1DD84-B6B3-4313-B298-84E42AAA17B9}"/>
              </a:ext>
            </a:extLst>
          </p:cNvPr>
          <p:cNvSpPr/>
          <p:nvPr/>
        </p:nvSpPr>
        <p:spPr>
          <a:xfrm>
            <a:off x="1918175" y="2691924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B</a:t>
            </a:r>
          </a:p>
        </p:txBody>
      </p:sp>
      <p:sp>
        <p:nvSpPr>
          <p:cNvPr id="19" name="Ovál 18">
            <a:extLst>
              <a:ext uri="{FF2B5EF4-FFF2-40B4-BE49-F238E27FC236}">
                <a16:creationId xmlns:a16="http://schemas.microsoft.com/office/drawing/2014/main" id="{03DEB70F-DDFA-4646-9F34-2C24DE8405A7}"/>
              </a:ext>
            </a:extLst>
          </p:cNvPr>
          <p:cNvSpPr/>
          <p:nvPr/>
        </p:nvSpPr>
        <p:spPr>
          <a:xfrm>
            <a:off x="2541662" y="2697622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C</a:t>
            </a:r>
          </a:p>
        </p:txBody>
      </p:sp>
      <p:sp>
        <p:nvSpPr>
          <p:cNvPr id="20" name="Obdĺžnik 19">
            <a:extLst>
              <a:ext uri="{FF2B5EF4-FFF2-40B4-BE49-F238E27FC236}">
                <a16:creationId xmlns:a16="http://schemas.microsoft.com/office/drawing/2014/main" id="{D812BE45-647B-4C45-8CB7-3AA9DFE56720}"/>
              </a:ext>
            </a:extLst>
          </p:cNvPr>
          <p:cNvSpPr/>
          <p:nvPr/>
        </p:nvSpPr>
        <p:spPr>
          <a:xfrm>
            <a:off x="1298961" y="3458910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R</a:t>
            </a:r>
          </a:p>
        </p:txBody>
      </p:sp>
      <p:sp>
        <p:nvSpPr>
          <p:cNvPr id="21" name="Obdĺžnik 20">
            <a:extLst>
              <a:ext uri="{FF2B5EF4-FFF2-40B4-BE49-F238E27FC236}">
                <a16:creationId xmlns:a16="http://schemas.microsoft.com/office/drawing/2014/main" id="{9FB57E0B-DB7B-4213-88DF-1C11EF441522}"/>
              </a:ext>
            </a:extLst>
          </p:cNvPr>
          <p:cNvSpPr/>
          <p:nvPr/>
        </p:nvSpPr>
        <p:spPr>
          <a:xfrm>
            <a:off x="1918175" y="3458910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S</a:t>
            </a:r>
          </a:p>
        </p:txBody>
      </p:sp>
      <p:sp>
        <p:nvSpPr>
          <p:cNvPr id="22" name="Obdĺžnik 21">
            <a:extLst>
              <a:ext uri="{FF2B5EF4-FFF2-40B4-BE49-F238E27FC236}">
                <a16:creationId xmlns:a16="http://schemas.microsoft.com/office/drawing/2014/main" id="{003081F3-4A63-468C-B0BD-4D926E2FFCEB}"/>
              </a:ext>
            </a:extLst>
          </p:cNvPr>
          <p:cNvSpPr/>
          <p:nvPr/>
        </p:nvSpPr>
        <p:spPr>
          <a:xfrm>
            <a:off x="2541662" y="3458909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T</a:t>
            </a:r>
          </a:p>
        </p:txBody>
      </p:sp>
      <p:cxnSp>
        <p:nvCxnSpPr>
          <p:cNvPr id="24" name="Rovná spojovacia šípka 23">
            <a:extLst>
              <a:ext uri="{FF2B5EF4-FFF2-40B4-BE49-F238E27FC236}">
                <a16:creationId xmlns:a16="http://schemas.microsoft.com/office/drawing/2014/main" id="{60076249-34E4-4A66-849D-D530DB8BAF14}"/>
              </a:ext>
            </a:extLst>
          </p:cNvPr>
          <p:cNvCxnSpPr>
            <a:stCxn id="20" idx="0"/>
            <a:endCxn id="15" idx="4"/>
          </p:cNvCxnSpPr>
          <p:nvPr/>
        </p:nvCxnSpPr>
        <p:spPr>
          <a:xfrm flipV="1">
            <a:off x="1461331" y="3059394"/>
            <a:ext cx="0" cy="3995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Rovná spojovacia šípka 25">
            <a:extLst>
              <a:ext uri="{FF2B5EF4-FFF2-40B4-BE49-F238E27FC236}">
                <a16:creationId xmlns:a16="http://schemas.microsoft.com/office/drawing/2014/main" id="{5CFC4AD7-2500-4274-B538-7CEE097E45C3}"/>
              </a:ext>
            </a:extLst>
          </p:cNvPr>
          <p:cNvCxnSpPr>
            <a:stCxn id="21" idx="0"/>
            <a:endCxn id="18" idx="4"/>
          </p:cNvCxnSpPr>
          <p:nvPr/>
        </p:nvCxnSpPr>
        <p:spPr>
          <a:xfrm flipV="1">
            <a:off x="2080545" y="3059393"/>
            <a:ext cx="0" cy="3995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ovná spojovacia šípka 27">
            <a:extLst>
              <a:ext uri="{FF2B5EF4-FFF2-40B4-BE49-F238E27FC236}">
                <a16:creationId xmlns:a16="http://schemas.microsoft.com/office/drawing/2014/main" id="{021878C1-2C59-4AE0-AC11-A6AA8935667C}"/>
              </a:ext>
            </a:extLst>
          </p:cNvPr>
          <p:cNvCxnSpPr>
            <a:stCxn id="22" idx="0"/>
            <a:endCxn id="19" idx="4"/>
          </p:cNvCxnSpPr>
          <p:nvPr/>
        </p:nvCxnSpPr>
        <p:spPr>
          <a:xfrm flipV="1">
            <a:off x="2704032" y="3065091"/>
            <a:ext cx="0" cy="3938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ástupný objekt pre obsah 12">
            <a:extLst>
              <a:ext uri="{FF2B5EF4-FFF2-40B4-BE49-F238E27FC236}">
                <a16:creationId xmlns:a16="http://schemas.microsoft.com/office/drawing/2014/main" id="{33C67F0A-EC43-4DE8-9642-6BAD7886A68A}"/>
              </a:ext>
            </a:extLst>
          </p:cNvPr>
          <p:cNvSpPr txBox="1">
            <a:spLocks/>
          </p:cNvSpPr>
          <p:nvPr/>
        </p:nvSpPr>
        <p:spPr>
          <a:xfrm>
            <a:off x="725679" y="4003051"/>
            <a:ext cx="5116795" cy="59283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k-SK"/>
              <a:t>2. A Žiada S, B žiada T, C žiada R </a:t>
            </a:r>
            <a:r>
              <a:rPr lang="sk-SK" b="1"/>
              <a:t>uviaznutie</a:t>
            </a:r>
          </a:p>
        </p:txBody>
      </p:sp>
      <p:sp>
        <p:nvSpPr>
          <p:cNvPr id="39" name="Ovál 38">
            <a:extLst>
              <a:ext uri="{FF2B5EF4-FFF2-40B4-BE49-F238E27FC236}">
                <a16:creationId xmlns:a16="http://schemas.microsoft.com/office/drawing/2014/main" id="{2809B3FF-494F-4398-A385-2761B8692220}"/>
              </a:ext>
            </a:extLst>
          </p:cNvPr>
          <p:cNvSpPr/>
          <p:nvPr/>
        </p:nvSpPr>
        <p:spPr>
          <a:xfrm>
            <a:off x="1212079" y="4653449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A</a:t>
            </a:r>
          </a:p>
        </p:txBody>
      </p:sp>
      <p:sp>
        <p:nvSpPr>
          <p:cNvPr id="40" name="Ovál 39">
            <a:extLst>
              <a:ext uri="{FF2B5EF4-FFF2-40B4-BE49-F238E27FC236}">
                <a16:creationId xmlns:a16="http://schemas.microsoft.com/office/drawing/2014/main" id="{D07BC189-885D-4A8E-AF7E-4722B0490C21}"/>
              </a:ext>
            </a:extLst>
          </p:cNvPr>
          <p:cNvSpPr/>
          <p:nvPr/>
        </p:nvSpPr>
        <p:spPr>
          <a:xfrm>
            <a:off x="1831293" y="4653448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B</a:t>
            </a:r>
          </a:p>
        </p:txBody>
      </p:sp>
      <p:sp>
        <p:nvSpPr>
          <p:cNvPr id="41" name="Ovál 40">
            <a:extLst>
              <a:ext uri="{FF2B5EF4-FFF2-40B4-BE49-F238E27FC236}">
                <a16:creationId xmlns:a16="http://schemas.microsoft.com/office/drawing/2014/main" id="{71F056DE-8198-45EE-A9EB-B77DA51FDA23}"/>
              </a:ext>
            </a:extLst>
          </p:cNvPr>
          <p:cNvSpPr/>
          <p:nvPr/>
        </p:nvSpPr>
        <p:spPr>
          <a:xfrm>
            <a:off x="2454780" y="4659146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C</a:t>
            </a:r>
          </a:p>
        </p:txBody>
      </p:sp>
      <p:sp>
        <p:nvSpPr>
          <p:cNvPr id="42" name="Obdĺžnik 41">
            <a:extLst>
              <a:ext uri="{FF2B5EF4-FFF2-40B4-BE49-F238E27FC236}">
                <a16:creationId xmlns:a16="http://schemas.microsoft.com/office/drawing/2014/main" id="{2AF1645B-A6C1-48D9-8F44-43F134891888}"/>
              </a:ext>
            </a:extLst>
          </p:cNvPr>
          <p:cNvSpPr/>
          <p:nvPr/>
        </p:nvSpPr>
        <p:spPr>
          <a:xfrm>
            <a:off x="1212079" y="5420434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R</a:t>
            </a:r>
          </a:p>
        </p:txBody>
      </p:sp>
      <p:sp>
        <p:nvSpPr>
          <p:cNvPr id="43" name="Obdĺžnik 42">
            <a:extLst>
              <a:ext uri="{FF2B5EF4-FFF2-40B4-BE49-F238E27FC236}">
                <a16:creationId xmlns:a16="http://schemas.microsoft.com/office/drawing/2014/main" id="{1B1856E0-9DFD-47AF-81CF-014EC214C082}"/>
              </a:ext>
            </a:extLst>
          </p:cNvPr>
          <p:cNvSpPr/>
          <p:nvPr/>
        </p:nvSpPr>
        <p:spPr>
          <a:xfrm>
            <a:off x="1831293" y="5420434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S</a:t>
            </a:r>
          </a:p>
        </p:txBody>
      </p:sp>
      <p:sp>
        <p:nvSpPr>
          <p:cNvPr id="44" name="Obdĺžnik 43">
            <a:extLst>
              <a:ext uri="{FF2B5EF4-FFF2-40B4-BE49-F238E27FC236}">
                <a16:creationId xmlns:a16="http://schemas.microsoft.com/office/drawing/2014/main" id="{7AFDA2AB-2FBA-41E4-BBD8-ED35A8DD09D4}"/>
              </a:ext>
            </a:extLst>
          </p:cNvPr>
          <p:cNvSpPr/>
          <p:nvPr/>
        </p:nvSpPr>
        <p:spPr>
          <a:xfrm>
            <a:off x="2454780" y="5420433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T</a:t>
            </a:r>
          </a:p>
        </p:txBody>
      </p:sp>
      <p:cxnSp>
        <p:nvCxnSpPr>
          <p:cNvPr id="45" name="Rovná spojovacia šípka 44">
            <a:extLst>
              <a:ext uri="{FF2B5EF4-FFF2-40B4-BE49-F238E27FC236}">
                <a16:creationId xmlns:a16="http://schemas.microsoft.com/office/drawing/2014/main" id="{0E563892-07B4-404D-8EC7-2D7168D16C6B}"/>
              </a:ext>
            </a:extLst>
          </p:cNvPr>
          <p:cNvCxnSpPr>
            <a:stCxn id="43" idx="0"/>
            <a:endCxn id="40" idx="4"/>
          </p:cNvCxnSpPr>
          <p:nvPr/>
        </p:nvCxnSpPr>
        <p:spPr>
          <a:xfrm flipV="1">
            <a:off x="1993663" y="5020917"/>
            <a:ext cx="0" cy="3995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Rovná spojovacia šípka 45">
            <a:extLst>
              <a:ext uri="{FF2B5EF4-FFF2-40B4-BE49-F238E27FC236}">
                <a16:creationId xmlns:a16="http://schemas.microsoft.com/office/drawing/2014/main" id="{CA593889-08AC-4D89-B38D-E1E114E7853B}"/>
              </a:ext>
            </a:extLst>
          </p:cNvPr>
          <p:cNvCxnSpPr>
            <a:stCxn id="44" idx="0"/>
            <a:endCxn id="41" idx="4"/>
          </p:cNvCxnSpPr>
          <p:nvPr/>
        </p:nvCxnSpPr>
        <p:spPr>
          <a:xfrm flipV="1">
            <a:off x="2617150" y="5026615"/>
            <a:ext cx="0" cy="3938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Rovná spojovacia šípka 47">
            <a:extLst>
              <a:ext uri="{FF2B5EF4-FFF2-40B4-BE49-F238E27FC236}">
                <a16:creationId xmlns:a16="http://schemas.microsoft.com/office/drawing/2014/main" id="{C8B981E9-E4FB-4BFB-9161-DC4249970F76}"/>
              </a:ext>
            </a:extLst>
          </p:cNvPr>
          <p:cNvCxnSpPr>
            <a:stCxn id="42" idx="0"/>
            <a:endCxn id="39" idx="4"/>
          </p:cNvCxnSpPr>
          <p:nvPr/>
        </p:nvCxnSpPr>
        <p:spPr>
          <a:xfrm flipV="1">
            <a:off x="1374449" y="5020918"/>
            <a:ext cx="0" cy="3995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Zástupný objekt pre obsah 12">
            <a:extLst>
              <a:ext uri="{FF2B5EF4-FFF2-40B4-BE49-F238E27FC236}">
                <a16:creationId xmlns:a16="http://schemas.microsoft.com/office/drawing/2014/main" id="{FA281E8B-8293-4ED2-B019-4C6F7E46A552}"/>
              </a:ext>
            </a:extLst>
          </p:cNvPr>
          <p:cNvSpPr txBox="1">
            <a:spLocks/>
          </p:cNvSpPr>
          <p:nvPr/>
        </p:nvSpPr>
        <p:spPr>
          <a:xfrm>
            <a:off x="6141221" y="1834571"/>
            <a:ext cx="4938757" cy="59283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sk-SK"/>
              <a:t>3. A uvoľní R, B uvoľní S, C uvoľní T</a:t>
            </a:r>
          </a:p>
        </p:txBody>
      </p:sp>
      <p:sp>
        <p:nvSpPr>
          <p:cNvPr id="56" name="Ovál 55">
            <a:extLst>
              <a:ext uri="{FF2B5EF4-FFF2-40B4-BE49-F238E27FC236}">
                <a16:creationId xmlns:a16="http://schemas.microsoft.com/office/drawing/2014/main" id="{61B7681E-EDE5-4E1F-8F2C-7E6712C218EE}"/>
              </a:ext>
            </a:extLst>
          </p:cNvPr>
          <p:cNvSpPr/>
          <p:nvPr/>
        </p:nvSpPr>
        <p:spPr>
          <a:xfrm>
            <a:off x="7286715" y="2686227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A</a:t>
            </a:r>
          </a:p>
        </p:txBody>
      </p:sp>
      <p:sp>
        <p:nvSpPr>
          <p:cNvPr id="57" name="Ovál 56">
            <a:extLst>
              <a:ext uri="{FF2B5EF4-FFF2-40B4-BE49-F238E27FC236}">
                <a16:creationId xmlns:a16="http://schemas.microsoft.com/office/drawing/2014/main" id="{787DBAE2-9E7E-42DA-ADD5-812EB98ABD34}"/>
              </a:ext>
            </a:extLst>
          </p:cNvPr>
          <p:cNvSpPr/>
          <p:nvPr/>
        </p:nvSpPr>
        <p:spPr>
          <a:xfrm>
            <a:off x="7905929" y="2686226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B</a:t>
            </a:r>
          </a:p>
        </p:txBody>
      </p:sp>
      <p:sp>
        <p:nvSpPr>
          <p:cNvPr id="58" name="Ovál 57">
            <a:extLst>
              <a:ext uri="{FF2B5EF4-FFF2-40B4-BE49-F238E27FC236}">
                <a16:creationId xmlns:a16="http://schemas.microsoft.com/office/drawing/2014/main" id="{0A086B29-4E5F-43D8-AB1A-6B05FC31411D}"/>
              </a:ext>
            </a:extLst>
          </p:cNvPr>
          <p:cNvSpPr/>
          <p:nvPr/>
        </p:nvSpPr>
        <p:spPr>
          <a:xfrm>
            <a:off x="8529416" y="2691924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C</a:t>
            </a:r>
          </a:p>
        </p:txBody>
      </p:sp>
      <p:sp>
        <p:nvSpPr>
          <p:cNvPr id="59" name="Obdĺžnik 58">
            <a:extLst>
              <a:ext uri="{FF2B5EF4-FFF2-40B4-BE49-F238E27FC236}">
                <a16:creationId xmlns:a16="http://schemas.microsoft.com/office/drawing/2014/main" id="{77D0664F-C1EE-4A7F-8AD5-DC4E1C1C9CF6}"/>
              </a:ext>
            </a:extLst>
          </p:cNvPr>
          <p:cNvSpPr/>
          <p:nvPr/>
        </p:nvSpPr>
        <p:spPr>
          <a:xfrm>
            <a:off x="7286715" y="3453212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R</a:t>
            </a:r>
          </a:p>
        </p:txBody>
      </p:sp>
      <p:sp>
        <p:nvSpPr>
          <p:cNvPr id="60" name="Obdĺžnik 59">
            <a:extLst>
              <a:ext uri="{FF2B5EF4-FFF2-40B4-BE49-F238E27FC236}">
                <a16:creationId xmlns:a16="http://schemas.microsoft.com/office/drawing/2014/main" id="{A5F17DA4-6A91-4B21-A65F-6D54BD93479A}"/>
              </a:ext>
            </a:extLst>
          </p:cNvPr>
          <p:cNvSpPr/>
          <p:nvPr/>
        </p:nvSpPr>
        <p:spPr>
          <a:xfrm>
            <a:off x="7905929" y="3453212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S</a:t>
            </a:r>
          </a:p>
        </p:txBody>
      </p:sp>
      <p:sp>
        <p:nvSpPr>
          <p:cNvPr id="61" name="Obdĺžnik 60">
            <a:extLst>
              <a:ext uri="{FF2B5EF4-FFF2-40B4-BE49-F238E27FC236}">
                <a16:creationId xmlns:a16="http://schemas.microsoft.com/office/drawing/2014/main" id="{D86CC0D6-9427-4406-B632-47F460E9E174}"/>
              </a:ext>
            </a:extLst>
          </p:cNvPr>
          <p:cNvSpPr/>
          <p:nvPr/>
        </p:nvSpPr>
        <p:spPr>
          <a:xfrm>
            <a:off x="8529416" y="3453211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T</a:t>
            </a:r>
          </a:p>
        </p:txBody>
      </p:sp>
      <p:cxnSp>
        <p:nvCxnSpPr>
          <p:cNvPr id="65" name="Rovná spojovacia šípka 64">
            <a:extLst>
              <a:ext uri="{FF2B5EF4-FFF2-40B4-BE49-F238E27FC236}">
                <a16:creationId xmlns:a16="http://schemas.microsoft.com/office/drawing/2014/main" id="{7956EB1A-821D-444B-A493-49E4FEBC326B}"/>
              </a:ext>
            </a:extLst>
          </p:cNvPr>
          <p:cNvCxnSpPr>
            <a:stCxn id="60" idx="0"/>
            <a:endCxn id="56" idx="5"/>
          </p:cNvCxnSpPr>
          <p:nvPr/>
        </p:nvCxnSpPr>
        <p:spPr>
          <a:xfrm flipH="1" flipV="1">
            <a:off x="7563898" y="2999881"/>
            <a:ext cx="504401" cy="453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Rovná spojovacia šípka 65">
            <a:extLst>
              <a:ext uri="{FF2B5EF4-FFF2-40B4-BE49-F238E27FC236}">
                <a16:creationId xmlns:a16="http://schemas.microsoft.com/office/drawing/2014/main" id="{8D6DDF11-A536-4CD9-9BAA-138BA336FEC4}"/>
              </a:ext>
            </a:extLst>
          </p:cNvPr>
          <p:cNvCxnSpPr>
            <a:stCxn id="61" idx="0"/>
            <a:endCxn id="57" idx="5"/>
          </p:cNvCxnSpPr>
          <p:nvPr/>
        </p:nvCxnSpPr>
        <p:spPr>
          <a:xfrm flipH="1" flipV="1">
            <a:off x="8183112" y="2999880"/>
            <a:ext cx="508674" cy="453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Rovná spojovacia šípka 66">
            <a:extLst>
              <a:ext uri="{FF2B5EF4-FFF2-40B4-BE49-F238E27FC236}">
                <a16:creationId xmlns:a16="http://schemas.microsoft.com/office/drawing/2014/main" id="{F6DA5360-681A-401F-8D88-27BD537ECD7C}"/>
              </a:ext>
            </a:extLst>
          </p:cNvPr>
          <p:cNvCxnSpPr>
            <a:stCxn id="59" idx="0"/>
            <a:endCxn id="58" idx="3"/>
          </p:cNvCxnSpPr>
          <p:nvPr/>
        </p:nvCxnSpPr>
        <p:spPr>
          <a:xfrm flipV="1">
            <a:off x="7449085" y="3005578"/>
            <a:ext cx="1127888" cy="4476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Zástupný objekt pre obsah 12">
            <a:extLst>
              <a:ext uri="{FF2B5EF4-FFF2-40B4-BE49-F238E27FC236}">
                <a16:creationId xmlns:a16="http://schemas.microsoft.com/office/drawing/2014/main" id="{902ACDEC-5BB2-45F8-B141-03AA84AB8D78}"/>
              </a:ext>
            </a:extLst>
          </p:cNvPr>
          <p:cNvSpPr txBox="1">
            <a:spLocks/>
          </p:cNvSpPr>
          <p:nvPr/>
        </p:nvSpPr>
        <p:spPr>
          <a:xfrm>
            <a:off x="6141221" y="3924848"/>
            <a:ext cx="4938757" cy="59283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k-SK"/>
              <a:t>4. A uvoľní S, B uvoľní T, C uvoľní R</a:t>
            </a:r>
          </a:p>
        </p:txBody>
      </p:sp>
      <p:sp>
        <p:nvSpPr>
          <p:cNvPr id="69" name="Ovál 68">
            <a:extLst>
              <a:ext uri="{FF2B5EF4-FFF2-40B4-BE49-F238E27FC236}">
                <a16:creationId xmlns:a16="http://schemas.microsoft.com/office/drawing/2014/main" id="{1E64F9F3-3544-4086-9587-390496EC0591}"/>
              </a:ext>
            </a:extLst>
          </p:cNvPr>
          <p:cNvSpPr/>
          <p:nvPr/>
        </p:nvSpPr>
        <p:spPr>
          <a:xfrm>
            <a:off x="7286715" y="4599633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A</a:t>
            </a:r>
          </a:p>
        </p:txBody>
      </p:sp>
      <p:sp>
        <p:nvSpPr>
          <p:cNvPr id="70" name="Ovál 69">
            <a:extLst>
              <a:ext uri="{FF2B5EF4-FFF2-40B4-BE49-F238E27FC236}">
                <a16:creationId xmlns:a16="http://schemas.microsoft.com/office/drawing/2014/main" id="{5842DE5C-7E6A-4A97-937D-81FB18FCEB20}"/>
              </a:ext>
            </a:extLst>
          </p:cNvPr>
          <p:cNvSpPr/>
          <p:nvPr/>
        </p:nvSpPr>
        <p:spPr>
          <a:xfrm>
            <a:off x="7905929" y="4599632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B</a:t>
            </a:r>
          </a:p>
        </p:txBody>
      </p:sp>
      <p:sp>
        <p:nvSpPr>
          <p:cNvPr id="71" name="Ovál 70">
            <a:extLst>
              <a:ext uri="{FF2B5EF4-FFF2-40B4-BE49-F238E27FC236}">
                <a16:creationId xmlns:a16="http://schemas.microsoft.com/office/drawing/2014/main" id="{3946AE15-1DA9-4743-8F03-8E9BDD764AF9}"/>
              </a:ext>
            </a:extLst>
          </p:cNvPr>
          <p:cNvSpPr/>
          <p:nvPr/>
        </p:nvSpPr>
        <p:spPr>
          <a:xfrm>
            <a:off x="8529416" y="4605330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C</a:t>
            </a:r>
          </a:p>
        </p:txBody>
      </p:sp>
      <p:sp>
        <p:nvSpPr>
          <p:cNvPr id="72" name="Obdĺžnik 71">
            <a:extLst>
              <a:ext uri="{FF2B5EF4-FFF2-40B4-BE49-F238E27FC236}">
                <a16:creationId xmlns:a16="http://schemas.microsoft.com/office/drawing/2014/main" id="{E19B5731-8841-4F11-B5BF-7AC024ECFF57}"/>
              </a:ext>
            </a:extLst>
          </p:cNvPr>
          <p:cNvSpPr/>
          <p:nvPr/>
        </p:nvSpPr>
        <p:spPr>
          <a:xfrm>
            <a:off x="7286715" y="5366618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R</a:t>
            </a:r>
          </a:p>
        </p:txBody>
      </p:sp>
      <p:sp>
        <p:nvSpPr>
          <p:cNvPr id="73" name="Obdĺžnik 72">
            <a:extLst>
              <a:ext uri="{FF2B5EF4-FFF2-40B4-BE49-F238E27FC236}">
                <a16:creationId xmlns:a16="http://schemas.microsoft.com/office/drawing/2014/main" id="{BFB9871E-EC82-42EF-80D1-B279F86844A0}"/>
              </a:ext>
            </a:extLst>
          </p:cNvPr>
          <p:cNvSpPr/>
          <p:nvPr/>
        </p:nvSpPr>
        <p:spPr>
          <a:xfrm>
            <a:off x="7905929" y="5366618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S</a:t>
            </a:r>
          </a:p>
        </p:txBody>
      </p:sp>
      <p:sp>
        <p:nvSpPr>
          <p:cNvPr id="74" name="Obdĺžnik 73">
            <a:extLst>
              <a:ext uri="{FF2B5EF4-FFF2-40B4-BE49-F238E27FC236}">
                <a16:creationId xmlns:a16="http://schemas.microsoft.com/office/drawing/2014/main" id="{1D932F68-D364-494C-9C9F-DF65A83D22A2}"/>
              </a:ext>
            </a:extLst>
          </p:cNvPr>
          <p:cNvSpPr/>
          <p:nvPr/>
        </p:nvSpPr>
        <p:spPr>
          <a:xfrm>
            <a:off x="8529416" y="5366617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T</a:t>
            </a:r>
          </a:p>
        </p:txBody>
      </p:sp>
      <p:cxnSp>
        <p:nvCxnSpPr>
          <p:cNvPr id="82" name="Rovná spojovacia šípka 81">
            <a:extLst>
              <a:ext uri="{FF2B5EF4-FFF2-40B4-BE49-F238E27FC236}">
                <a16:creationId xmlns:a16="http://schemas.microsoft.com/office/drawing/2014/main" id="{F68083EF-9882-4623-8A86-BB80476FDC33}"/>
              </a:ext>
            </a:extLst>
          </p:cNvPr>
          <p:cNvCxnSpPr>
            <a:stCxn id="39" idx="5"/>
            <a:endCxn id="43" idx="0"/>
          </p:cNvCxnSpPr>
          <p:nvPr/>
        </p:nvCxnSpPr>
        <p:spPr>
          <a:xfrm>
            <a:off x="1489262" y="4967103"/>
            <a:ext cx="504401" cy="453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Rovná spojovacia šípka 83">
            <a:extLst>
              <a:ext uri="{FF2B5EF4-FFF2-40B4-BE49-F238E27FC236}">
                <a16:creationId xmlns:a16="http://schemas.microsoft.com/office/drawing/2014/main" id="{364CEDED-E273-49F8-BE77-0D880612F5A4}"/>
              </a:ext>
            </a:extLst>
          </p:cNvPr>
          <p:cNvCxnSpPr>
            <a:stCxn id="40" idx="4"/>
            <a:endCxn id="44" idx="0"/>
          </p:cNvCxnSpPr>
          <p:nvPr/>
        </p:nvCxnSpPr>
        <p:spPr>
          <a:xfrm>
            <a:off x="1993663" y="5020917"/>
            <a:ext cx="623487" cy="3995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Rovná spojovacia šípka 85">
            <a:extLst>
              <a:ext uri="{FF2B5EF4-FFF2-40B4-BE49-F238E27FC236}">
                <a16:creationId xmlns:a16="http://schemas.microsoft.com/office/drawing/2014/main" id="{9E1BEB0A-1E35-4E0E-BF20-3D17B2FEAFB3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1374449" y="5026615"/>
            <a:ext cx="1242701" cy="3938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802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C70C6B-7868-43F8-A1F4-32F139227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Bezpečný stav</a:t>
            </a:r>
          </a:p>
        </p:txBody>
      </p:sp>
      <p:sp>
        <p:nvSpPr>
          <p:cNvPr id="13" name="Zástupný objekt pre obsah 12">
            <a:extLst>
              <a:ext uri="{FF2B5EF4-FFF2-40B4-BE49-F238E27FC236}">
                <a16:creationId xmlns:a16="http://schemas.microsoft.com/office/drawing/2014/main" id="{EFCCAD3E-78DB-4ADC-85F3-DBC6BEDF0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9967" y="1993264"/>
            <a:ext cx="4938757" cy="5928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/>
              <a:t>1. A vlastní </a:t>
            </a:r>
            <a:r>
              <a:rPr lang="sk-SK" err="1"/>
              <a:t>RaS</a:t>
            </a:r>
            <a:r>
              <a:rPr lang="sk-SK"/>
              <a:t>, C vlastní T</a:t>
            </a: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0F598627-DEB0-4506-9AB6-55D5811F1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8</a:t>
            </a:fld>
            <a:endParaRPr lang="sk-SK"/>
          </a:p>
        </p:txBody>
      </p:sp>
      <p:sp>
        <p:nvSpPr>
          <p:cNvPr id="15" name="Ovál 14">
            <a:extLst>
              <a:ext uri="{FF2B5EF4-FFF2-40B4-BE49-F238E27FC236}">
                <a16:creationId xmlns:a16="http://schemas.microsoft.com/office/drawing/2014/main" id="{4F7DF075-3CC7-4038-A41B-0793AF72337B}"/>
              </a:ext>
            </a:extLst>
          </p:cNvPr>
          <p:cNvSpPr/>
          <p:nvPr/>
        </p:nvSpPr>
        <p:spPr>
          <a:xfrm>
            <a:off x="1298961" y="2691925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A</a:t>
            </a:r>
          </a:p>
        </p:txBody>
      </p:sp>
      <p:sp>
        <p:nvSpPr>
          <p:cNvPr id="18" name="Ovál 17">
            <a:extLst>
              <a:ext uri="{FF2B5EF4-FFF2-40B4-BE49-F238E27FC236}">
                <a16:creationId xmlns:a16="http://schemas.microsoft.com/office/drawing/2014/main" id="{36E1DD84-B6B3-4313-B298-84E42AAA17B9}"/>
              </a:ext>
            </a:extLst>
          </p:cNvPr>
          <p:cNvSpPr/>
          <p:nvPr/>
        </p:nvSpPr>
        <p:spPr>
          <a:xfrm>
            <a:off x="1918175" y="2691924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B</a:t>
            </a:r>
          </a:p>
        </p:txBody>
      </p:sp>
      <p:sp>
        <p:nvSpPr>
          <p:cNvPr id="19" name="Ovál 18">
            <a:extLst>
              <a:ext uri="{FF2B5EF4-FFF2-40B4-BE49-F238E27FC236}">
                <a16:creationId xmlns:a16="http://schemas.microsoft.com/office/drawing/2014/main" id="{03DEB70F-DDFA-4646-9F34-2C24DE8405A7}"/>
              </a:ext>
            </a:extLst>
          </p:cNvPr>
          <p:cNvSpPr/>
          <p:nvPr/>
        </p:nvSpPr>
        <p:spPr>
          <a:xfrm>
            <a:off x="2541662" y="2697622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C</a:t>
            </a:r>
          </a:p>
        </p:txBody>
      </p:sp>
      <p:sp>
        <p:nvSpPr>
          <p:cNvPr id="20" name="Obdĺžnik 19">
            <a:extLst>
              <a:ext uri="{FF2B5EF4-FFF2-40B4-BE49-F238E27FC236}">
                <a16:creationId xmlns:a16="http://schemas.microsoft.com/office/drawing/2014/main" id="{D812BE45-647B-4C45-8CB7-3AA9DFE56720}"/>
              </a:ext>
            </a:extLst>
          </p:cNvPr>
          <p:cNvSpPr/>
          <p:nvPr/>
        </p:nvSpPr>
        <p:spPr>
          <a:xfrm>
            <a:off x="1298961" y="3458910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R</a:t>
            </a:r>
          </a:p>
        </p:txBody>
      </p:sp>
      <p:sp>
        <p:nvSpPr>
          <p:cNvPr id="21" name="Obdĺžnik 20">
            <a:extLst>
              <a:ext uri="{FF2B5EF4-FFF2-40B4-BE49-F238E27FC236}">
                <a16:creationId xmlns:a16="http://schemas.microsoft.com/office/drawing/2014/main" id="{9FB57E0B-DB7B-4213-88DF-1C11EF441522}"/>
              </a:ext>
            </a:extLst>
          </p:cNvPr>
          <p:cNvSpPr/>
          <p:nvPr/>
        </p:nvSpPr>
        <p:spPr>
          <a:xfrm>
            <a:off x="1918175" y="3458910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S</a:t>
            </a:r>
          </a:p>
        </p:txBody>
      </p:sp>
      <p:sp>
        <p:nvSpPr>
          <p:cNvPr id="22" name="Obdĺžnik 21">
            <a:extLst>
              <a:ext uri="{FF2B5EF4-FFF2-40B4-BE49-F238E27FC236}">
                <a16:creationId xmlns:a16="http://schemas.microsoft.com/office/drawing/2014/main" id="{003081F3-4A63-468C-B0BD-4D926E2FFCEB}"/>
              </a:ext>
            </a:extLst>
          </p:cNvPr>
          <p:cNvSpPr/>
          <p:nvPr/>
        </p:nvSpPr>
        <p:spPr>
          <a:xfrm>
            <a:off x="2541662" y="3458909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T</a:t>
            </a:r>
          </a:p>
        </p:txBody>
      </p:sp>
      <p:cxnSp>
        <p:nvCxnSpPr>
          <p:cNvPr id="24" name="Rovná spojovacia šípka 23">
            <a:extLst>
              <a:ext uri="{FF2B5EF4-FFF2-40B4-BE49-F238E27FC236}">
                <a16:creationId xmlns:a16="http://schemas.microsoft.com/office/drawing/2014/main" id="{60076249-34E4-4A66-849D-D530DB8BAF14}"/>
              </a:ext>
            </a:extLst>
          </p:cNvPr>
          <p:cNvCxnSpPr>
            <a:stCxn id="20" idx="0"/>
            <a:endCxn id="15" idx="4"/>
          </p:cNvCxnSpPr>
          <p:nvPr/>
        </p:nvCxnSpPr>
        <p:spPr>
          <a:xfrm flipV="1">
            <a:off x="1461331" y="3059394"/>
            <a:ext cx="0" cy="3995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ovná spojovacia šípka 27">
            <a:extLst>
              <a:ext uri="{FF2B5EF4-FFF2-40B4-BE49-F238E27FC236}">
                <a16:creationId xmlns:a16="http://schemas.microsoft.com/office/drawing/2014/main" id="{021878C1-2C59-4AE0-AC11-A6AA8935667C}"/>
              </a:ext>
            </a:extLst>
          </p:cNvPr>
          <p:cNvCxnSpPr>
            <a:stCxn id="22" idx="0"/>
            <a:endCxn id="19" idx="4"/>
          </p:cNvCxnSpPr>
          <p:nvPr/>
        </p:nvCxnSpPr>
        <p:spPr>
          <a:xfrm flipV="1">
            <a:off x="2704032" y="3065091"/>
            <a:ext cx="0" cy="3938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Rovná spojovacia šípka 3">
            <a:extLst>
              <a:ext uri="{FF2B5EF4-FFF2-40B4-BE49-F238E27FC236}">
                <a16:creationId xmlns:a16="http://schemas.microsoft.com/office/drawing/2014/main" id="{5CD74E47-8E70-4CEA-B19B-B879CA0F437E}"/>
              </a:ext>
            </a:extLst>
          </p:cNvPr>
          <p:cNvCxnSpPr>
            <a:stCxn id="21" idx="0"/>
            <a:endCxn id="15" idx="5"/>
          </p:cNvCxnSpPr>
          <p:nvPr/>
        </p:nvCxnSpPr>
        <p:spPr>
          <a:xfrm flipH="1" flipV="1">
            <a:off x="1576144" y="3005579"/>
            <a:ext cx="504401" cy="453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ál 46">
            <a:extLst>
              <a:ext uri="{FF2B5EF4-FFF2-40B4-BE49-F238E27FC236}">
                <a16:creationId xmlns:a16="http://schemas.microsoft.com/office/drawing/2014/main" id="{DD19C0CF-3F18-484C-90DE-3579FC5F2943}"/>
              </a:ext>
            </a:extLst>
          </p:cNvPr>
          <p:cNvSpPr/>
          <p:nvPr/>
        </p:nvSpPr>
        <p:spPr>
          <a:xfrm>
            <a:off x="7584329" y="2640295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A</a:t>
            </a:r>
          </a:p>
        </p:txBody>
      </p:sp>
      <p:sp>
        <p:nvSpPr>
          <p:cNvPr id="49" name="Ovál 48">
            <a:extLst>
              <a:ext uri="{FF2B5EF4-FFF2-40B4-BE49-F238E27FC236}">
                <a16:creationId xmlns:a16="http://schemas.microsoft.com/office/drawing/2014/main" id="{D0CFF9AD-CF63-42E4-BF10-F482683F68DD}"/>
              </a:ext>
            </a:extLst>
          </p:cNvPr>
          <p:cNvSpPr/>
          <p:nvPr/>
        </p:nvSpPr>
        <p:spPr>
          <a:xfrm>
            <a:off x="8203543" y="2640294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B</a:t>
            </a:r>
          </a:p>
        </p:txBody>
      </p:sp>
      <p:sp>
        <p:nvSpPr>
          <p:cNvPr id="50" name="Ovál 49">
            <a:extLst>
              <a:ext uri="{FF2B5EF4-FFF2-40B4-BE49-F238E27FC236}">
                <a16:creationId xmlns:a16="http://schemas.microsoft.com/office/drawing/2014/main" id="{46E3F3DD-4CAE-4D2A-85FC-5CE2036297CF}"/>
              </a:ext>
            </a:extLst>
          </p:cNvPr>
          <p:cNvSpPr/>
          <p:nvPr/>
        </p:nvSpPr>
        <p:spPr>
          <a:xfrm>
            <a:off x="8827030" y="2645992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C</a:t>
            </a:r>
          </a:p>
        </p:txBody>
      </p:sp>
      <p:sp>
        <p:nvSpPr>
          <p:cNvPr id="51" name="Obdĺžnik 50">
            <a:extLst>
              <a:ext uri="{FF2B5EF4-FFF2-40B4-BE49-F238E27FC236}">
                <a16:creationId xmlns:a16="http://schemas.microsoft.com/office/drawing/2014/main" id="{D8F38368-8A96-4669-8DC2-58FAACB0CCE6}"/>
              </a:ext>
            </a:extLst>
          </p:cNvPr>
          <p:cNvSpPr/>
          <p:nvPr/>
        </p:nvSpPr>
        <p:spPr>
          <a:xfrm>
            <a:off x="7584329" y="3407280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R</a:t>
            </a:r>
          </a:p>
        </p:txBody>
      </p:sp>
      <p:sp>
        <p:nvSpPr>
          <p:cNvPr id="52" name="Obdĺžnik 51">
            <a:extLst>
              <a:ext uri="{FF2B5EF4-FFF2-40B4-BE49-F238E27FC236}">
                <a16:creationId xmlns:a16="http://schemas.microsoft.com/office/drawing/2014/main" id="{B10B08F2-9C91-444E-9C76-73E0106FB67F}"/>
              </a:ext>
            </a:extLst>
          </p:cNvPr>
          <p:cNvSpPr/>
          <p:nvPr/>
        </p:nvSpPr>
        <p:spPr>
          <a:xfrm>
            <a:off x="8203543" y="3407280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S</a:t>
            </a:r>
          </a:p>
        </p:txBody>
      </p:sp>
      <p:sp>
        <p:nvSpPr>
          <p:cNvPr id="53" name="Obdĺžnik 52">
            <a:extLst>
              <a:ext uri="{FF2B5EF4-FFF2-40B4-BE49-F238E27FC236}">
                <a16:creationId xmlns:a16="http://schemas.microsoft.com/office/drawing/2014/main" id="{93165E2F-8EAD-472D-9F82-3B26EFC9961D}"/>
              </a:ext>
            </a:extLst>
          </p:cNvPr>
          <p:cNvSpPr/>
          <p:nvPr/>
        </p:nvSpPr>
        <p:spPr>
          <a:xfrm>
            <a:off x="8827030" y="3407279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T</a:t>
            </a:r>
          </a:p>
        </p:txBody>
      </p:sp>
      <p:cxnSp>
        <p:nvCxnSpPr>
          <p:cNvPr id="62" name="Rovná spojovacia šípka 61">
            <a:extLst>
              <a:ext uri="{FF2B5EF4-FFF2-40B4-BE49-F238E27FC236}">
                <a16:creationId xmlns:a16="http://schemas.microsoft.com/office/drawing/2014/main" id="{B4E62736-FB06-49BF-A8DF-5C4C0D6CF8F6}"/>
              </a:ext>
            </a:extLst>
          </p:cNvPr>
          <p:cNvCxnSpPr>
            <a:cxnSpLocks/>
          </p:cNvCxnSpPr>
          <p:nvPr/>
        </p:nvCxnSpPr>
        <p:spPr>
          <a:xfrm flipV="1">
            <a:off x="8989400" y="3013461"/>
            <a:ext cx="0" cy="3938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Zástupný objekt pre obsah 12">
            <a:extLst>
              <a:ext uri="{FF2B5EF4-FFF2-40B4-BE49-F238E27FC236}">
                <a16:creationId xmlns:a16="http://schemas.microsoft.com/office/drawing/2014/main" id="{9BCB575C-FB90-41D6-88BF-CCA97536C9F8}"/>
              </a:ext>
            </a:extLst>
          </p:cNvPr>
          <p:cNvSpPr txBox="1">
            <a:spLocks/>
          </p:cNvSpPr>
          <p:nvPr/>
        </p:nvSpPr>
        <p:spPr>
          <a:xfrm>
            <a:off x="6347651" y="2004135"/>
            <a:ext cx="4938757" cy="5928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k-SK"/>
              <a:t>3. A uvoľní </a:t>
            </a:r>
            <a:r>
              <a:rPr lang="sk-SK" err="1"/>
              <a:t>RaS</a:t>
            </a:r>
          </a:p>
        </p:txBody>
      </p:sp>
      <p:sp>
        <p:nvSpPr>
          <p:cNvPr id="75" name="Zástupný objekt pre obsah 12">
            <a:extLst>
              <a:ext uri="{FF2B5EF4-FFF2-40B4-BE49-F238E27FC236}">
                <a16:creationId xmlns:a16="http://schemas.microsoft.com/office/drawing/2014/main" id="{4667F16E-909F-43E1-9F2D-ADDB0DFB48D5}"/>
              </a:ext>
            </a:extLst>
          </p:cNvPr>
          <p:cNvSpPr txBox="1">
            <a:spLocks/>
          </p:cNvSpPr>
          <p:nvPr/>
        </p:nvSpPr>
        <p:spPr>
          <a:xfrm>
            <a:off x="662339" y="4029144"/>
            <a:ext cx="4938757" cy="592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k-SK"/>
              <a:t>2. C žiada R</a:t>
            </a:r>
          </a:p>
        </p:txBody>
      </p:sp>
      <p:sp>
        <p:nvSpPr>
          <p:cNvPr id="76" name="Ovál 75">
            <a:extLst>
              <a:ext uri="{FF2B5EF4-FFF2-40B4-BE49-F238E27FC236}">
                <a16:creationId xmlns:a16="http://schemas.microsoft.com/office/drawing/2014/main" id="{DC2EF65D-E9B9-4C51-92FA-40C74BF08CD8}"/>
              </a:ext>
            </a:extLst>
          </p:cNvPr>
          <p:cNvSpPr/>
          <p:nvPr/>
        </p:nvSpPr>
        <p:spPr>
          <a:xfrm>
            <a:off x="1136591" y="4600999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A</a:t>
            </a:r>
          </a:p>
        </p:txBody>
      </p:sp>
      <p:sp>
        <p:nvSpPr>
          <p:cNvPr id="77" name="Ovál 76">
            <a:extLst>
              <a:ext uri="{FF2B5EF4-FFF2-40B4-BE49-F238E27FC236}">
                <a16:creationId xmlns:a16="http://schemas.microsoft.com/office/drawing/2014/main" id="{711DF7EB-CD8B-4836-9B13-E01D8B68019D}"/>
              </a:ext>
            </a:extLst>
          </p:cNvPr>
          <p:cNvSpPr/>
          <p:nvPr/>
        </p:nvSpPr>
        <p:spPr>
          <a:xfrm>
            <a:off x="1755805" y="4600998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B</a:t>
            </a:r>
          </a:p>
        </p:txBody>
      </p:sp>
      <p:sp>
        <p:nvSpPr>
          <p:cNvPr id="78" name="Ovál 77">
            <a:extLst>
              <a:ext uri="{FF2B5EF4-FFF2-40B4-BE49-F238E27FC236}">
                <a16:creationId xmlns:a16="http://schemas.microsoft.com/office/drawing/2014/main" id="{973CCEC3-CE08-4DB6-9C4B-02746D0147CC}"/>
              </a:ext>
            </a:extLst>
          </p:cNvPr>
          <p:cNvSpPr/>
          <p:nvPr/>
        </p:nvSpPr>
        <p:spPr>
          <a:xfrm>
            <a:off x="2379292" y="4606696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C</a:t>
            </a:r>
          </a:p>
        </p:txBody>
      </p:sp>
      <p:sp>
        <p:nvSpPr>
          <p:cNvPr id="79" name="Obdĺžnik 78">
            <a:extLst>
              <a:ext uri="{FF2B5EF4-FFF2-40B4-BE49-F238E27FC236}">
                <a16:creationId xmlns:a16="http://schemas.microsoft.com/office/drawing/2014/main" id="{6881674E-48B2-4B76-8621-4D5331E6AF65}"/>
              </a:ext>
            </a:extLst>
          </p:cNvPr>
          <p:cNvSpPr/>
          <p:nvPr/>
        </p:nvSpPr>
        <p:spPr>
          <a:xfrm>
            <a:off x="1136591" y="5367984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R</a:t>
            </a:r>
          </a:p>
        </p:txBody>
      </p:sp>
      <p:sp>
        <p:nvSpPr>
          <p:cNvPr id="80" name="Obdĺžnik 79">
            <a:extLst>
              <a:ext uri="{FF2B5EF4-FFF2-40B4-BE49-F238E27FC236}">
                <a16:creationId xmlns:a16="http://schemas.microsoft.com/office/drawing/2014/main" id="{BE305C7D-33CA-4BBE-9AD4-577729EA55B8}"/>
              </a:ext>
            </a:extLst>
          </p:cNvPr>
          <p:cNvSpPr/>
          <p:nvPr/>
        </p:nvSpPr>
        <p:spPr>
          <a:xfrm>
            <a:off x="1755805" y="5367984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S</a:t>
            </a:r>
          </a:p>
        </p:txBody>
      </p:sp>
      <p:sp>
        <p:nvSpPr>
          <p:cNvPr id="81" name="Obdĺžnik 80">
            <a:extLst>
              <a:ext uri="{FF2B5EF4-FFF2-40B4-BE49-F238E27FC236}">
                <a16:creationId xmlns:a16="http://schemas.microsoft.com/office/drawing/2014/main" id="{C6CF4533-4637-48E4-BD0F-DE8402DB5A52}"/>
              </a:ext>
            </a:extLst>
          </p:cNvPr>
          <p:cNvSpPr/>
          <p:nvPr/>
        </p:nvSpPr>
        <p:spPr>
          <a:xfrm>
            <a:off x="2379292" y="5367983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T</a:t>
            </a:r>
          </a:p>
        </p:txBody>
      </p:sp>
      <p:cxnSp>
        <p:nvCxnSpPr>
          <p:cNvPr id="83" name="Rovná spojovacia šípka 82">
            <a:extLst>
              <a:ext uri="{FF2B5EF4-FFF2-40B4-BE49-F238E27FC236}">
                <a16:creationId xmlns:a16="http://schemas.microsoft.com/office/drawing/2014/main" id="{9FBD7DAA-5804-4CD6-969B-5463FEF32AB4}"/>
              </a:ext>
            </a:extLst>
          </p:cNvPr>
          <p:cNvCxnSpPr>
            <a:stCxn id="79" idx="0"/>
            <a:endCxn id="76" idx="4"/>
          </p:cNvCxnSpPr>
          <p:nvPr/>
        </p:nvCxnSpPr>
        <p:spPr>
          <a:xfrm flipV="1">
            <a:off x="1298961" y="4968468"/>
            <a:ext cx="0" cy="3995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Rovná spojovacia šípka 84">
            <a:extLst>
              <a:ext uri="{FF2B5EF4-FFF2-40B4-BE49-F238E27FC236}">
                <a16:creationId xmlns:a16="http://schemas.microsoft.com/office/drawing/2014/main" id="{0E4BC1EE-8CAF-4892-A5C5-985A7C5DB1F2}"/>
              </a:ext>
            </a:extLst>
          </p:cNvPr>
          <p:cNvCxnSpPr>
            <a:stCxn id="81" idx="0"/>
            <a:endCxn id="78" idx="4"/>
          </p:cNvCxnSpPr>
          <p:nvPr/>
        </p:nvCxnSpPr>
        <p:spPr>
          <a:xfrm flipV="1">
            <a:off x="2541662" y="4974165"/>
            <a:ext cx="0" cy="3938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Rovná spojovacia šípka 86">
            <a:extLst>
              <a:ext uri="{FF2B5EF4-FFF2-40B4-BE49-F238E27FC236}">
                <a16:creationId xmlns:a16="http://schemas.microsoft.com/office/drawing/2014/main" id="{72BDF1B3-56DA-4C65-B407-05D8E994DA5D}"/>
              </a:ext>
            </a:extLst>
          </p:cNvPr>
          <p:cNvCxnSpPr>
            <a:stCxn id="80" idx="0"/>
            <a:endCxn id="76" idx="5"/>
          </p:cNvCxnSpPr>
          <p:nvPr/>
        </p:nvCxnSpPr>
        <p:spPr>
          <a:xfrm flipH="1" flipV="1">
            <a:off x="1413774" y="4914653"/>
            <a:ext cx="504401" cy="453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ovná spojovacia šípka 7">
            <a:extLst>
              <a:ext uri="{FF2B5EF4-FFF2-40B4-BE49-F238E27FC236}">
                <a16:creationId xmlns:a16="http://schemas.microsoft.com/office/drawing/2014/main" id="{1F25877F-2E8D-42B9-8AF9-40C2781F1EC0}"/>
              </a:ext>
            </a:extLst>
          </p:cNvPr>
          <p:cNvCxnSpPr>
            <a:stCxn id="78" idx="4"/>
            <a:endCxn id="79" idx="0"/>
          </p:cNvCxnSpPr>
          <p:nvPr/>
        </p:nvCxnSpPr>
        <p:spPr>
          <a:xfrm flipH="1">
            <a:off x="1298961" y="4974165"/>
            <a:ext cx="1242701" cy="3938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ovná spojovacia šípka 9">
            <a:extLst>
              <a:ext uri="{FF2B5EF4-FFF2-40B4-BE49-F238E27FC236}">
                <a16:creationId xmlns:a16="http://schemas.microsoft.com/office/drawing/2014/main" id="{6296ACE3-24DD-4270-B8B8-9BE1D9672057}"/>
              </a:ext>
            </a:extLst>
          </p:cNvPr>
          <p:cNvCxnSpPr>
            <a:cxnSpLocks/>
          </p:cNvCxnSpPr>
          <p:nvPr/>
        </p:nvCxnSpPr>
        <p:spPr>
          <a:xfrm flipV="1">
            <a:off x="7746699" y="2959646"/>
            <a:ext cx="1127888" cy="4476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BlokTextu 10">
            <a:extLst>
              <a:ext uri="{FF2B5EF4-FFF2-40B4-BE49-F238E27FC236}">
                <a16:creationId xmlns:a16="http://schemas.microsoft.com/office/drawing/2014/main" id="{3B90D1CF-EA51-4F2F-9A41-9F90E7350369}"/>
              </a:ext>
            </a:extLst>
          </p:cNvPr>
          <p:cNvSpPr txBox="1"/>
          <p:nvPr/>
        </p:nvSpPr>
        <p:spPr>
          <a:xfrm>
            <a:off x="499967" y="1458710"/>
            <a:ext cx="7000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Operačný systém spúšťa procesy v takom poradí, že nedôjde k uviaznutiu</a:t>
            </a:r>
          </a:p>
        </p:txBody>
      </p:sp>
      <p:sp>
        <p:nvSpPr>
          <p:cNvPr id="106" name="Zástupný objekt pre obsah 12">
            <a:extLst>
              <a:ext uri="{FF2B5EF4-FFF2-40B4-BE49-F238E27FC236}">
                <a16:creationId xmlns:a16="http://schemas.microsoft.com/office/drawing/2014/main" id="{2C34BCE4-5E2C-428D-80FC-ACD33FDBE9D5}"/>
              </a:ext>
            </a:extLst>
          </p:cNvPr>
          <p:cNvSpPr txBox="1">
            <a:spLocks/>
          </p:cNvSpPr>
          <p:nvPr/>
        </p:nvSpPr>
        <p:spPr>
          <a:xfrm>
            <a:off x="6312208" y="4030000"/>
            <a:ext cx="4938757" cy="5928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k-SK"/>
              <a:t>4. C uvoľní R,T</a:t>
            </a:r>
          </a:p>
        </p:txBody>
      </p:sp>
      <p:sp>
        <p:nvSpPr>
          <p:cNvPr id="23" name="Ovál 22">
            <a:extLst>
              <a:ext uri="{FF2B5EF4-FFF2-40B4-BE49-F238E27FC236}">
                <a16:creationId xmlns:a16="http://schemas.microsoft.com/office/drawing/2014/main" id="{1D08169C-1FB3-26F8-4712-03F94D919CFC}"/>
              </a:ext>
            </a:extLst>
          </p:cNvPr>
          <p:cNvSpPr/>
          <p:nvPr/>
        </p:nvSpPr>
        <p:spPr>
          <a:xfrm>
            <a:off x="7602049" y="4616178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A</a:t>
            </a:r>
          </a:p>
        </p:txBody>
      </p:sp>
      <p:sp>
        <p:nvSpPr>
          <p:cNvPr id="25" name="Ovál 24">
            <a:extLst>
              <a:ext uri="{FF2B5EF4-FFF2-40B4-BE49-F238E27FC236}">
                <a16:creationId xmlns:a16="http://schemas.microsoft.com/office/drawing/2014/main" id="{02FAFFE2-4F51-52D0-05EA-8EA9A6732428}"/>
              </a:ext>
            </a:extLst>
          </p:cNvPr>
          <p:cNvSpPr/>
          <p:nvPr/>
        </p:nvSpPr>
        <p:spPr>
          <a:xfrm>
            <a:off x="8221263" y="4616177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B</a:t>
            </a:r>
          </a:p>
        </p:txBody>
      </p:sp>
      <p:sp>
        <p:nvSpPr>
          <p:cNvPr id="26" name="Ovál 25">
            <a:extLst>
              <a:ext uri="{FF2B5EF4-FFF2-40B4-BE49-F238E27FC236}">
                <a16:creationId xmlns:a16="http://schemas.microsoft.com/office/drawing/2014/main" id="{672FE894-D0AF-4CB3-5221-9FBD8CA0E3CE}"/>
              </a:ext>
            </a:extLst>
          </p:cNvPr>
          <p:cNvSpPr/>
          <p:nvPr/>
        </p:nvSpPr>
        <p:spPr>
          <a:xfrm>
            <a:off x="8844750" y="4621875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C</a:t>
            </a:r>
          </a:p>
        </p:txBody>
      </p:sp>
      <p:sp>
        <p:nvSpPr>
          <p:cNvPr id="27" name="Obdĺžnik 26">
            <a:extLst>
              <a:ext uri="{FF2B5EF4-FFF2-40B4-BE49-F238E27FC236}">
                <a16:creationId xmlns:a16="http://schemas.microsoft.com/office/drawing/2014/main" id="{331D436D-71F2-5DA7-7E68-A7B83CE6EC6F}"/>
              </a:ext>
            </a:extLst>
          </p:cNvPr>
          <p:cNvSpPr/>
          <p:nvPr/>
        </p:nvSpPr>
        <p:spPr>
          <a:xfrm>
            <a:off x="7602049" y="5383163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R</a:t>
            </a:r>
          </a:p>
        </p:txBody>
      </p:sp>
      <p:sp>
        <p:nvSpPr>
          <p:cNvPr id="30" name="Obdĺžnik 29">
            <a:extLst>
              <a:ext uri="{FF2B5EF4-FFF2-40B4-BE49-F238E27FC236}">
                <a16:creationId xmlns:a16="http://schemas.microsoft.com/office/drawing/2014/main" id="{89DAFB82-A6BE-7542-E31B-C5B9C9288119}"/>
              </a:ext>
            </a:extLst>
          </p:cNvPr>
          <p:cNvSpPr/>
          <p:nvPr/>
        </p:nvSpPr>
        <p:spPr>
          <a:xfrm>
            <a:off x="8221263" y="5383163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S</a:t>
            </a:r>
          </a:p>
        </p:txBody>
      </p:sp>
      <p:sp>
        <p:nvSpPr>
          <p:cNvPr id="31" name="Obdĺžnik 30">
            <a:extLst>
              <a:ext uri="{FF2B5EF4-FFF2-40B4-BE49-F238E27FC236}">
                <a16:creationId xmlns:a16="http://schemas.microsoft.com/office/drawing/2014/main" id="{46043D3D-9EB2-F738-2222-3B1AB67F0BB2}"/>
              </a:ext>
            </a:extLst>
          </p:cNvPr>
          <p:cNvSpPr/>
          <p:nvPr/>
        </p:nvSpPr>
        <p:spPr>
          <a:xfrm>
            <a:off x="8844750" y="5383162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214943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k-SK"/>
              <a:t>Uviaznutie – jeden prostriedok každého druhu</a:t>
            </a:r>
            <a:br>
              <a:rPr lang="sk-SK"/>
            </a:br>
            <a:r>
              <a:rPr lang="sk-SK"/>
              <a:t>jedná sa o uviaznutie?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942" b="11500"/>
          <a:stretch/>
        </p:blipFill>
        <p:spPr>
          <a:xfrm rot="10800000">
            <a:off x="838200" y="2505074"/>
            <a:ext cx="5181600" cy="3286126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172200" y="2058194"/>
            <a:ext cx="5181600" cy="3886200"/>
          </a:xfrm>
        </p:spPr>
      </p:pic>
      <p:grpSp>
        <p:nvGrpSpPr>
          <p:cNvPr id="12" name="Group 11"/>
          <p:cNvGrpSpPr/>
          <p:nvPr/>
        </p:nvGrpSpPr>
        <p:grpSpPr>
          <a:xfrm>
            <a:off x="9315450" y="3752850"/>
            <a:ext cx="1087582" cy="1474260"/>
            <a:chOff x="9315450" y="3752850"/>
            <a:chExt cx="1087582" cy="1474260"/>
          </a:xfrm>
        </p:grpSpPr>
        <p:sp>
          <p:nvSpPr>
            <p:cNvPr id="7" name="Oval 6"/>
            <p:cNvSpPr/>
            <p:nvPr/>
          </p:nvSpPr>
          <p:spPr>
            <a:xfrm>
              <a:off x="9315450" y="3752850"/>
              <a:ext cx="1085850" cy="13716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10" name="Down Arrow 9"/>
            <p:cNvSpPr/>
            <p:nvPr/>
          </p:nvSpPr>
          <p:spPr>
            <a:xfrm rot="6306938">
              <a:off x="9420796" y="4870318"/>
              <a:ext cx="372636" cy="340948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11" name="Down Arrow 10"/>
            <p:cNvSpPr/>
            <p:nvPr/>
          </p:nvSpPr>
          <p:spPr>
            <a:xfrm rot="18906393">
              <a:off x="10030396" y="3834645"/>
              <a:ext cx="372636" cy="340948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2540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Zástupný symbol čísla snímky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32D51D9-13E0-4A9F-B289-C9FF66830C09}" type="slidenum">
              <a:rPr lang="sk-SK" sz="1400" u="none"/>
              <a:pPr/>
              <a:t>10</a:t>
            </a:fld>
            <a:endParaRPr lang="sk-SK" sz="1400" u="none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Uviaznutie pri prideľovaní prostriedkov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sz="2400"/>
              <a:t>Klasickým príkladom uviaznutia pri prideľovaní prostriedkov je cyklické viazanie prostriedkov</a:t>
            </a:r>
          </a:p>
          <a:p>
            <a:r>
              <a:rPr lang="sk-SK" sz="2400"/>
              <a:t>Proces A vlastní R a žiada S</a:t>
            </a:r>
          </a:p>
          <a:p>
            <a:r>
              <a:rPr lang="sk-SK" sz="2400"/>
              <a:t>Proces B vlastní S a žiada R </a:t>
            </a:r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510088" y="2066926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sk-SK"/>
          </a:p>
        </p:txBody>
      </p:sp>
      <p:sp>
        <p:nvSpPr>
          <p:cNvPr id="8" name="Ovál 7">
            <a:extLst>
              <a:ext uri="{FF2B5EF4-FFF2-40B4-BE49-F238E27FC236}">
                <a16:creationId xmlns:a16="http://schemas.microsoft.com/office/drawing/2014/main" id="{68535ADE-DF7B-459D-BB54-CE8A2E048AAB}"/>
              </a:ext>
            </a:extLst>
          </p:cNvPr>
          <p:cNvSpPr/>
          <p:nvPr/>
        </p:nvSpPr>
        <p:spPr>
          <a:xfrm>
            <a:off x="4764276" y="3777275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A</a:t>
            </a:r>
          </a:p>
        </p:txBody>
      </p:sp>
      <p:sp>
        <p:nvSpPr>
          <p:cNvPr id="9" name="Obdĺžnik 8">
            <a:extLst>
              <a:ext uri="{FF2B5EF4-FFF2-40B4-BE49-F238E27FC236}">
                <a16:creationId xmlns:a16="http://schemas.microsoft.com/office/drawing/2014/main" id="{6A843AB8-3E30-45E2-8DEA-F25D2D9F1A43}"/>
              </a:ext>
            </a:extLst>
          </p:cNvPr>
          <p:cNvSpPr/>
          <p:nvPr/>
        </p:nvSpPr>
        <p:spPr>
          <a:xfrm>
            <a:off x="5371235" y="4434148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S</a:t>
            </a:r>
          </a:p>
        </p:txBody>
      </p:sp>
      <p:sp>
        <p:nvSpPr>
          <p:cNvPr id="10" name="Ovál 9">
            <a:extLst>
              <a:ext uri="{FF2B5EF4-FFF2-40B4-BE49-F238E27FC236}">
                <a16:creationId xmlns:a16="http://schemas.microsoft.com/office/drawing/2014/main" id="{99F09D63-2987-4F81-B6EE-8E55944E558A}"/>
              </a:ext>
            </a:extLst>
          </p:cNvPr>
          <p:cNvSpPr/>
          <p:nvPr/>
        </p:nvSpPr>
        <p:spPr>
          <a:xfrm>
            <a:off x="5855387" y="3777275"/>
            <a:ext cx="324740" cy="367469"/>
          </a:xfrm>
          <a:prstGeom prst="ellipse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B</a:t>
            </a:r>
          </a:p>
        </p:txBody>
      </p:sp>
      <p:sp>
        <p:nvSpPr>
          <p:cNvPr id="11" name="Obdĺžnik 10">
            <a:extLst>
              <a:ext uri="{FF2B5EF4-FFF2-40B4-BE49-F238E27FC236}">
                <a16:creationId xmlns:a16="http://schemas.microsoft.com/office/drawing/2014/main" id="{1E18F763-2D14-47BA-8BE6-8F22F521E434}"/>
              </a:ext>
            </a:extLst>
          </p:cNvPr>
          <p:cNvSpPr/>
          <p:nvPr/>
        </p:nvSpPr>
        <p:spPr>
          <a:xfrm>
            <a:off x="5311420" y="3211307"/>
            <a:ext cx="324740" cy="36746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R</a:t>
            </a:r>
          </a:p>
        </p:txBody>
      </p:sp>
      <p:cxnSp>
        <p:nvCxnSpPr>
          <p:cNvPr id="12" name="Rovná spojovacia šípka 11">
            <a:extLst>
              <a:ext uri="{FF2B5EF4-FFF2-40B4-BE49-F238E27FC236}">
                <a16:creationId xmlns:a16="http://schemas.microsoft.com/office/drawing/2014/main" id="{9DD1CF18-CD5C-4A2C-86D2-707781D55CEF}"/>
              </a:ext>
            </a:extLst>
          </p:cNvPr>
          <p:cNvCxnSpPr>
            <a:cxnSpLocks/>
            <a:stCxn id="8" idx="4"/>
            <a:endCxn id="9" idx="1"/>
          </p:cNvCxnSpPr>
          <p:nvPr/>
        </p:nvCxnSpPr>
        <p:spPr>
          <a:xfrm>
            <a:off x="4926646" y="4144744"/>
            <a:ext cx="444589" cy="4731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ovná spojovacia šípka 12">
            <a:extLst>
              <a:ext uri="{FF2B5EF4-FFF2-40B4-BE49-F238E27FC236}">
                <a16:creationId xmlns:a16="http://schemas.microsoft.com/office/drawing/2014/main" id="{A408D590-BC10-44DE-9DD7-9A9D5FC77E14}"/>
              </a:ext>
            </a:extLst>
          </p:cNvPr>
          <p:cNvCxnSpPr>
            <a:stCxn id="9" idx="3"/>
            <a:endCxn id="10" idx="4"/>
          </p:cNvCxnSpPr>
          <p:nvPr/>
        </p:nvCxnSpPr>
        <p:spPr>
          <a:xfrm flipV="1">
            <a:off x="5695975" y="4144744"/>
            <a:ext cx="321782" cy="4731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ovná spojovacia šípka 13">
            <a:extLst>
              <a:ext uri="{FF2B5EF4-FFF2-40B4-BE49-F238E27FC236}">
                <a16:creationId xmlns:a16="http://schemas.microsoft.com/office/drawing/2014/main" id="{137929EC-C922-45A8-96EE-16D1DE83512F}"/>
              </a:ext>
            </a:extLst>
          </p:cNvPr>
          <p:cNvCxnSpPr>
            <a:stCxn id="10" idx="0"/>
            <a:endCxn id="11" idx="3"/>
          </p:cNvCxnSpPr>
          <p:nvPr/>
        </p:nvCxnSpPr>
        <p:spPr>
          <a:xfrm flipH="1" flipV="1">
            <a:off x="5636160" y="3395042"/>
            <a:ext cx="381597" cy="382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ovná spojovacia šípka 14">
            <a:extLst>
              <a:ext uri="{FF2B5EF4-FFF2-40B4-BE49-F238E27FC236}">
                <a16:creationId xmlns:a16="http://schemas.microsoft.com/office/drawing/2014/main" id="{A6B6B654-CCED-4051-BD05-462A30F6EA6B}"/>
              </a:ext>
            </a:extLst>
          </p:cNvPr>
          <p:cNvCxnSpPr>
            <a:stCxn id="11" idx="1"/>
            <a:endCxn id="8" idx="0"/>
          </p:cNvCxnSpPr>
          <p:nvPr/>
        </p:nvCxnSpPr>
        <p:spPr>
          <a:xfrm flipH="1">
            <a:off x="4926646" y="3395042"/>
            <a:ext cx="384774" cy="382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882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Zástupný symbol čísla snímky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9AE71E2-9A93-4ED3-B6CE-0F84F2204C04}" type="slidenum">
              <a:rPr lang="sk-SK" sz="1400" u="none"/>
              <a:pPr/>
              <a:t>11</a:t>
            </a:fld>
            <a:endParaRPr lang="sk-SK" sz="1400" u="none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Uviaznutie – </a:t>
            </a:r>
            <a:r>
              <a:rPr lang="sk-SK" err="1"/>
              <a:t>deadlock</a:t>
            </a:r>
            <a:endParaRPr lang="sk-SK"/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sz="2400" dirty="0">
                <a:cs typeface="Times New Roman" panose="02020603050405020304" pitchFamily="18" charset="0"/>
              </a:rPr>
              <a:t>Proces A si uzavrel Zdroj 1. a Proces B si uzavrel Zdroj 2.</a:t>
            </a:r>
          </a:p>
          <a:p>
            <a:r>
              <a:rPr lang="sk-SK" sz="2400" dirty="0">
                <a:cs typeface="Times New Roman" panose="02020603050405020304" pitchFamily="18" charset="0"/>
              </a:rPr>
              <a:t>Pot</a:t>
            </a:r>
            <a:r>
              <a:rPr lang="sk-SK" sz="2400" dirty="0"/>
              <a:t>om</a:t>
            </a:r>
            <a:r>
              <a:rPr lang="sk-SK" sz="2400" dirty="0">
                <a:cs typeface="Times New Roman" panose="02020603050405020304" pitchFamily="18" charset="0"/>
              </a:rPr>
              <a:t> s</a:t>
            </a:r>
            <a:r>
              <a:rPr lang="sk-SK" sz="2400" dirty="0"/>
              <a:t>a</a:t>
            </a:r>
            <a:r>
              <a:rPr lang="sk-SK" sz="2400" dirty="0">
                <a:cs typeface="Times New Roman" panose="02020603050405020304" pitchFamily="18" charset="0"/>
              </a:rPr>
              <a:t> snaží Proces A uzav</a:t>
            </a:r>
            <a:r>
              <a:rPr lang="sk-SK" sz="2400" dirty="0"/>
              <a:t>rieť</a:t>
            </a:r>
            <a:r>
              <a:rPr lang="sk-SK" sz="2400" dirty="0">
                <a:cs typeface="Times New Roman" panose="02020603050405020304" pitchFamily="18" charset="0"/>
              </a:rPr>
              <a:t> Zdroj 2., ale ten je uzav</a:t>
            </a:r>
            <a:r>
              <a:rPr lang="sk-SK" sz="2400" dirty="0"/>
              <a:t>retý</a:t>
            </a:r>
            <a:r>
              <a:rPr lang="sk-SK" sz="2400" dirty="0">
                <a:cs typeface="Times New Roman" panose="02020603050405020304" pitchFamily="18" charset="0"/>
              </a:rPr>
              <a:t> Proces</a:t>
            </a:r>
            <a:r>
              <a:rPr lang="sk-SK" sz="2400" dirty="0"/>
              <a:t>o</a:t>
            </a:r>
            <a:r>
              <a:rPr lang="sk-SK" sz="2400" dirty="0">
                <a:cs typeface="Times New Roman" panose="02020603050405020304" pitchFamily="18" charset="0"/>
              </a:rPr>
              <a:t>m B. OS proces A ted</a:t>
            </a:r>
            <a:r>
              <a:rPr lang="sk-SK" sz="2400" dirty="0"/>
              <a:t>a</a:t>
            </a:r>
            <a:r>
              <a:rPr lang="sk-SK" sz="2400" dirty="0">
                <a:cs typeface="Times New Roman" panose="02020603050405020304" pitchFamily="18" charset="0"/>
              </a:rPr>
              <a:t> zablokuje. </a:t>
            </a:r>
          </a:p>
          <a:p>
            <a:r>
              <a:rPr lang="sk-SK" sz="2400" dirty="0">
                <a:cs typeface="Times New Roman" panose="02020603050405020304" pitchFamily="18" charset="0"/>
              </a:rPr>
              <a:t>Proces B s</a:t>
            </a:r>
            <a:r>
              <a:rPr lang="sk-SK" sz="2400" dirty="0"/>
              <a:t>a</a:t>
            </a:r>
            <a:r>
              <a:rPr lang="sk-SK" sz="2400" dirty="0">
                <a:cs typeface="Times New Roman" panose="02020603050405020304" pitchFamily="18" charset="0"/>
              </a:rPr>
              <a:t> snaží uzav</a:t>
            </a:r>
            <a:r>
              <a:rPr lang="sk-SK" sz="2400" dirty="0"/>
              <a:t>rieť</a:t>
            </a:r>
            <a:r>
              <a:rPr lang="sk-SK" sz="2400" dirty="0">
                <a:cs typeface="Times New Roman" panose="02020603050405020304" pitchFamily="18" charset="0"/>
              </a:rPr>
              <a:t> Zdroj 1. a je OS </a:t>
            </a:r>
            <a:r>
              <a:rPr lang="sk-SK" sz="2400" dirty="0"/>
              <a:t>tiež</a:t>
            </a:r>
            <a:r>
              <a:rPr lang="sk-SK" sz="2400" dirty="0">
                <a:cs typeface="Times New Roman" panose="02020603050405020304" pitchFamily="18" charset="0"/>
              </a:rPr>
              <a:t> zablokov</a:t>
            </a:r>
            <a:r>
              <a:rPr lang="sk-SK" sz="2400" dirty="0"/>
              <a:t>a</a:t>
            </a:r>
            <a:r>
              <a:rPr lang="sk-SK" sz="2400" dirty="0">
                <a:cs typeface="Times New Roman" panose="02020603050405020304" pitchFamily="18" charset="0"/>
              </a:rPr>
              <a:t>n</a:t>
            </a:r>
            <a:r>
              <a:rPr lang="sk-SK" sz="2400" dirty="0"/>
              <a:t>ý</a:t>
            </a:r>
          </a:p>
          <a:p>
            <a:pPr lvl="1"/>
            <a:r>
              <a:rPr lang="sk-SK" sz="2000" dirty="0"/>
              <a:t>ri</a:t>
            </a:r>
            <a:r>
              <a:rPr lang="sk-SK" sz="2000" dirty="0">
                <a:cs typeface="Times New Roman" panose="02020603050405020304" pitchFamily="18" charset="0"/>
              </a:rPr>
              <a:t>ešením m</a:t>
            </a:r>
            <a:r>
              <a:rPr lang="sk-SK" sz="2000" dirty="0"/>
              <a:t>ô</a:t>
            </a:r>
            <a:r>
              <a:rPr lang="sk-SK" sz="2000" dirty="0">
                <a:cs typeface="Times New Roman" panose="02020603050405020304" pitchFamily="18" charset="0"/>
              </a:rPr>
              <a:t>že b</a:t>
            </a:r>
            <a:r>
              <a:rPr lang="sk-SK" sz="2000" dirty="0"/>
              <a:t>yť</a:t>
            </a:r>
            <a:r>
              <a:rPr lang="sk-SK" sz="2000" dirty="0">
                <a:cs typeface="Times New Roman" panose="02020603050405020304" pitchFamily="18" charset="0"/>
              </a:rPr>
              <a:t> tzv. úplné vyhra</a:t>
            </a:r>
            <a:r>
              <a:rPr lang="sk-SK" sz="2000" dirty="0"/>
              <a:t>d</a:t>
            </a:r>
            <a:r>
              <a:rPr lang="sk-SK" sz="2000" dirty="0">
                <a:cs typeface="Times New Roman" panose="02020603050405020304" pitchFamily="18" charset="0"/>
              </a:rPr>
              <a:t>en</a:t>
            </a:r>
            <a:r>
              <a:rPr lang="sk-SK" sz="2000" dirty="0"/>
              <a:t>ie</a:t>
            </a:r>
            <a:r>
              <a:rPr lang="sk-SK" sz="2000" dirty="0">
                <a:cs typeface="Times New Roman" panose="02020603050405020304" pitchFamily="18" charset="0"/>
              </a:rPr>
              <a:t> prost</a:t>
            </a:r>
            <a:r>
              <a:rPr lang="sk-SK" sz="2000" dirty="0"/>
              <a:t>riedkov</a:t>
            </a:r>
            <a:r>
              <a:rPr lang="sk-SK" sz="2000" dirty="0">
                <a:cs typeface="Times New Roman" panose="02020603050405020304" pitchFamily="18" charset="0"/>
              </a:rPr>
              <a:t>.</a:t>
            </a:r>
            <a:endParaRPr lang="sk-SK" sz="2000" dirty="0"/>
          </a:p>
        </p:txBody>
      </p:sp>
      <p:pic>
        <p:nvPicPr>
          <p:cNvPr id="13" name="Grafický objekt 12">
            <a:extLst>
              <a:ext uri="{FF2B5EF4-FFF2-40B4-BE49-F238E27FC236}">
                <a16:creationId xmlns:a16="http://schemas.microsoft.com/office/drawing/2014/main" id="{C85D9014-A06E-1BB3-EC28-A8E115D0C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6600" y="3746809"/>
            <a:ext cx="3336073" cy="296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363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Zástupný symbol čísla snímky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802BBB9-B569-40BE-B857-E5C1BB74EBCA}" type="slidenum">
              <a:rPr lang="sk-SK" sz="1400" u="none"/>
              <a:pPr/>
              <a:t>12</a:t>
            </a:fld>
            <a:endParaRPr lang="sk-SK" sz="1400" u="none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Netriviálne uviaznutie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5820" y="1494156"/>
            <a:ext cx="4267200" cy="5181600"/>
          </a:xfrm>
        </p:spPr>
        <p:txBody>
          <a:bodyPr/>
          <a:lstStyle/>
          <a:p>
            <a:r>
              <a:rPr lang="sk-SK" sz="2400"/>
              <a:t>T11, T12, T21, T22 obe procesy prejdú</a:t>
            </a:r>
          </a:p>
          <a:p>
            <a:r>
              <a:rPr lang="sk-SK" sz="2400"/>
              <a:t>T21, T22, T11, T12 obe procesy prejdú</a:t>
            </a:r>
          </a:p>
          <a:p>
            <a:r>
              <a:rPr lang="sk-SK" sz="2400"/>
              <a:t>T11, T21 neprejde ani jeden</a:t>
            </a:r>
          </a:p>
          <a:p>
            <a:r>
              <a:rPr lang="sk-SK" sz="2400"/>
              <a:t>T21, T11 neprejde ani jeden</a:t>
            </a:r>
          </a:p>
          <a:p>
            <a:endParaRPr lang="sk-SK" sz="2400"/>
          </a:p>
          <a:p>
            <a:endParaRPr lang="sk-SK" sz="2400"/>
          </a:p>
          <a:p>
            <a:r>
              <a:rPr lang="sk-SK" sz="2400"/>
              <a:t>P1, P2 - zdroje</a:t>
            </a:r>
          </a:p>
        </p:txBody>
      </p:sp>
      <p:grpSp>
        <p:nvGrpSpPr>
          <p:cNvPr id="3" name="Skupina 2">
            <a:extLst>
              <a:ext uri="{FF2B5EF4-FFF2-40B4-BE49-F238E27FC236}">
                <a16:creationId xmlns:a16="http://schemas.microsoft.com/office/drawing/2014/main" id="{54F7029E-7F4F-9CC9-98D6-1F7AA4E74924}"/>
              </a:ext>
            </a:extLst>
          </p:cNvPr>
          <p:cNvGrpSpPr/>
          <p:nvPr/>
        </p:nvGrpSpPr>
        <p:grpSpPr>
          <a:xfrm>
            <a:off x="6019800" y="1837114"/>
            <a:ext cx="4286250" cy="3529013"/>
            <a:chOff x="6019800" y="1837114"/>
            <a:chExt cx="4286250" cy="3529013"/>
          </a:xfrm>
        </p:grpSpPr>
        <p:pic>
          <p:nvPicPr>
            <p:cNvPr id="9222" name="Picture 9" descr="C:\my documents\Vyuka\pripravy\OS\Petri nets\VisObjNet20a\DATA\nejednoduchý deadlock.wmf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9800" y="1837114"/>
              <a:ext cx="4286250" cy="3529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BlokTextu 1">
              <a:extLst>
                <a:ext uri="{FF2B5EF4-FFF2-40B4-BE49-F238E27FC236}">
                  <a16:creationId xmlns:a16="http://schemas.microsoft.com/office/drawing/2014/main" id="{0363A9A4-EAFA-5D51-483B-C58C29E9DA41}"/>
                </a:ext>
              </a:extLst>
            </p:cNvPr>
            <p:cNvSpPr txBox="1"/>
            <p:nvPr/>
          </p:nvSpPr>
          <p:spPr>
            <a:xfrm>
              <a:off x="6991814" y="2001133"/>
              <a:ext cx="209954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sk-SK" dirty="0"/>
                <a:t>Netriviálny </a:t>
              </a:r>
              <a:r>
                <a:rPr lang="sk-SK" dirty="0" err="1"/>
                <a:t>deadlock</a:t>
              </a:r>
              <a:endParaRPr lang="sk-SK" dirty="0"/>
            </a:p>
          </p:txBody>
        </p:sp>
      </p:grpSp>
    </p:spTree>
    <p:extLst>
      <p:ext uri="{BB962C8B-B14F-4D97-AF65-F5344CB8AC3E}">
        <p14:creationId xmlns:p14="http://schemas.microsoft.com/office/powerpoint/2010/main" val="1145328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Zástupný symbol čísla snímky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80F5012-17C3-49C5-9BDA-443CB1149BB1}" type="slidenum">
              <a:rPr lang="sk-SK" sz="1400" u="none"/>
              <a:pPr/>
              <a:t>13</a:t>
            </a:fld>
            <a:endParaRPr lang="sk-SK" sz="1400" u="none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Uviaznutie pri komunikácii procesov </a:t>
            </a:r>
            <a:br>
              <a:rPr lang="sk-SK"/>
            </a:br>
            <a:r>
              <a:rPr lang="sk-SK"/>
              <a:t>pomocou zasielania správ</a:t>
            </a:r>
          </a:p>
        </p:txBody>
      </p:sp>
      <p:sp>
        <p:nvSpPr>
          <p:cNvPr id="13317" name="Text Box 3"/>
          <p:cNvSpPr txBox="1">
            <a:spLocks noChangeArrowheads="1"/>
          </p:cNvSpPr>
          <p:nvPr/>
        </p:nvSpPr>
        <p:spPr bwMode="auto">
          <a:xfrm>
            <a:off x="1889126" y="1828801"/>
            <a:ext cx="8550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sz="2000" u="none"/>
          </a:p>
        </p:txBody>
      </p:sp>
      <p:sp>
        <p:nvSpPr>
          <p:cNvPr id="13318" name="Text Box 4"/>
          <p:cNvSpPr txBox="1">
            <a:spLocks noChangeArrowheads="1"/>
          </p:cNvSpPr>
          <p:nvPr/>
        </p:nvSpPr>
        <p:spPr bwMode="auto">
          <a:xfrm>
            <a:off x="2057400" y="1905001"/>
            <a:ext cx="822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sz="2000" u="none"/>
          </a:p>
        </p:txBody>
      </p:sp>
      <p:pic>
        <p:nvPicPr>
          <p:cNvPr id="13319" name="Picture 5" descr="C:\public\OS pictures\5_7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378076"/>
            <a:ext cx="8458200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0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990600" y="1690688"/>
            <a:ext cx="10515600" cy="838200"/>
          </a:xfrm>
        </p:spPr>
        <p:txBody>
          <a:bodyPr/>
          <a:lstStyle/>
          <a:p>
            <a:r>
              <a:rPr lang="sk-SK" sz="2400"/>
              <a:t>Príklad uviaznutia na obr. 5.76. Procesy komunikujú pomocou poštových schránok</a:t>
            </a:r>
          </a:p>
        </p:txBody>
      </p:sp>
    </p:spTree>
    <p:extLst>
      <p:ext uri="{BB962C8B-B14F-4D97-AF65-F5344CB8AC3E}">
        <p14:creationId xmlns:p14="http://schemas.microsoft.com/office/powerpoint/2010/main" val="4129317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Zástupný symbol čísla snímky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6FE2173-F57A-4F9D-A9B2-3045B303F8B3}" type="slidenum">
              <a:rPr lang="sk-SK" sz="1400" u="none"/>
              <a:pPr/>
              <a:t>14</a:t>
            </a:fld>
            <a:endParaRPr lang="sk-SK" sz="1400" u="none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/>
              <a:t>Prevencia uviaznutia </a:t>
            </a:r>
            <a:r>
              <a:rPr lang="sk-SK" b="1"/>
              <a:t>pri zasielaní správ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sk-SK" sz="2400"/>
              <a:t>komunikácia procesorov musí zodpovedať pravidlám napr. hierarchická komunikácia procesov.</a:t>
            </a:r>
          </a:p>
          <a:p>
            <a:r>
              <a:rPr lang="sk-SK" sz="2400"/>
              <a:t>rozdelenie procesov na </a:t>
            </a:r>
            <a:r>
              <a:rPr lang="sk-SK" sz="2400" err="1"/>
              <a:t>masters</a:t>
            </a:r>
            <a:r>
              <a:rPr lang="sk-SK" sz="2400"/>
              <a:t> (nadriadené, riadiace)  a </a:t>
            </a:r>
            <a:r>
              <a:rPr lang="sk-SK" sz="2400" err="1"/>
              <a:t>slaves</a:t>
            </a:r>
            <a:r>
              <a:rPr lang="sk-SK" sz="2400"/>
              <a:t> (podriadené)</a:t>
            </a:r>
          </a:p>
          <a:p>
            <a:r>
              <a:rPr lang="sk-SK" sz="2400"/>
              <a:t>riadiace procesy zasielajú procesom z nižšej úrovne (</a:t>
            </a:r>
            <a:r>
              <a:rPr lang="sk-SK" sz="2400" err="1"/>
              <a:t>slaves</a:t>
            </a:r>
            <a:r>
              <a:rPr lang="sk-SK" sz="2400"/>
              <a:t>) správy, na ktoré zasielajú procesy z nižšej úrovne v konečnom čase odpoveď.</a:t>
            </a:r>
          </a:p>
          <a:p>
            <a:endParaRPr lang="sk-SK" sz="2400"/>
          </a:p>
          <a:p>
            <a:r>
              <a:rPr lang="sk-SK" sz="2400"/>
              <a:t>Ak platí, že nadriadené procesy musia v konečnom čase prijať správu od podriadeného, pričom odpoveď sa smie viazať iba na odpoveď  svojho podriadeného procesu, potom nedôjde k uviaznutiu.</a:t>
            </a:r>
          </a:p>
        </p:txBody>
      </p:sp>
    </p:spTree>
    <p:extLst>
      <p:ext uri="{BB962C8B-B14F-4D97-AF65-F5344CB8AC3E}">
        <p14:creationId xmlns:p14="http://schemas.microsoft.com/office/powerpoint/2010/main" val="1820939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Prevencia uviaznutia </a:t>
            </a:r>
            <a:r>
              <a:rPr lang="sk-SK" b="1"/>
              <a:t>pri prideľovaní zdrojov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sk-SK" b="1"/>
              <a:t>Mutual Exclusion </a:t>
            </a:r>
            <a:r>
              <a:rPr lang="en-US" altLang="sk-SK"/>
              <a:t>- </a:t>
            </a:r>
            <a:r>
              <a:rPr lang="sk-SK" err="1"/>
              <a:t>Nezdieľateľné</a:t>
            </a:r>
            <a:r>
              <a:rPr lang="sk-SK"/>
              <a:t> prostriedky</a:t>
            </a:r>
            <a:endParaRPr lang="en-US"/>
          </a:p>
          <a:p>
            <a:pPr lvl="1"/>
            <a:r>
              <a:rPr lang="sk-SK" sz="1800"/>
              <a:t>Vytvorenie</a:t>
            </a:r>
            <a:r>
              <a:rPr lang="en-US" sz="1800"/>
              <a:t> </a:t>
            </a:r>
            <a:r>
              <a:rPr lang="sk-SK" sz="1800"/>
              <a:t> rozhrania</a:t>
            </a:r>
            <a:r>
              <a:rPr lang="en-US" sz="1800"/>
              <a:t> k </a:t>
            </a:r>
            <a:r>
              <a:rPr lang="sk-SK" sz="1800"/>
              <a:t>prostriedku</a:t>
            </a:r>
            <a:r>
              <a:rPr lang="en-US" sz="1800"/>
              <a:t>, </a:t>
            </a:r>
            <a:r>
              <a:rPr lang="sk-SK" sz="1800"/>
              <a:t>ktoré prevezme úlohy procesov, ktoré by inak museli žiadať o pridelenie prostriedku. Tento prístup sa používa napr. pri tlačiarni ...</a:t>
            </a:r>
          </a:p>
          <a:p>
            <a:pPr marL="0" indent="0">
              <a:buNone/>
            </a:pPr>
            <a:r>
              <a:rPr lang="en-US" altLang="sk-SK" b="1"/>
              <a:t>Hold and Wait </a:t>
            </a:r>
            <a:r>
              <a:rPr lang="sk-SK" sz="2400"/>
              <a:t>musí zaručiť, že kedykoľvek proces požaduje zdroj, nemá v držbe žiadne iné zdroje</a:t>
            </a:r>
          </a:p>
          <a:p>
            <a:pPr lvl="1"/>
            <a:r>
              <a:rPr lang="sk-SK" sz="1800"/>
              <a:t>Vyžadovať od procesu aby si vyžiadal a alokoval všetky zdroje pred začatím vykonávania, alebo povoliť procesu, aby si vyžiadal zdroje iba ak proces nemá žiadne</a:t>
            </a:r>
          </a:p>
          <a:p>
            <a:pPr lvl="1"/>
            <a:r>
              <a:rPr lang="sk-SK" sz="1800"/>
              <a:t>Nízke využitie zdrojov; možné hladovanie (nedostatok zdrojov)</a:t>
            </a:r>
          </a:p>
          <a:p>
            <a:pPr marL="0" indent="0">
              <a:buNone/>
            </a:pPr>
            <a:r>
              <a:rPr lang="en-US" altLang="sk-SK" b="1"/>
              <a:t>No Preemption </a:t>
            </a:r>
            <a:r>
              <a:rPr lang="sk-SK" err="1"/>
              <a:t>Nepreemptivné</a:t>
            </a:r>
            <a:r>
              <a:rPr lang="sk-SK"/>
              <a:t> plánovanie</a:t>
            </a:r>
          </a:p>
          <a:p>
            <a:pPr lvl="1"/>
            <a:r>
              <a:rPr lang="sk-SK" sz="1800"/>
              <a:t>Ak si proces, ktorý drží niektoré zdroje, vyžaduje iný prostriedok, ktorý mu nemôže byť okamžite pridelený, uvoľnia sa všetky ním zadržané prostriedky</a:t>
            </a:r>
          </a:p>
          <a:p>
            <a:pPr lvl="1"/>
            <a:r>
              <a:rPr lang="sk-SK" sz="1800"/>
              <a:t>Predpísané prostriedky sa pridajú do zoznamu zdrojov, na ktoré proces čaká</a:t>
            </a:r>
          </a:p>
          <a:p>
            <a:pPr lvl="1"/>
            <a:r>
              <a:rPr lang="sk-SK" sz="1800"/>
              <a:t>Proces bude obnovený iba vtedy, keď bude schopný získať späť svoje staré zdroje, ako aj nové, ktoré požaduje</a:t>
            </a:r>
          </a:p>
          <a:p>
            <a:pPr marL="0" indent="0">
              <a:buNone/>
            </a:pPr>
            <a:r>
              <a:rPr lang="en-US" altLang="sk-SK" b="1"/>
              <a:t>Circular Wait </a:t>
            </a:r>
            <a:r>
              <a:rPr lang="sk-SK"/>
              <a:t>Kruhové čakanie</a:t>
            </a:r>
          </a:p>
          <a:p>
            <a:pPr lvl="1"/>
            <a:r>
              <a:rPr lang="sk-SK" sz="1800"/>
              <a:t>Vytvoríme postupnosť tried</a:t>
            </a:r>
          </a:p>
          <a:p>
            <a:pPr lvl="1"/>
            <a:r>
              <a:rPr lang="sk-SK" sz="1800"/>
              <a:t>Každý proces môže žiadať len o prostriedok, ktorý je v postupnosti za tými čo už pridelené má</a:t>
            </a:r>
          </a:p>
          <a:p>
            <a:pPr lvl="1"/>
            <a:r>
              <a:rPr lang="sk-SK" sz="1800"/>
              <a:t>Ak žiada o prostriedok z prechádzajúcej triedy, musí uvoľniť všetky prostriedky nasledujúcich tried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15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77975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Riešenie prakticky dôležitých prípadov uviaznutia.</a:t>
            </a:r>
          </a:p>
        </p:txBody>
      </p:sp>
      <p:sp>
        <p:nvSpPr>
          <p:cNvPr id="7174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k-SK" dirty="0"/>
              <a:t>Uviaznutie je bezvýchodisková situácia, v ktorej je synchronizáciou procesom úplne znemožnený ďalší postup.</a:t>
            </a:r>
          </a:p>
          <a:p>
            <a:pPr lvl="1"/>
            <a:r>
              <a:rPr lang="sk-SK" dirty="0"/>
              <a:t>pri prideľovaní prostriedkov procesom </a:t>
            </a:r>
          </a:p>
          <a:p>
            <a:pPr lvl="1"/>
            <a:r>
              <a:rPr lang="sk-SK" dirty="0"/>
              <a:t>pri komunikácii procesov pomocou výmeny správy</a:t>
            </a:r>
          </a:p>
          <a:p>
            <a:pPr marL="457200" lvl="1" indent="0">
              <a:buNone/>
            </a:pPr>
            <a:endParaRPr lang="sk-SK" dirty="0"/>
          </a:p>
          <a:p>
            <a:pPr marL="0" indent="0">
              <a:buNone/>
            </a:pPr>
            <a:r>
              <a:rPr lang="en-US" altLang="sk-SK" dirty="0"/>
              <a:t>Recovery scheme</a:t>
            </a:r>
          </a:p>
          <a:p>
            <a:pPr marL="0" indent="0">
              <a:buNone/>
            </a:pPr>
            <a:r>
              <a:rPr lang="en-US" altLang="sk-SK" dirty="0"/>
              <a:t>Detection algorithm</a:t>
            </a:r>
          </a:p>
          <a:p>
            <a:r>
              <a:rPr lang="sk-SK" altLang="sk-SK" dirty="0"/>
              <a:t>je možné uvoľniť prostriedky procesu P ale stále to nestačí na naplnenie požiadaviek iných procesov</a:t>
            </a:r>
          </a:p>
          <a:p>
            <a:pPr marL="0" indent="0">
              <a:buNone/>
            </a:pPr>
            <a:r>
              <a:rPr lang="en-US" altLang="sk-SK" dirty="0"/>
              <a:t>Allow system to enter deadlock state </a:t>
            </a:r>
            <a:endParaRPr lang="sk-SK" altLang="sk-SK" dirty="0"/>
          </a:p>
          <a:p>
            <a:pPr lvl="1"/>
            <a:endParaRPr lang="sk-SK" dirty="0"/>
          </a:p>
        </p:txBody>
      </p:sp>
      <p:sp>
        <p:nvSpPr>
          <p:cNvPr id="7173" name="Text Box 4"/>
          <p:cNvSpPr txBox="1">
            <a:spLocks noChangeArrowheads="1"/>
          </p:cNvSpPr>
          <p:nvPr/>
        </p:nvSpPr>
        <p:spPr bwMode="auto">
          <a:xfrm>
            <a:off x="112223" y="2473036"/>
            <a:ext cx="809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cs-CZ" sz="2400" u="none"/>
          </a:p>
        </p:txBody>
      </p:sp>
    </p:spTree>
    <p:extLst>
      <p:ext uri="{BB962C8B-B14F-4D97-AF65-F5344CB8AC3E}">
        <p14:creationId xmlns:p14="http://schemas.microsoft.com/office/powerpoint/2010/main" val="3054808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BAD657-8679-DA44-B011-A1D9D27B5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Riešenie uviaznutia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A9CC07F-F1A4-6443-B699-8F740BCA1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/>
              <a:t>Použite protokol na </a:t>
            </a:r>
            <a:r>
              <a:rPr lang="sk-SK" u="sng" dirty="0"/>
              <a:t>prevenciu alebo vyhnutie sa uviaznutiu</a:t>
            </a:r>
            <a:r>
              <a:rPr lang="sk-SK" dirty="0"/>
              <a:t>, čím zabezpečíte, že systém nikdy nevstúpi do zablokovaného stavu.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Dovoľte systému vstúpiť do uviaznutia, </a:t>
            </a:r>
            <a:r>
              <a:rPr lang="sk-SK" u="sng" dirty="0"/>
              <a:t>odhaľte ho a potom ho zotavte</a:t>
            </a:r>
            <a:r>
              <a:rPr lang="sk-SK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sk-SK" u="sng" dirty="0"/>
              <a:t>Celkom ignorujte problém </a:t>
            </a:r>
            <a:r>
              <a:rPr lang="sk-SK" dirty="0"/>
              <a:t>a predstierajte, že sa uviaznutie nikdy v systéme nevyskytuje.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Tretie riešenie používa väčšina operačných systémov, vrátane Linuxu a Windows.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0115847-7282-FB49-8103-B29FA508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17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18372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Metódy odstránenia uviaznutia </a:t>
            </a:r>
            <a:r>
              <a:rPr lang="sk-SK" b="1" err="1"/>
              <a:t>preempciou</a:t>
            </a:r>
            <a:endParaRPr lang="sk-SK" b="1"/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k-SK"/>
              <a:t>Výber obete</a:t>
            </a:r>
          </a:p>
          <a:p>
            <a:pPr lvl="1"/>
            <a:r>
              <a:rPr lang="sk-SK"/>
              <a:t>Ktoré procesy a zdroje budú vybrané</a:t>
            </a:r>
          </a:p>
          <a:p>
            <a:pPr lvl="1"/>
            <a:r>
              <a:rPr lang="sk-SK"/>
              <a:t>Zohľadňuje sa počet viazaných zdrojov a doteraz spotrebovaný čas vykonávania procesu</a:t>
            </a:r>
          </a:p>
          <a:p>
            <a:r>
              <a:rPr lang="sk-SK" err="1"/>
              <a:t>Rollback</a:t>
            </a:r>
            <a:endParaRPr lang="sk-SK"/>
          </a:p>
          <a:p>
            <a:pPr lvl="1"/>
            <a:r>
              <a:rPr lang="sk-SK"/>
              <a:t> procesy si počas činnosti vytvárajú </a:t>
            </a:r>
            <a:r>
              <a:rPr lang="sk-SK" err="1"/>
              <a:t>check</a:t>
            </a:r>
            <a:r>
              <a:rPr lang="sk-SK"/>
              <a:t>-point, v prípade uviaznutia sa vrátia a zopakujú činnosť v neskoršom čase</a:t>
            </a:r>
          </a:p>
          <a:p>
            <a:r>
              <a:rPr lang="sk-SK" err="1"/>
              <a:t>starvation</a:t>
            </a:r>
            <a:endParaRPr lang="sk-SK"/>
          </a:p>
          <a:p>
            <a:pPr lvl="1"/>
            <a:r>
              <a:rPr lang="sk-SK"/>
              <a:t>proces je opakovane reštartovaný a nemôže dokončiť svoju činnosť</a:t>
            </a:r>
          </a:p>
          <a:p>
            <a:pPr lvl="1"/>
            <a:r>
              <a:rPr lang="sk-SK"/>
              <a:t>Ako zabezpečiť aby nebol penalizovaný stále rovnaký proces odobratím prostriedkov?</a:t>
            </a:r>
          </a:p>
          <a:p>
            <a:pPr lvl="1"/>
            <a:endParaRPr lang="sk-SK"/>
          </a:p>
        </p:txBody>
      </p:sp>
      <p:sp>
        <p:nvSpPr>
          <p:cNvPr id="12291" name="Zástupný symbol čísla snímky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8D92CAE-C4A5-40D2-BDFB-28AEDB4ECBA8}" type="slidenum">
              <a:rPr lang="sk-SK" smtClean="0"/>
              <a:pPr/>
              <a:t>18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87568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9ECAF6-DDAC-2841-8B70-D032602CA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Obnova ukončením procesu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E9A8F9F-16BE-C442-8A6B-B8EC07B96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/>
              <a:t>Prerušiť všetky zablokované procesy</a:t>
            </a:r>
          </a:p>
          <a:p>
            <a:r>
              <a:rPr lang="sk-SK"/>
              <a:t>Postupne prerušujte jeden proces, kým sa nezruší cyklus zablokovania</a:t>
            </a:r>
          </a:p>
          <a:p>
            <a:r>
              <a:rPr lang="sk-SK"/>
              <a:t>Mnoho faktorov môže ovplyvniť, ktorý proces je zvolený, vrátane:</a:t>
            </a:r>
          </a:p>
          <a:p>
            <a:pPr marL="457200" lvl="1" indent="0">
              <a:buNone/>
            </a:pPr>
            <a:r>
              <a:rPr lang="sk-SK"/>
              <a:t>1. Aká je priorita procesu</a:t>
            </a:r>
          </a:p>
          <a:p>
            <a:pPr marL="457200" lvl="1" indent="0">
              <a:buNone/>
            </a:pPr>
            <a:r>
              <a:rPr lang="sk-SK"/>
              <a:t>2. Ako dlho proces pracuje a ako dlho ešte bude do splnenia určenej úlohy</a:t>
            </a:r>
          </a:p>
          <a:p>
            <a:pPr marL="457200" lvl="1" indent="0">
              <a:buNone/>
            </a:pPr>
            <a:r>
              <a:rPr lang="sk-SK"/>
              <a:t>3. Koľko a aké druhy prostriedkov proces používal (napríklad, či sú zdroje jednoducho </a:t>
            </a:r>
            <a:r>
              <a:rPr lang="sk-SK" err="1"/>
              <a:t>preemptitívne</a:t>
            </a:r>
            <a:r>
              <a:rPr lang="sk-SK"/>
              <a:t>)</a:t>
            </a:r>
          </a:p>
          <a:p>
            <a:pPr marL="457200" lvl="1" indent="0">
              <a:buNone/>
            </a:pPr>
            <a:r>
              <a:rPr lang="sk-SK"/>
              <a:t>4. Koľko ďalších zdrojov proces potrebuje na dokončenie</a:t>
            </a:r>
          </a:p>
          <a:p>
            <a:pPr marL="457200" lvl="1" indent="0">
              <a:buNone/>
            </a:pPr>
            <a:r>
              <a:rPr lang="sk-SK"/>
              <a:t>5. Koľko procesov bude potrebné ukončiť</a:t>
            </a:r>
          </a:p>
          <a:p>
            <a:pPr marL="457200" lvl="1" indent="0">
              <a:buNone/>
            </a:pPr>
            <a:r>
              <a:rPr lang="sk-SK"/>
              <a:t>6. Či je proces interaktívny alebo dávkový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4D8D9F1-4898-BC42-8BC5-0A5703F0F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AF17-7B2E-42E8-BB2B-E8A21D6B18EF}" type="slidenum">
              <a:rPr lang="sk-SK" smtClean="0"/>
              <a:t>19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44873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Zástupný symbol čísla snímky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7E47184-B213-4851-A1D8-14D1CC695406}" type="slidenum">
              <a:rPr lang="sk-SK" sz="1400" u="none"/>
              <a:pPr/>
              <a:t>20</a:t>
            </a:fld>
            <a:endParaRPr lang="sk-SK" sz="1400" u="none"/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Bankárov algoritmus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sk-SK"/>
              <a:t>Rieši vzniknuté uviaznutie pri prideľovaní prostriedkov rovnakého typu</a:t>
            </a:r>
          </a:p>
          <a:p>
            <a:r>
              <a:rPr lang="sk-SK"/>
              <a:t>podmienky</a:t>
            </a:r>
          </a:p>
          <a:p>
            <a:pPr lvl="1"/>
            <a:r>
              <a:rPr lang="sk-SK"/>
              <a:t>klient pozná maximálne zdroje ktoré potrebuje</a:t>
            </a:r>
          </a:p>
          <a:p>
            <a:pPr lvl="1"/>
            <a:r>
              <a:rPr lang="sk-SK"/>
              <a:t>existuje viacero neuspokojených klientov</a:t>
            </a:r>
          </a:p>
          <a:p>
            <a:pPr lvl="1"/>
            <a:r>
              <a:rPr lang="sk-SK"/>
              <a:t>kapitál nie je schopný úplne pokryť max. požiadavky klientov</a:t>
            </a:r>
          </a:p>
          <a:p>
            <a:pPr lvl="1"/>
            <a:r>
              <a:rPr lang="sk-SK"/>
              <a:t>ak klient dostane maximálne zdroje, po ukončení ich všetky vráti</a:t>
            </a:r>
          </a:p>
          <a:p>
            <a:pPr lvl="1"/>
            <a:r>
              <a:rPr lang="sk-SK"/>
              <a:t>bankár sa správa tak aby neskrachoval</a:t>
            </a:r>
          </a:p>
          <a:p>
            <a:pPr lvl="1"/>
            <a:r>
              <a:rPr lang="sk-SK"/>
              <a:t>musí existovať klient, ktorý bude max. uspokojený</a:t>
            </a:r>
          </a:p>
          <a:p>
            <a:pPr lvl="1"/>
            <a:endParaRPr lang="sk-SK"/>
          </a:p>
          <a:p>
            <a:pPr lvl="1"/>
            <a:r>
              <a:rPr lang="sk-SK"/>
              <a:t>použiteľné na viacero prostriedkov</a:t>
            </a:r>
          </a:p>
          <a:p>
            <a:pPr lvl="2"/>
            <a:r>
              <a:rPr lang="sk-SK"/>
              <a:t>20 tlačiarní - jeden algoritmus</a:t>
            </a:r>
          </a:p>
          <a:p>
            <a:pPr lvl="2"/>
            <a:r>
              <a:rPr lang="sk-SK"/>
              <a:t>20 tlačiarní a 20 </a:t>
            </a:r>
            <a:r>
              <a:rPr lang="sk-SK" err="1"/>
              <a:t>scanerov</a:t>
            </a:r>
            <a:r>
              <a:rPr lang="sk-SK"/>
              <a:t> - dva algoritmy</a:t>
            </a:r>
          </a:p>
        </p:txBody>
      </p:sp>
    </p:spTree>
    <p:extLst>
      <p:ext uri="{BB962C8B-B14F-4D97-AF65-F5344CB8AC3E}">
        <p14:creationId xmlns:p14="http://schemas.microsoft.com/office/powerpoint/2010/main" val="248111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Zástupný symbol čísla snímky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C4A5F7F-AF71-4AD8-B50B-2E8E8FFD52C7}" type="slidenum">
              <a:rPr lang="sk-SK" sz="1400" u="none"/>
              <a:pPr/>
              <a:t>21</a:t>
            </a:fld>
            <a:endParaRPr lang="sk-SK" sz="1400" u="none"/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447801"/>
            <a:ext cx="7772400" cy="2971800"/>
          </a:xfrm>
        </p:spPr>
        <p:txBody>
          <a:bodyPr/>
          <a:lstStyle/>
          <a:p>
            <a:r>
              <a:rPr lang="sk-SK"/>
              <a:t>OS eviduje stav pridelenia prostriedkov a stav voľných prostriedkov</a:t>
            </a:r>
          </a:p>
          <a:p>
            <a:r>
              <a:rPr lang="sk-SK"/>
              <a:t>bezpečný stav - dokončia spracovanie všetky procesy v systéme</a:t>
            </a:r>
          </a:p>
          <a:p>
            <a:r>
              <a:rPr lang="sk-SK"/>
              <a:t>príklad:</a:t>
            </a:r>
          </a:p>
          <a:p>
            <a:r>
              <a:rPr lang="sk-SK"/>
              <a:t>9 prostriedkov rovnakej triedy (MG pásky)</a:t>
            </a: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k-SK"/>
              <a:t>Bankárov algoritmus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849782"/>
              </p:ext>
            </p:extLst>
          </p:nvPr>
        </p:nvGraphicFramePr>
        <p:xfrm>
          <a:off x="2334074" y="4402669"/>
          <a:ext cx="6276526" cy="1412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List" r:id="rId2" imgW="2991307" imgH="981456" progId="Excel.Sheet.8">
                  <p:embed/>
                </p:oleObj>
              </mc:Choice>
              <mc:Fallback>
                <p:oleObj name="List" r:id="rId2" imgW="2991307" imgH="981456" progId="Excel.Sheet.8">
                  <p:embed/>
                  <p:pic>
                    <p:nvPicPr>
                      <p:cNvPr id="20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4074" y="4402669"/>
                        <a:ext cx="6276526" cy="14128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Text Box 5"/>
          <p:cNvSpPr txBox="1">
            <a:spLocks noChangeArrowheads="1"/>
          </p:cNvSpPr>
          <p:nvPr/>
        </p:nvSpPr>
        <p:spPr bwMode="auto">
          <a:xfrm>
            <a:off x="4251325" y="5832475"/>
            <a:ext cx="1951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u="none">
                <a:solidFill>
                  <a:schemeClr val="accent1"/>
                </a:solidFill>
              </a:rPr>
              <a:t>Bezpečný stav</a:t>
            </a:r>
            <a:endParaRPr lang="en-US" sz="2400" u="none"/>
          </a:p>
        </p:txBody>
      </p:sp>
    </p:spTree>
    <p:extLst>
      <p:ext uri="{BB962C8B-B14F-4D97-AF65-F5344CB8AC3E}">
        <p14:creationId xmlns:p14="http://schemas.microsoft.com/office/powerpoint/2010/main" val="3574201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Zástupný symbol čísla snímky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7231E7C-2A9B-4A9D-A354-0F463AB90F15}" type="slidenum">
              <a:rPr lang="sk-SK" sz="1400" u="none"/>
              <a:pPr/>
              <a:t>22</a:t>
            </a:fld>
            <a:endParaRPr lang="sk-SK" sz="1400" u="none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k-SK"/>
              <a:t>Bankárov algoritmus</a:t>
            </a: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1828801" y="1447801"/>
          <a:ext cx="5324475" cy="236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List" r:id="rId2" imgW="2972105" imgH="1467307" progId="Excel.Sheet.8">
                  <p:embed/>
                </p:oleObj>
              </mc:Choice>
              <mc:Fallback>
                <p:oleObj name="List" r:id="rId2" imgW="2972105" imgH="1467307" progId="Excel.Sheet.8">
                  <p:embed/>
                  <p:pic>
                    <p:nvPicPr>
                      <p:cNvPr id="307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1447801"/>
                        <a:ext cx="5324475" cy="236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Text Box 4"/>
          <p:cNvSpPr txBox="1">
            <a:spLocks noChangeArrowheads="1"/>
          </p:cNvSpPr>
          <p:nvPr/>
        </p:nvSpPr>
        <p:spPr bwMode="auto">
          <a:xfrm>
            <a:off x="7772400" y="3352800"/>
            <a:ext cx="40366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u="none" err="1">
                <a:solidFill>
                  <a:schemeClr val="accent1"/>
                </a:solidFill>
              </a:rPr>
              <a:t>Bezpečný</a:t>
            </a:r>
            <a:r>
              <a:rPr lang="en-US" sz="2400" u="none">
                <a:solidFill>
                  <a:schemeClr val="accent1"/>
                </a:solidFill>
              </a:rPr>
              <a:t> </a:t>
            </a:r>
            <a:r>
              <a:rPr lang="en-US" sz="2400" u="none" err="1">
                <a:solidFill>
                  <a:schemeClr val="accent1"/>
                </a:solidFill>
              </a:rPr>
              <a:t>stav</a:t>
            </a:r>
            <a:r>
              <a:rPr lang="sk-SK" sz="2400" u="none">
                <a:solidFill>
                  <a:schemeClr val="accent1"/>
                </a:solidFill>
              </a:rPr>
              <a:t> (9 prostriedkov)</a:t>
            </a:r>
            <a:endParaRPr lang="en-US" sz="2400" u="none"/>
          </a:p>
        </p:txBody>
      </p:sp>
      <p:sp>
        <p:nvSpPr>
          <p:cNvPr id="3079" name="Text Box 5"/>
          <p:cNvSpPr txBox="1">
            <a:spLocks noChangeArrowheads="1"/>
          </p:cNvSpPr>
          <p:nvPr/>
        </p:nvSpPr>
        <p:spPr bwMode="auto">
          <a:xfrm>
            <a:off x="7772400" y="2286000"/>
            <a:ext cx="43444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u="none" err="1">
                <a:solidFill>
                  <a:srgbClr val="FF0066"/>
                </a:solidFill>
              </a:rPr>
              <a:t>Nebezpečný</a:t>
            </a:r>
            <a:r>
              <a:rPr lang="en-US" sz="2400" u="none">
                <a:solidFill>
                  <a:srgbClr val="FF0066"/>
                </a:solidFill>
              </a:rPr>
              <a:t> </a:t>
            </a:r>
            <a:r>
              <a:rPr lang="en-US" sz="2400" u="none" err="1">
                <a:solidFill>
                  <a:srgbClr val="FF0066"/>
                </a:solidFill>
              </a:rPr>
              <a:t>stav</a:t>
            </a:r>
            <a:r>
              <a:rPr lang="sk-SK" sz="2400" u="none">
                <a:solidFill>
                  <a:srgbClr val="FF0066"/>
                </a:solidFill>
              </a:rPr>
              <a:t> (8 prostriedkov)</a:t>
            </a:r>
            <a:endParaRPr lang="en-US" sz="2400" u="none"/>
          </a:p>
        </p:txBody>
      </p:sp>
    </p:spTree>
    <p:extLst>
      <p:ext uri="{BB962C8B-B14F-4D97-AF65-F5344CB8AC3E}">
        <p14:creationId xmlns:p14="http://schemas.microsoft.com/office/powerpoint/2010/main" val="10383680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Zástupný symbol čísla snímky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4BB1618-A0F1-4658-BE05-608C0E215554}" type="slidenum">
              <a:rPr lang="sk-SK" sz="1400" u="none"/>
              <a:pPr/>
              <a:t>23</a:t>
            </a:fld>
            <a:endParaRPr lang="sk-SK" sz="1400" u="none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k-SK"/>
              <a:t>Záver</a:t>
            </a:r>
          </a:p>
        </p:txBody>
      </p:sp>
      <p:sp>
        <p:nvSpPr>
          <p:cNvPr id="4102" name="Text Box 3"/>
          <p:cNvSpPr txBox="1">
            <a:spLocks noChangeArrowheads="1"/>
          </p:cNvSpPr>
          <p:nvPr/>
        </p:nvSpPr>
        <p:spPr bwMode="auto">
          <a:xfrm>
            <a:off x="2911476" y="2330450"/>
            <a:ext cx="3184525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sk-SK" sz="6600" u="none"/>
              <a:t>Otázky ?</a:t>
            </a:r>
            <a:endParaRPr lang="sk-SK" sz="5400" u="none"/>
          </a:p>
        </p:txBody>
      </p:sp>
      <p:pic>
        <p:nvPicPr>
          <p:cNvPr id="3" name="Obrázok 2" descr="Obrázok, na ktorom je osoba, muž, držiaci, uniforma&#10;&#10;Automaticky generovaný popis">
            <a:extLst>
              <a:ext uri="{FF2B5EF4-FFF2-40B4-BE49-F238E27FC236}">
                <a16:creationId xmlns:a16="http://schemas.microsoft.com/office/drawing/2014/main" id="{942F7529-D96B-5D44-9302-3442FCDE7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736" y="963079"/>
            <a:ext cx="3230700" cy="532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904774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1314</Words>
  <Application>Microsoft Macintosh PowerPoint</Application>
  <PresentationFormat>Širokouhlá</PresentationFormat>
  <Paragraphs>239</Paragraphs>
  <Slides>23</Slides>
  <Notes>2</Notes>
  <HiddenSlides>0</HiddenSlides>
  <MMClips>0</MMClips>
  <ScaleCrop>false</ScaleCrop>
  <HeadingPairs>
    <vt:vector size="8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Vložené servery OLE</vt:lpstr>
      </vt:variant>
      <vt:variant>
        <vt:i4>1</vt:i4>
      </vt:variant>
      <vt:variant>
        <vt:lpstr>Nadpisy snímok</vt:lpstr>
      </vt:variant>
      <vt:variant>
        <vt:i4>23</vt:i4>
      </vt:variant>
    </vt:vector>
  </HeadingPairs>
  <TitlesOfParts>
    <vt:vector size="30" baseType="lpstr">
      <vt:lpstr>ＭＳ Ｐゴシック</vt:lpstr>
      <vt:lpstr>Arial</vt:lpstr>
      <vt:lpstr>Calibri</vt:lpstr>
      <vt:lpstr>Calibri Light</vt:lpstr>
      <vt:lpstr>Times New Roman</vt:lpstr>
      <vt:lpstr>Office Theme</vt:lpstr>
      <vt:lpstr>List</vt:lpstr>
      <vt:lpstr>Uviaznutie procesov</vt:lpstr>
      <vt:lpstr>Základné pojmy</vt:lpstr>
      <vt:lpstr>Prostriedky</vt:lpstr>
      <vt:lpstr>Vznik uviaznutia</vt:lpstr>
      <vt:lpstr>Znázorňovanie uviaznutí</vt:lpstr>
      <vt:lpstr>Nebezpečný stav</vt:lpstr>
      <vt:lpstr>Bezpečný stav</vt:lpstr>
      <vt:lpstr>Bezpečný stav</vt:lpstr>
      <vt:lpstr>Uviaznutie – jeden prostriedok každého druhu jedná sa o uviaznutie?</vt:lpstr>
      <vt:lpstr>Uviaznutie pri prideľovaní prostriedkov</vt:lpstr>
      <vt:lpstr>Uviaznutie – deadlock</vt:lpstr>
      <vt:lpstr>Netriviálne uviaznutie</vt:lpstr>
      <vt:lpstr>Uviaznutie pri komunikácii procesov  pomocou zasielania správ</vt:lpstr>
      <vt:lpstr>Prevencia uviaznutia pri zasielaní správ</vt:lpstr>
      <vt:lpstr>Prevencia uviaznutia pri prideľovaní zdrojov</vt:lpstr>
      <vt:lpstr>Riešenie prakticky dôležitých prípadov uviaznutia.</vt:lpstr>
      <vt:lpstr>Riešenie uviaznutia</vt:lpstr>
      <vt:lpstr>Metódy odstránenia uviaznutia preempciou</vt:lpstr>
      <vt:lpstr>Obnova ukončením procesu</vt:lpstr>
      <vt:lpstr>Bankárov algoritmus</vt:lpstr>
      <vt:lpstr>Bankárov algoritmus</vt:lpstr>
      <vt:lpstr>Bankárov algoritmus</vt:lpstr>
      <vt:lpstr>Záver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Uviaznutia - deadlock</dc:title>
  <dc:creator>Julius Barath</dc:creator>
  <cp:lastModifiedBy>Július Baráth</cp:lastModifiedBy>
  <cp:revision>3</cp:revision>
  <dcterms:created xsi:type="dcterms:W3CDTF">2013-05-22T05:34:25Z</dcterms:created>
  <dcterms:modified xsi:type="dcterms:W3CDTF">2025-02-24T09:27:02Z</dcterms:modified>
</cp:coreProperties>
</file>