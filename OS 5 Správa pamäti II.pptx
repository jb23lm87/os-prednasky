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ink/ink1.xml" ContentType="application/inkml+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ink/ink2.xml" ContentType="application/inkml+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8"/>
  </p:notesMasterIdLst>
  <p:sldIdLst>
    <p:sldId id="256" r:id="rId2"/>
    <p:sldId id="275" r:id="rId3"/>
    <p:sldId id="382" r:id="rId4"/>
    <p:sldId id="378" r:id="rId5"/>
    <p:sldId id="354" r:id="rId6"/>
    <p:sldId id="276" r:id="rId7"/>
    <p:sldId id="391" r:id="rId8"/>
    <p:sldId id="277" r:id="rId9"/>
    <p:sldId id="380" r:id="rId10"/>
    <p:sldId id="278" r:id="rId11"/>
    <p:sldId id="397" r:id="rId12"/>
    <p:sldId id="384" r:id="rId13"/>
    <p:sldId id="367" r:id="rId14"/>
    <p:sldId id="280" r:id="rId15"/>
    <p:sldId id="406" r:id="rId16"/>
    <p:sldId id="386" r:id="rId17"/>
    <p:sldId id="398" r:id="rId18"/>
    <p:sldId id="370" r:id="rId19"/>
    <p:sldId id="368" r:id="rId20"/>
    <p:sldId id="282" r:id="rId21"/>
    <p:sldId id="399" r:id="rId22"/>
    <p:sldId id="400" r:id="rId23"/>
    <p:sldId id="401" r:id="rId24"/>
    <p:sldId id="407" r:id="rId25"/>
    <p:sldId id="408" r:id="rId26"/>
    <p:sldId id="409" r:id="rId27"/>
    <p:sldId id="283" r:id="rId28"/>
    <p:sldId id="402" r:id="rId29"/>
    <p:sldId id="284" r:id="rId30"/>
    <p:sldId id="403" r:id="rId31"/>
    <p:sldId id="285" r:id="rId32"/>
    <p:sldId id="286" r:id="rId33"/>
    <p:sldId id="287" r:id="rId34"/>
    <p:sldId id="336" r:id="rId35"/>
    <p:sldId id="288" r:id="rId36"/>
    <p:sldId id="392" r:id="rId37"/>
    <p:sldId id="289" r:id="rId38"/>
    <p:sldId id="387" r:id="rId39"/>
    <p:sldId id="388" r:id="rId40"/>
    <p:sldId id="290" r:id="rId41"/>
    <p:sldId id="291" r:id="rId42"/>
    <p:sldId id="292" r:id="rId43"/>
    <p:sldId id="293" r:id="rId44"/>
    <p:sldId id="389" r:id="rId45"/>
    <p:sldId id="294" r:id="rId46"/>
    <p:sldId id="295" r:id="rId47"/>
    <p:sldId id="365" r:id="rId48"/>
    <p:sldId id="296" r:id="rId49"/>
    <p:sldId id="298" r:id="rId50"/>
    <p:sldId id="381" r:id="rId51"/>
    <p:sldId id="404" r:id="rId52"/>
    <p:sldId id="390" r:id="rId53"/>
    <p:sldId id="405" r:id="rId54"/>
    <p:sldId id="375" r:id="rId55"/>
    <p:sldId id="393" r:id="rId56"/>
    <p:sldId id="372" r:id="rId57"/>
    <p:sldId id="373" r:id="rId58"/>
    <p:sldId id="374" r:id="rId59"/>
    <p:sldId id="376" r:id="rId60"/>
    <p:sldId id="410" r:id="rId61"/>
    <p:sldId id="299" r:id="rId62"/>
    <p:sldId id="366" r:id="rId63"/>
    <p:sldId id="340" r:id="rId64"/>
    <p:sldId id="300" r:id="rId65"/>
    <p:sldId id="343" r:id="rId66"/>
    <p:sldId id="333" r:id="rId67"/>
  </p:sldIdLst>
  <p:sldSz cx="12192000" cy="6858000"/>
  <p:notesSz cx="6858000" cy="9144000"/>
  <p:defaultTextStyle>
    <a:defPPr>
      <a:defRPr lang="sk-S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úlius Baráth" initials="JB" lastIdx="1"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B7F8023-C5F1-7A40-B968-0DE9651D65A2}" v="10" dt="2026-02-23T12:32:03.10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672"/>
    <p:restoredTop sz="94716"/>
  </p:normalViewPr>
  <p:slideViewPr>
    <p:cSldViewPr snapToGrid="0">
      <p:cViewPr varScale="1">
        <p:scale>
          <a:sx n="130" d="100"/>
          <a:sy n="130" d="100"/>
        </p:scale>
        <p:origin x="192" y="536"/>
      </p:cViewPr>
      <p:guideLst>
        <p:guide orient="horz" pos="2160"/>
        <p:guide pos="3840"/>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microsoft.com/office/2016/11/relationships/changesInfo" Target="changesInfos/changesInfo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75"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ráth, Július" userId="aebde9b9-dccc-4475-a9ac-c05e78323d7a" providerId="ADAL" clId="{4A0811C8-ED2F-505E-B787-C8270CED5046}"/>
    <pc:docChg chg="custSel modSld">
      <pc:chgData name="Baráth, Július" userId="aebde9b9-dccc-4475-a9ac-c05e78323d7a" providerId="ADAL" clId="{4A0811C8-ED2F-505E-B787-C8270CED5046}" dt="2026-02-23T12:47:29.285" v="119" actId="1076"/>
      <pc:docMkLst>
        <pc:docMk/>
      </pc:docMkLst>
      <pc:sldChg chg="addSp delSp modSp mod">
        <pc:chgData name="Baráth, Július" userId="aebde9b9-dccc-4475-a9ac-c05e78323d7a" providerId="ADAL" clId="{4A0811C8-ED2F-505E-B787-C8270CED5046}" dt="2026-02-23T12:11:00.228" v="43" actId="1076"/>
        <pc:sldMkLst>
          <pc:docMk/>
          <pc:sldMk cId="748473053" sldId="284"/>
        </pc:sldMkLst>
        <pc:spChg chg="mod">
          <ac:chgData name="Baráth, Július" userId="aebde9b9-dccc-4475-a9ac-c05e78323d7a" providerId="ADAL" clId="{4A0811C8-ED2F-505E-B787-C8270CED5046}" dt="2026-02-23T11:45:21.347" v="16" actId="27636"/>
          <ac:spMkLst>
            <pc:docMk/>
            <pc:sldMk cId="748473053" sldId="284"/>
            <ac:spMk id="63490" creationId="{541CAA9E-E143-A242-AE35-F088FBFD8444}"/>
          </ac:spMkLst>
        </pc:spChg>
        <pc:spChg chg="del mod">
          <ac:chgData name="Baráth, Július" userId="aebde9b9-dccc-4475-a9ac-c05e78323d7a" providerId="ADAL" clId="{4A0811C8-ED2F-505E-B787-C8270CED5046}" dt="2026-02-23T11:58:01.657" v="21" actId="478"/>
          <ac:spMkLst>
            <pc:docMk/>
            <pc:sldMk cId="748473053" sldId="284"/>
            <ac:spMk id="63491" creationId="{0B4D2BB2-FE83-314A-A9EB-5FCD30FA8F5C}"/>
          </ac:spMkLst>
        </pc:spChg>
        <pc:picChg chg="add del mod">
          <ac:chgData name="Baráth, Július" userId="aebde9b9-dccc-4475-a9ac-c05e78323d7a" providerId="ADAL" clId="{4A0811C8-ED2F-505E-B787-C8270CED5046}" dt="2026-02-23T11:44:59.071" v="8" actId="478"/>
          <ac:picMkLst>
            <pc:docMk/>
            <pc:sldMk cId="748473053" sldId="284"/>
            <ac:picMk id="3" creationId="{08CF9385-5387-4BB0-18A3-014017247159}"/>
          </ac:picMkLst>
        </pc:picChg>
        <pc:picChg chg="add mod">
          <ac:chgData name="Baráth, Július" userId="aebde9b9-dccc-4475-a9ac-c05e78323d7a" providerId="ADAL" clId="{4A0811C8-ED2F-505E-B787-C8270CED5046}" dt="2026-02-23T11:45:14.481" v="14" actId="1076"/>
          <ac:picMkLst>
            <pc:docMk/>
            <pc:sldMk cId="748473053" sldId="284"/>
            <ac:picMk id="5" creationId="{674F41C0-D79D-C6F1-F580-0775350A6511}"/>
          </ac:picMkLst>
        </pc:picChg>
        <pc:picChg chg="add del mod">
          <ac:chgData name="Baráth, Július" userId="aebde9b9-dccc-4475-a9ac-c05e78323d7a" providerId="ADAL" clId="{4A0811C8-ED2F-505E-B787-C8270CED5046}" dt="2026-02-23T12:09:47.183" v="38" actId="478"/>
          <ac:picMkLst>
            <pc:docMk/>
            <pc:sldMk cId="748473053" sldId="284"/>
            <ac:picMk id="7" creationId="{91786488-2EA0-EDD2-F867-5C2A0EAFB3C6}"/>
          </ac:picMkLst>
        </pc:picChg>
        <pc:picChg chg="add mod">
          <ac:chgData name="Baráth, Július" userId="aebde9b9-dccc-4475-a9ac-c05e78323d7a" providerId="ADAL" clId="{4A0811C8-ED2F-505E-B787-C8270CED5046}" dt="2026-02-23T12:11:00.228" v="43" actId="1076"/>
          <ac:picMkLst>
            <pc:docMk/>
            <pc:sldMk cId="748473053" sldId="284"/>
            <ac:picMk id="9" creationId="{6CDC9666-B50E-B9A6-2A36-CEFB93899E21}"/>
          </ac:picMkLst>
        </pc:picChg>
        <pc:picChg chg="del">
          <ac:chgData name="Baráth, Július" userId="aebde9b9-dccc-4475-a9ac-c05e78323d7a" providerId="ADAL" clId="{4A0811C8-ED2F-505E-B787-C8270CED5046}" dt="2026-02-23T11:57:58.803" v="20" actId="478"/>
          <ac:picMkLst>
            <pc:docMk/>
            <pc:sldMk cId="748473053" sldId="284"/>
            <ac:picMk id="63492" creationId="{20546E13-1105-C04D-BF81-302E24DDAB93}"/>
          </ac:picMkLst>
        </pc:picChg>
      </pc:sldChg>
      <pc:sldChg chg="addSp delSp modSp mod">
        <pc:chgData name="Baráth, Július" userId="aebde9b9-dccc-4475-a9ac-c05e78323d7a" providerId="ADAL" clId="{4A0811C8-ED2F-505E-B787-C8270CED5046}" dt="2026-02-23T12:14:09.562" v="59" actId="14100"/>
        <pc:sldMkLst>
          <pc:docMk/>
          <pc:sldMk cId="204029065" sldId="285"/>
        </pc:sldMkLst>
        <pc:spChg chg="mod">
          <ac:chgData name="Baráth, Július" userId="aebde9b9-dccc-4475-a9ac-c05e78323d7a" providerId="ADAL" clId="{4A0811C8-ED2F-505E-B787-C8270CED5046}" dt="2026-02-23T12:11:54.595" v="51" actId="20577"/>
          <ac:spMkLst>
            <pc:docMk/>
            <pc:sldMk cId="204029065" sldId="285"/>
            <ac:spMk id="67586" creationId="{EE12002A-E3C1-6D40-BEC5-EC1627A2CB58}"/>
          </ac:spMkLst>
        </pc:spChg>
        <pc:picChg chg="add del mod">
          <ac:chgData name="Baráth, Július" userId="aebde9b9-dccc-4475-a9ac-c05e78323d7a" providerId="ADAL" clId="{4A0811C8-ED2F-505E-B787-C8270CED5046}" dt="2026-02-23T12:11:13.877" v="44" actId="478"/>
          <ac:picMkLst>
            <pc:docMk/>
            <pc:sldMk cId="204029065" sldId="285"/>
            <ac:picMk id="3" creationId="{9A9BDB0C-A058-A1FA-E9A1-02CA6AB2FD1A}"/>
          </ac:picMkLst>
        </pc:picChg>
        <pc:picChg chg="add del mod">
          <ac:chgData name="Baráth, Július" userId="aebde9b9-dccc-4475-a9ac-c05e78323d7a" providerId="ADAL" clId="{4A0811C8-ED2F-505E-B787-C8270CED5046}" dt="2026-02-23T12:13:53.920" v="52" actId="478"/>
          <ac:picMkLst>
            <pc:docMk/>
            <pc:sldMk cId="204029065" sldId="285"/>
            <ac:picMk id="5" creationId="{9249BA89-34FA-1303-4818-9CC91A15259B}"/>
          </ac:picMkLst>
        </pc:picChg>
        <pc:picChg chg="add mod">
          <ac:chgData name="Baráth, Július" userId="aebde9b9-dccc-4475-a9ac-c05e78323d7a" providerId="ADAL" clId="{4A0811C8-ED2F-505E-B787-C8270CED5046}" dt="2026-02-23T12:14:09.562" v="59" actId="14100"/>
          <ac:picMkLst>
            <pc:docMk/>
            <pc:sldMk cId="204029065" sldId="285"/>
            <ac:picMk id="7" creationId="{7654AB29-82A6-9BDB-A6DA-FF8065DA2E4C}"/>
          </ac:picMkLst>
        </pc:picChg>
        <pc:picChg chg="del mod">
          <ac:chgData name="Baráth, Július" userId="aebde9b9-dccc-4475-a9ac-c05e78323d7a" providerId="ADAL" clId="{4A0811C8-ED2F-505E-B787-C8270CED5046}" dt="2026-02-23T12:03:57.552" v="37" actId="21"/>
          <ac:picMkLst>
            <pc:docMk/>
            <pc:sldMk cId="204029065" sldId="285"/>
            <ac:picMk id="67587" creationId="{0FF63251-2751-3442-828B-D8473F7BBEE2}"/>
          </ac:picMkLst>
        </pc:picChg>
      </pc:sldChg>
      <pc:sldChg chg="modSp mod">
        <pc:chgData name="Baráth, Július" userId="aebde9b9-dccc-4475-a9ac-c05e78323d7a" providerId="ADAL" clId="{4A0811C8-ED2F-505E-B787-C8270CED5046}" dt="2026-02-23T12:35:46.937" v="68" actId="6549"/>
        <pc:sldMkLst>
          <pc:docMk/>
          <pc:sldMk cId="499684964" sldId="289"/>
        </pc:sldMkLst>
        <pc:spChg chg="mod">
          <ac:chgData name="Baráth, Július" userId="aebde9b9-dccc-4475-a9ac-c05e78323d7a" providerId="ADAL" clId="{4A0811C8-ED2F-505E-B787-C8270CED5046}" dt="2026-02-23T12:35:46.937" v="68" actId="6549"/>
          <ac:spMkLst>
            <pc:docMk/>
            <pc:sldMk cId="499684964" sldId="289"/>
            <ac:spMk id="81922" creationId="{6D3BE00E-B8FD-D546-A69A-B05D46E99EE8}"/>
          </ac:spMkLst>
        </pc:spChg>
      </pc:sldChg>
      <pc:sldChg chg="delSp modSp mod">
        <pc:chgData name="Baráth, Július" userId="aebde9b9-dccc-4475-a9ac-c05e78323d7a" providerId="ADAL" clId="{4A0811C8-ED2F-505E-B787-C8270CED5046}" dt="2026-02-23T12:38:50.395" v="113" actId="20577"/>
        <pc:sldMkLst>
          <pc:docMk/>
          <pc:sldMk cId="893895114" sldId="290"/>
        </pc:sldMkLst>
        <pc:spChg chg="mod">
          <ac:chgData name="Baráth, Július" userId="aebde9b9-dccc-4475-a9ac-c05e78323d7a" providerId="ADAL" clId="{4A0811C8-ED2F-505E-B787-C8270CED5046}" dt="2026-02-23T12:38:50.395" v="113" actId="20577"/>
          <ac:spMkLst>
            <pc:docMk/>
            <pc:sldMk cId="893895114" sldId="290"/>
            <ac:spMk id="86018" creationId="{1C1EC963-954E-5C42-9D3F-7C31B042DE10}"/>
          </ac:spMkLst>
        </pc:spChg>
        <pc:inkChg chg="del">
          <ac:chgData name="Baráth, Július" userId="aebde9b9-dccc-4475-a9ac-c05e78323d7a" providerId="ADAL" clId="{4A0811C8-ED2F-505E-B787-C8270CED5046}" dt="2026-02-23T12:38:38.190" v="89" actId="478"/>
          <ac:inkMkLst>
            <pc:docMk/>
            <pc:sldMk cId="893895114" sldId="290"/>
            <ac:inkMk id="2" creationId="{FF6F4304-CA99-EDBD-91EC-98446A9ED49E}"/>
          </ac:inkMkLst>
        </pc:inkChg>
      </pc:sldChg>
      <pc:sldChg chg="modSp mod">
        <pc:chgData name="Baráth, Július" userId="aebde9b9-dccc-4475-a9ac-c05e78323d7a" providerId="ADAL" clId="{4A0811C8-ED2F-505E-B787-C8270CED5046}" dt="2026-02-23T12:39:39.342" v="114" actId="58"/>
        <pc:sldMkLst>
          <pc:docMk/>
          <pc:sldMk cId="3227737492" sldId="292"/>
        </pc:sldMkLst>
        <pc:spChg chg="mod">
          <ac:chgData name="Baráth, Július" userId="aebde9b9-dccc-4475-a9ac-c05e78323d7a" providerId="ADAL" clId="{4A0811C8-ED2F-505E-B787-C8270CED5046}" dt="2026-02-23T12:39:39.342" v="114" actId="58"/>
          <ac:spMkLst>
            <pc:docMk/>
            <pc:sldMk cId="3227737492" sldId="292"/>
            <ac:spMk id="90114" creationId="{AC9773F0-684C-A048-8B70-80D16532370E}"/>
          </ac:spMkLst>
        </pc:spChg>
      </pc:sldChg>
      <pc:sldChg chg="addSp delSp modSp mod">
        <pc:chgData name="Baráth, Július" userId="aebde9b9-dccc-4475-a9ac-c05e78323d7a" providerId="ADAL" clId="{4A0811C8-ED2F-505E-B787-C8270CED5046}" dt="2026-02-23T12:32:17.612" v="67" actId="1076"/>
        <pc:sldMkLst>
          <pc:docMk/>
          <pc:sldMk cId="2423322285" sldId="336"/>
        </pc:sldMkLst>
        <pc:picChg chg="add mod">
          <ac:chgData name="Baráth, Július" userId="aebde9b9-dccc-4475-a9ac-c05e78323d7a" providerId="ADAL" clId="{4A0811C8-ED2F-505E-B787-C8270CED5046}" dt="2026-02-23T12:32:17.612" v="67" actId="1076"/>
          <ac:picMkLst>
            <pc:docMk/>
            <pc:sldMk cId="2423322285" sldId="336"/>
            <ac:picMk id="4" creationId="{C7688925-FD84-CD44-B41B-82CFC263AD6E}"/>
          </ac:picMkLst>
        </pc:picChg>
        <pc:picChg chg="del">
          <ac:chgData name="Baráth, Július" userId="aebde9b9-dccc-4475-a9ac-c05e78323d7a" providerId="ADAL" clId="{4A0811C8-ED2F-505E-B787-C8270CED5046}" dt="2026-02-23T12:32:03.096" v="60" actId="478"/>
          <ac:picMkLst>
            <pc:docMk/>
            <pc:sldMk cId="2423322285" sldId="336"/>
            <ac:picMk id="73730" creationId="{2F859CCC-D88B-F24F-832A-AADC23DEC528}"/>
          </ac:picMkLst>
        </pc:picChg>
        <pc:inkChg chg="del">
          <ac:chgData name="Baráth, Július" userId="aebde9b9-dccc-4475-a9ac-c05e78323d7a" providerId="ADAL" clId="{4A0811C8-ED2F-505E-B787-C8270CED5046}" dt="2026-02-23T12:32:04.692" v="61" actId="478"/>
          <ac:inkMkLst>
            <pc:docMk/>
            <pc:sldMk cId="2423322285" sldId="336"/>
            <ac:inkMk id="2" creationId="{05BB2606-7FB2-A05D-59D7-9C0BE2AE704F}"/>
          </ac:inkMkLst>
        </pc:inkChg>
      </pc:sldChg>
      <pc:sldChg chg="modSp mod">
        <pc:chgData name="Baráth, Július" userId="aebde9b9-dccc-4475-a9ac-c05e78323d7a" providerId="ADAL" clId="{4A0811C8-ED2F-505E-B787-C8270CED5046}" dt="2026-02-23T12:47:29.285" v="119" actId="1076"/>
        <pc:sldMkLst>
          <pc:docMk/>
          <pc:sldMk cId="934652545" sldId="375"/>
        </pc:sldMkLst>
        <pc:spChg chg="mod">
          <ac:chgData name="Baráth, Július" userId="aebde9b9-dccc-4475-a9ac-c05e78323d7a" providerId="ADAL" clId="{4A0811C8-ED2F-505E-B787-C8270CED5046}" dt="2026-02-23T12:47:29.285" v="119" actId="1076"/>
          <ac:spMkLst>
            <pc:docMk/>
            <pc:sldMk cId="934652545" sldId="375"/>
            <ac:spMk id="2" creationId="{06575A05-72E2-4AE0-85EF-EF5A24F67B77}"/>
          </ac:spMkLst>
        </pc:spChg>
      </pc:sldChg>
      <pc:sldChg chg="delSp modSp mod">
        <pc:chgData name="Baráth, Július" userId="aebde9b9-dccc-4475-a9ac-c05e78323d7a" providerId="ADAL" clId="{4A0811C8-ED2F-505E-B787-C8270CED5046}" dt="2026-02-23T12:37:39.719" v="88" actId="20577"/>
        <pc:sldMkLst>
          <pc:docMk/>
          <pc:sldMk cId="2696728639" sldId="387"/>
        </pc:sldMkLst>
        <pc:spChg chg="mod">
          <ac:chgData name="Baráth, Július" userId="aebde9b9-dccc-4475-a9ac-c05e78323d7a" providerId="ADAL" clId="{4A0811C8-ED2F-505E-B787-C8270CED5046}" dt="2026-02-23T12:37:39.719" v="88" actId="20577"/>
          <ac:spMkLst>
            <pc:docMk/>
            <pc:sldMk cId="2696728639" sldId="387"/>
            <ac:spMk id="83970" creationId="{DDB0AD98-468B-4A40-9322-97F310B94787}"/>
          </ac:spMkLst>
        </pc:spChg>
        <pc:inkChg chg="del">
          <ac:chgData name="Baráth, Július" userId="aebde9b9-dccc-4475-a9ac-c05e78323d7a" providerId="ADAL" clId="{4A0811C8-ED2F-505E-B787-C8270CED5046}" dt="2026-02-23T12:36:36.842" v="69" actId="478"/>
          <ac:inkMkLst>
            <pc:docMk/>
            <pc:sldMk cId="2696728639" sldId="387"/>
            <ac:inkMk id="2" creationId="{96154049-9C69-5275-5002-0244AA2E7E6F}"/>
          </ac:inkMkLst>
        </pc:ink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4T12:21:08.491"/>
    </inkml:context>
    <inkml:brush xml:id="br0">
      <inkml:brushProperty name="height" value="0.053" units="cm"/>
      <inkml:brushProperty name="color" value="#FF0000"/>
    </inkml:brush>
  </inkml:definitions>
  <inkml:trace contextRef="#ctx0" brushRef="#br0">24529 6878 12287,'0'-10'0,"0"0"0,0 6 0,0-6 0,0-1 0,0 3 0,0-2 0,0-1 0,0-2 0,0 4 0,0-1 0,0-1 0,0-2 0,0 5 0,0 19 0,0 12 0,0 1 0,-1 4 0,-2-5 0,-2 1 0,2 0 0,1-2 0,2 2 0,0-5 0,0-3 0,0-1 0,0-1 0,2-6 0,2-3 0,4-4 0,7-2 0,1-4 0,3-5 0,-1-1 0,5 0 0,3 1 0,1-1 0,2 5 0,-2 1 0,-1 2 0,-2-2 0,-2 4 0,2-3 0,-3 8 0,0 5 0,-10 5 0,2 4 0,-5 4 0,-5 6 0,-3-1 0,-5 11 0,-6 2 0,-7 2 0,-4 1 0,-7 0 0,-1 0 0,-4 0 0,2-4 0,-5-4 0,2-3 0,3-5 0,7-8 0,2-1 0,3-7 0,2-6 0,7-4 0,3-2 0,1-4 0,3-3 0,4-6 0,0-1 0,0-1 0,1-1 0,4-2 0,5 1 0,-2 2 0,1 2 0,4-1 0,5 1 0,-1-1 0,6 1 0,-1 0 0,0-1 0,2 1 0,5 1 0,1 3 0,4 6 0,-2 2 0,6 2 0,2 0 0,2 0 0,-5 11 0,-4 5 0,-4 3 0,-5 2 0,-2 3 0,-6-3 0,0 0 0,-3 0 0,-7 3 0,2-5 0,-1-2 0,-4-1 0,-1-8 0,-9 5 0,-1-5 0</inkml:trace>
  <inkml:trace contextRef="#ctx0" brushRef="#br0" timeOffset="1">25321 7252 12287,'14'-7'0,"0"-2"0,-1-4 0,-3-3 0,-5-2 0,-4-1 0,-1-5 0,-1 3 0,-4-1 0,-5-4 0,-7 4 0,-4 0 0,-2 1 0,-2 3 0,-2 2 0,-2 3 0,0 4 0,0 4 0,2 4 0,2 2 0,2 4 0,2 4 0,-3 6 0,5 4 0,2 3 0,1 1 0,6 4 0,2-1 0,2 4 0,3 4 0,1-1 0,2-3 0,2 2 0,2 2 0,4 4 0,7-2 0,1-1 0,3 0 0,-2-6 0,7-7 0,2-1 0,1-4 0,-3-7 0,0-5 0,3-4 0,5-1 0,-1-12 0,2-8 0,-2-5 0,-3-4 0,1-6 0,-2-3 0,-3-2 0,-4 1 0,-4 4 0,-4 6 0,-2 0 0,-5 1 0,-4 1 0,-1 3 0,0 4 0,0 4 0,-1 8 0,-4 4 0,-1 4 0,-4 4 0,4 9 0,6 8 0,0 1 0,0 4 0,0 8 0,0 4 0,1 3 0,4 3 0,3-1 0,8 0 0,1 0 0,3 0 0,-1-6 0,-5-5 0,2-8 0,3-10 0,-3-6 0,4-8 0,-4-1 0,-2-4 0,0-9 0,1-9 0,-1-6 0</inkml:trace>
  <inkml:trace contextRef="#ctx0" brushRef="#br0" timeOffset="2">25709 7007 12287,'0'14'0,"5"1"0,0-1 0,-1 1 0,-4-1 0,0 0 0,0 1 0,0 1 0,0 1 0,0 4 0,0 2 0,2-4 0,1 5 0,4 1 0,1 2 0,1 7 0,6-2 0,-1-3 0,0-4 0,1-5 0,1 2 0,1-3 0,3-6 0,4-5 0,-5-8 0,-2 0 0,-1 0 0,3-8 0,-1-7 0,-4-7 0,-2-5 0,-9-7 0,3-1 0,-1 0 0,0 0 0,0 1 0,-5 5 0,0 1 0,0-1 0,-2 2 0,-1 1 0,-2 2 0,-6 7 0,1-1 0,-3 7 0,4 6 0,1 10 0,1 4 0,3 9 0,4 3 0,0 1 0,0 4 0,1 1 0,4 3 0,5 2 0,2 2 0,8 6 0,0-3 0,3 1 0,2 0 0,3-1 0,0 1 0,1-6 0,0-6 0,0-7 0,-1-8 0,1-3 0,0-1 0,-7-9 0,-2-7 0,-5-6 0,0-4 0,-2-8 0,-2-8 0,-3-2 0,-2-3 0,-1 3 0,-5-1 0,0-1 0,0 3 0,0-3 0,0 9 0,-2 4 0,-2 4 0,0 0 0,-4 6 0,0 4 0,0 4 0,4 4 0,-4 5 0,1 4 0,-2 5 0,4 7 0,2 4 0,1 1 0,2 1 0,0 2 0,2-1 0,3 2 0,2 6 0,8 3 0,-1 0 0,1 0 0,5 4 0,4-6 0,5-1 0,5-1 0,3-3 0,6-2 0,0-5 0,0-7 0,-5-11 0,-1-3 0,-2-11 0,-3-11 0,-8-2 0,-3-24 0,-7 3 0</inkml:trace>
  <inkml:trace contextRef="#ctx0" brushRef="#br0" timeOffset="3">27177 7396 12287,'14'-15'0,"0"1"0,-1-1 0,-3 1 0,-4-7 0,-6-3 0,-2-5 0,-2-4 0,-9 3 0,-8-4 0,-1 4 0,-4 1 0,4 6 0,-2 4 0,-2 3 0,-1 2 0,0 6 0,1 3 0,4 3 0,1 2 0,-4 7 0,1 2 0,-2 6 0,2 4 0,-2-1 0,7 6 0,2 1 0,1 2 0,3 2 0,3 0 0,6 0 0,2-1 0,4 1 0,2 2 0,6 1 0,3 1 0,3 1 0,3-6 0,5 0 0,3-4 0,7 0 0,-1-8 0,-1-5 0,-1-3 0,2-3 0,4-7 0,1-4 0,2-9 0,5-7 0,-7-13 0,2-9 0,-1-7 0,-6-9 0,-9-4 0,-5 0 0,-3 0 0,-8 0 0,-3 1 0,-3-2 0,-2-1 0,-2 2 0,-3 7 0,-4-1 0,-4 1 0,-6 1 0,-2 5 0,0 6 0,0 5 0,1 10 0,2-1 0,-1 9 0,1 6 0,2 6 0,2 15 0,0 5 0,6 10 0,1 9 0,2 8 0,1 4 0,-1 15 0,5 8 0,0 8 0,0 5 0,0 1 0,1-2 0,4 2 0,5 2 0,-2-38 0,1 1 0,2 1 0,-1-1 0,0-1 0,1 0 0,-1-2 0,1 0 0,13 28 0,-5-9 0,-2-9 0,-1-10 0,-1-14 0,-1-22 0,1-4 0,-1-4 0,7-11 0,1-7 0</inkml:trace>
  <inkml:trace contextRef="#ctx0" brushRef="#br0" timeOffset="4">27436 6489 12287,'14'0'0,"-6"-2"0,-2-1 0,1-2 0,-6 1 0,6 10 0,-9 5 0,-1 7 0,-2 6 0,-5 11 0,4 8 0,0 8 0,-1 5 0,3 10 0,4 3 0,0 3 0,0-2 0,0-8 0,0 1 0,1-6 0,4-4 0,-2-5 0,5-11 0,0-9 0,0-7 0,2-6 0,4-6 0,0-9 0,1-9 0,-1-4 0,1-2 0,-1-1 0,0-1 0,2-2 0,4 1 0,-3 2 0,6 2 0,-1-1 0,0 1 0,-4 6 0,3 3 0,-2 3 0,0 2 0,0 2 0,-4 3 0,-1 4 0,0 4 0,-1 8 0,-3 5 0,-5 4 0,-4 4 0,-7 1 0,-5-3 0,-7 1 0,-6-1 0,-3-3 0,0-3 0,1-6 0,2-4 0,0 2 0,-5-10 0,1 0 0,-1-3 0,5-5 0,1-5 0,1-5 0,0-2 0,4-4 0,-1-2 0,3-3 0,2-1 0,6 3 0,3-5 0,3 0 0,2 1 0,7 9 0,1-5 0,6 3 0</inkml:trace>
  <inkml:trace contextRef="#ctx0" brushRef="#br0" timeOffset="5">28227 7482 12287,'19'0'0,"0"0"0,0-2 0,-6-3 0,-2-4 0,-1-4 0,-7-8 0,2-4 0,-5-7 0,-5-7 0,-3-7 0,-8-4 0,-3 1 0,-5-1 0,-3 4 0,-4 8 0,-2 6 0,-6 6 0,-2 12 0,-2 9 0,0 5 0,-1 5 0,1 9 0,0 10 0,3 5 0,7 4 0,5 4 0,16 6 0,0 2 0,3 3 0,6-6 0,-1 2 0,8 0 0,5-4 0,9-2 0,3 0 0,3-6 0,6-6 0,0-2 0,7-8 0,0-5 0,0-3 0,-1-3 0,4-5 0,-1-3 0,1-7 0,-5-1 0,-2-15 0,-4-4 0,-5-7 0,-3-5 0,-7-1 0,1 0 0,-1 0 0,-6 1 0,-3 4 0,-4 6 0,-1 7 0,0 4 0,-1 8 0,-4 3 0,2 6 0,-5 8 0,0 8 0,0 5 0,5 7 0,-2 10 0,3 4 0,2 4 0,0 7 0,0 2 0,2 2 0,3 0 0,3-7 0,6 4 0,2-2 0,3 0 0,-1-2 0,6-9 0,1-8 0,3-9 0,0-10 0,0-7 0,-3-8 0,-1-9 0,0-13 0,3-13 0,-1-7 0,-2-5 0,-7-6 0,3-4 0,-6-5 0,-4-4 0,1-7 0,-6-2 0,-2 0 0,-2 3 0,-2 5 0,-2 4 0,-4-1 0,-1-5 0,-3 9 0,-7-2 0,-2 8 0,-3 6 0,6 5 0,-3 11 0,4 8 0,4 15 0,2 14 0,4 8 0,7 11 0,2 7 0,2 6 0,6 6 0,-3 8 0,2 4 0,0 1 0,-1 2 0,4 4 0,-2 1 0,-1 0 0,-1-1 0,4-1 0,-2-2 0,-1-1 0,0 5 0,4 6 0,0 1 0,7-4 0,1 3 0</inkml:trace>
  <inkml:trace contextRef="#ctx0" brushRef="#br0" timeOffset="6">28946 7611 12287,'0'-14'0,"0"0"0,0-1 0,0-1 0,-3-3 0,-7-5 0,-1 2 0,-13-2 0,-3-2 0,-5-1 0,-6 3 0,-10 3 0,-5 5 0,-3 8 0,-8 5 0,-3 3 0,-3 2 0,-2 2 0,6 4 0,9 13 0,7 2 0</inkml:trace>
  <inkml:trace contextRef="#ctx0" brushRef="#br0" timeOffset="7">29032 7770 12287,'44'8'0,"-3"-4"0,-2-4 0,-6-4 0,-3-6 0,-2-4 0,-4-4 0,-5-3 0,-3-1 0,-7-4 0,-1-6 0,-1-4 0,-4-6 0,-1 0 0,-4-10 0,-3-3 0,-4-1 0,-6 4 0,-2 0 0,-4 5 0,-2 5 0,1 12 0,-3 12 0,1 5 0,-2 4 0,4 7 0,-1 2 0,2 8 0,4 5 0,-4 8 0,2 4 0,1 6 0,2 2 0,7 5 0,1-2 0,1 2 0,4 7 0,2-2 0,2 5 0,6-3 0,7-2 0,2 2 0,9-1 0,6 1 0,6-3 0,4-9 0,4-1 0,1-5 0,2-3 0,5-12 0,-7-3 0,-2-9 0,-5-9 0,-5-14 0,3-17 0,-4-6 0,-5-7 0,0-9 0,-5-7 0,1-6 0,-12 34 0,0 0 0,0-39 0,1 2 0,-5 3 0,-5 5 0,-3 7 0,-4 1 0,-6 4 0,-3 6 0,-1 0 0,-2 6 0,-2-2 0,-1 2 0,0 14 0,5 8 0,-1 6 0,1 12 0,1 7 0,2 12 0,1 10 0,5 12 0,-4 6 0,-1 7 0,2 3 0,0-3 0,5 4 0,-2-1 0,2 0 0,1-3 0,2 5 0,2 1 0,3 2 0,3 8 0,6 3 0,2 5 0,3 5 0,5-5 0,10 0 0,4-9 0,4-3 0,1-14 0,0-6 0,-1-8 0,-4-10 0,-3-12 0,-6-12 0,0-12 0,0-13 0,-2-8 0,-3-10 0,-5-5 0,-3-7 0,-8-1 0,-2 17 0,1-1 0,-3 1 0,0 0 0</inkml:trace>
  <inkml:trace contextRef="#ctx0" brushRef="#br0" timeOffset="8">29637 6575 12287,'1'23'0,"3"-4"0,0-1 0,-1 1 0,4-8 0,-1 3 0,2-1 0,3 0 0,4-3 0,2-3 0,4 0 0,2-4 0,2-3 0,7-5 0,3-3 0,2 0 0,-5-9 0,2 2 0,-6-1 0,-4 0 0,4 0 0,-6-1 0,0-2 0,-3 1 0,-7 2 0,-3 2 0,-6 6 0,4 8 0,-7 8 0</inkml:trace>
  <inkml:trace contextRef="#ctx0" brushRef="#br0" timeOffset="9">30025 7597 12287,'15'-43'0,"-3"0"0,-2-2 0,-5-1 0,-4-2 0,-1 0 0,0 6 0,0 5 0,0 8 0,0 7 0,0 8 0,0 12 0,0 9 0,0 9 0,0 7 0,0 11 0,0 4 0,0 4 0,0 1 0,0 0 0,2 0 0,1 1 0,2-1 0,4-2 0,-2-1 0,-1-3 0,1-2 0,2-1 0,-2-5 0,1-2 0,3-3 0,3-5 0,4-9 0,1-7 0,-1-6 0,2-12 0,1-9 0,2-5 0,2-4 0,-3-4 0,1-6 0,-2 0 0,-4 0 0,4-1 0,-2 1 0,-3 0 0,-5 0 0,-3 1 0,-4 4 0,0 6 0,0 6 0,-4 7 0,-5 10 0,-5 4 0,2 16 0,-1 8 0,-1 8 0,2 7 0,0 3 0,5 6 0,-2 0 0,2 0 0,1 0 0,2 2 0,0 2 0,0 1 0,7 4 0,2-2 0,6-1 0,4 1 0,2-2 0,6-5 0,0-1 0,3-4 0,2-11 0,-3-12 0,-2-9 0,-3-4 0,2-15 0,-7-10 0,-1-10 0,-3-10 0,0-10 0,-1 0 0,1-3 0,-1-1 0,-4 4 0,-2 2 0,0 0 0,0-1 0,-5 1 0,2-2 0,-4 6 0,-1 2 0,-6 3 0,-4 4 0,-1 6 0,1 6 0,-2 12 0,2 9 0,-3 5 0,-1 5 0,-1 3 0,1 8 0,0 3 0,-1 5 0,3 8 0,0 3 0,3 2 0,-2 3 0,4-3 0,2 1 0,4 2 0,1 2 0,1 1 0,4 0 0,5 0 0,3 0 0,6 0 0,2 1 0,1-1 0,3 0 0,3-5 0,2-1 0,2-3 0,2-7 0,4-5 0,-5-9 0,-1-3 0,-1-6 0,-2-8 0,-2-8 0,-3-7 0,-5-10 0,-3-6 0,-2-14 0,1-2 0</inkml:trace>
  <inkml:trace contextRef="#ctx0" brushRef="#br0" timeOffset="10">30888 7021 12287,'20'-14'0,"-1"0"0,2-1 0,-4 1 0,4 1 0,1 4 0,4-4 0,6 5 0,3-2 0,2 1 0,1 4 0,7-3 0,0 0 0,-2 0 0,3 3 0,-9-3 0,1 0 0,1 0 0,-3 3 0,4-3 0,-1 2 0,1 3 0,-5-4 0,0 2 0,-3 2 0,-3 2 0,-12 1 0,-17 0 0,-19 6 0,-5 8 0,-11 9 0</inkml:trace>
  <inkml:trace contextRef="#ctx0" brushRef="#br0" timeOffset="11">26299 7252 12287,'0'-8'0,"0"-5"0,0 5 0,0-7 0,2 6 0,2-1 0,-2 6 0,3-6 0,-4 5 0,-1-4 0,0-1 0,0-4 0,0-1 0,0 1 0,0-1 0,2 3 0,3 2 0,-2-1 0,5 4 0,0 1 0,0 0 0,-3-4 0,4 5 0,2 2 0,2 1 0,2 2 0,1 2 0,3 3 0,-3 3 0,3 6 0,-1 2 0,1 3 0,-3-1 0,3 6 0,-3 3 0,-2 5 0,-1 0 0,-3 8 0,-6 3 0,-2 4 0,-10 5 0,-6-2 0,-9 1 0,-10 2 0,-4 4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4T12:21:08.503"/>
    </inkml:context>
    <inkml:brush xml:id="br0">
      <inkml:brushProperty name="width" value="0.05292" units="cm"/>
      <inkml:brushProperty name="height" value="0.05292" units="cm"/>
      <inkml:brushProperty name="color" value="#57D200"/>
    </inkml:brush>
  </inkml:definitions>
  <inkml:trace contextRef="#ctx0" brushRef="#br0">25695 9324 12287,'8'-2'0,"-4"-3"0,0 4 0,-1-6 0,2 1 0,-1 4 0,1-6 0,0 3 0,0 4 0,1-6 0,-4 7 0,6 0 0,-3 0 0,-2 0 0,6 0 0,-4 0 0,5 0 0,-1 0 0,6 0 0,-1 0 0,1 0 0,-1 0 0,0 0 0,1 0 0,4 0 0,2 0 0,-1 2 0,1 3 0,6-4 0,1 4 0,4-3 0,0-2 0,-4 0 0,-2 1 0,-1 3 0,6 0 0,-7 1 0,3-5 0,-5 0 0,-4 0 0,0 0 0,-1 0 0,2 0 0,0 5 0,-4 0 0,-1-2 0,1-1 0,-1-2 0,0 0 0,1 0 0,-1 1 0,1 2 0,-1 2 0,2 0 0,2-5 0,4 0 0,5 0 0,-1 0 0,7 0 0,-1 0 0,2 0 0,3 2 0,4 1 0,-3 2 0,-4-2 0,-4-2 0,-1-1 0,0 0 0,0 0 0,-7 0 0,-3 0 0,-3 0 0,-1 0 0,-1 0 0,0 0 0,1 0 0,-1 0 0,1 0 0,-1 0 0,0 0 0,1 0 0,-1 0 0,1 0 0,1 0 0,1 0 0,4 0 0,1 0 0,-3 0 0,5 0 0,4 0 0,4 0 0,-7 0 0,6 0 0,-1 0 0,2 0 0,1-1 0,-4-2 0,-2-2 0,-3 2 0,2 1 0,-5 2 0,1 0 0,4 0 0,-6 0 0,1-2 0,-2-1 0,1-2 0,5 1 0,-1 2 0,3-1 0,2-2 0,1-5 0,2 4 0,4 0 0,0-1 0,-2-2 0,3 2 0,-2 1 0,-3-1 0,0-2 0,0 2 0,0 1 0,-5 0 0,2 1 0,-5 5 0,4-2 0,6-3 0,-4 4 0,6-4 0,0 3 0,8 2 0,0 0 0,7 0 0,-1 0 0,-4 0 0,-1 0 0,-3 0 0,-2 0 0,-2 0 0,-6 2 0,2 1 0,-4 2 0,-1-2 0,3-1 0,3-1 0,5 3 0,0 0 0,5 1 0,2-5 0,1 0 0,2 0 0,-12 0 0,1 0 0,-7 0 0,-4 0 0,-4 0 0,-1 0 0,-2 0 0,-4 0 0,-6-5 0,-1 1 0,1-1 0,2-2 0,1 4 0,2-5 0,3 2 0,-1-4 0,6 5 0,2 2 0,1 2 0,3-1 0,2-1 0,3-2 0,2 2 0,-3 1 0,2 2 0,0 0 0,-4 0 0,-4 0 0,-2 0 0,-4 0 0,-1 0 0,-2 0 0,-4 0 0,-1 0 0,0 0 0,1 0 0,-1 0 0,1 0 0,-1 0 0,-4 0 0,1 0 0,3 0 0,4 0 0,1 0 0,-3 0 0,1 0 0,3 0 0,4 0 0,-4 0 0,1 0 0,0 0 0,5 0 0,-2 0 0,3 0 0,1 0 0,1 0 0,0 0 0,0 2 0,0 3 0,-2-4 0,-2 4 0,-2-2 0,-3 2 0,1-3 0,-3 4 0,3-1 0,1 0 0,-4-1 0,-1-2 0,-4 1 0,-3 2 0,-1 0 0,6-5 0,-7 0 0,-2 0 0,-6-2 0,0-3 0,0 5 0,0 0 0,-2 2 0,-2 8 0,-4-1 0,-7 6 0</inkml:trace>
  <inkml:trace contextRef="#ctx0" brushRef="#br0" timeOffset="1">21969 9899 12287,'0'-22'0,"0"3"0,-2 3 0,-3 1 0,4 6 0,-4-1 0,3-1 0,2-2 0,0 3 0,0 1 0,0-2 0,2 4 0,1 1 0,3 1 0,2 0 0,2 0 0,4 5 0,1 0 0,-1 0 0,0 0 0,1 0 0,1 2 0,3 3 0,3-4 0,7 6 0,2-1 0,2 4 0,-1-2 0,6 1 0,2 3 0,2 0 0,-4-2 0,-1 0 0,-2-1 0,-3-1 0,-1 3 0,-3-4 0,0-1 0,-4 1 0,-2-1 0,-5-3 0,3 2 0,-3-2 0,1 4 0,-1-3 0,3-1 0,-3-1 0,6-2 0,-1 2 0,2 1 0,0 2 0,0-1 0,5-4 0,-1 0 0,1 0 0,0 5 0,0 0 0,0-2 0,-1-1 0,6-2 0,-2 0 0,-3 0 0,-4 0 0,-1 0 0,5 0 0,0 0 0,-1 0 0,-4 0 0,0 0 0,4 0 0,4 0 0,3 0 0,5 0 0,-2 0 0,2 0 0,2 0 0,1 0 0,0 0 0,0 0 0,-6 0 0,-4 0 0,-2 0 0,-2 0 0,3 0 0,-2 0 0,-3 1 0,0 4 0,2-3 0,5 4 0,2-1 0,1 0 0,3 0 0,-5-4 0,2 2 0,3 2 0,0 0 0,-2-5 0,-4 2 0,-4 2 0,-1-2 0,0 3 0,0-2 0,-1 2 0,-4-4 0,0 4 0,2-3 0,1-2 0,2 1 0,0 3 0,-1 0 0,1 0 0,2-3 0,1-1 0,1 0 0,-1 0 0,3 0 0,-3 0 0,-3 0 0,-3 0 0,-2 0 0,3 0 0,-3 0 0,-5 0 0,2 0 0,-1 0 0,1 0 0,0 0 0,3 0 0,-3 0 0,0 0 0,-1 0 0,11 0 0,-3 0 0,3 0 0,-1 0 0,5 0 0,4 0 0,1 0 0,-2 0 0,2 0 0,-6 0 0,-2 0 0,-2 0 0,-3 5 0,-3 0 0,-5-2 0,-3-1 0,-1-2 0,-1 0 0,0 0 0,1 0 0,-1 0 0,1 0 0,1 0 0,3 0 0,-3 0 0,5 0 0,-1 0 0,4 0 0,3 0 0,4 0 0,1 0 0,1 0 0,3 0 0,-5 1 0,3 2 0,-2 2 0,-2 0 0,-2-5 0,-3 0 0,-1 0 0,-5 0 0,4 0 0,-3 0 0,-2 0 0,3 0 0,-2 0 0,-1 0 0,-2 0 0,3 0 0,2 0 0,-1 0 0,1 0 0,3 0 0,-3 0 0,1 0 0,4 0 0,-1 0 0,1 0 0,-4 0 0,-1 0 0,3 0 0,-5 0 0,-1 0 0,-2 0 0,-2-5 0,1 0 0,-1 1 0,0-3 0,1 6 0,-1-6 0,1 1 0,-1 4 0,0-3 0,1 4 0,-1 1 0,1 0 0,-1 0 0,0 0 0,1 0 0,-1 0 0,0 0 0,1 0 0,-1 0 0,-4 0 0,-1 0 0,3 0 0,0 0 0,3 0 0,-1 0 0,1 0 0,-1 0 0,0 0 0,2 0 0,2 0 0,1 0 0,5 0 0,-3 0 0,0 0 0,-1 0 0,4 0 0,-3 0 0,0 0 0,0 0 0,3 0 0,-5 0 0,-2 0 0,-1 0 0,-1 0 0,-1 0 0,1 0 0,-1 0 0,-1-2 0,-4-3 0,4 4 0,-3-4 0,-2-1 0,1 1 0,3 2 0,-4 1 0,1 2 0,2 0 0,-3 0 0,0-2 0,-1-2 0,-3 2 0,-5-4 0,-4 6 0,2 0 0,-7 0 0,-1 0 0,-2 0 0,-1 0 0,0 0 0,-1 0 0,1 0 0,-7 0 0,-3 0 0,-3 0 0,-2 0 0,-8-5 0,-4 0 0,-7 2 0,-3 1 0,-7 1 0,-6-3 0,0-2 0,0-2 0,0 5 0,4-4 0,-4 3 0,-2-1 0,2-2 0,-6 4 0,-2-1 0,3 0 0,5 3 0,10 1 0,3 0 0,1 0 0,1 1 0,1 3 0,-5 0 0,-3-1 0,-10-1 0,-2-2 0,-3 0 0,6 0 0,4 0 0,5 0 0,2 0 0,1 0 0,0 0 0,-4 0 0,-1 2 0,1 2 0,-3-2 0,1 4 0,2-1 0,6 0 0,4 1 0,4-2 0,-2 0 0,-3 0 0,4 2 0,-6-1 0,0 0 0,-2 1 0,-6-4 0,-1 2 0,1-2 0,7-2 0,5 2 0,4 1 0,2 2 0,2-2 0,5-2 0,-6-1 0,-1 0 0,-1 0 0,-11 0 0,-2 0 0,-3 0 0,1 0 0,8 0 0,0 0 0,3 0 0,2 0 0,6 0 0,3 0 0,2 0 0,-1 0 0,-4-4 0,-8-1 0,-1 2 0,-2 1 0,-6 2 0,1 0 0,-3 0 0,-2 0 0,12 0 0,3 0 0,3-2 0,3-2 0,-6 2 0,2-3 0,-7 4 0,-4 1 0,4 0 0,-4-2 0,-1-1 0,2-2 0,1 0 0,9 5 0,1 0 0,1 0 0,6 0 0,-4 0 0,2 0 0,3 0 0,-5 0 0,-3 0 0,-6 0 0,-7 0 0,3 0 0,3 0 0,2 0 0,2 0 0,6-1 0,3-3 0,5 0 0,6 0 0,2 3 0,6 1 0,1 0 0,0 0 0,-1 0 0,1 0 0,-1 0 0,1 0 0,4 0 0,1 0 0,-2 0 0,-1-2 0,3-3 0,2 4 0,14-6 0,2 7 0,4 0 0,2 0 0,1 0 0,1 0 0,2 0 0,-1 0 0,0 0 0,-1 0 0,2 0 0,-1 0 0,-1 5 0,1 0 0,1-2 0,-1-1 0,3-2 0,-1 0 0,3 1 0,2 4 0,3-3 0,2 3 0,3-4 0,6-1 0,9 0 0,5 2 0,4 1 0,5 2 0,-2 0 0,4-4 0,-1 2 0,5 2 0,-4 0 0,-2-5 0,-3 0 0,-1 0 0,-1 2 0,-1 1 0,-3 2 0,-5-2 0,-5 0 0,-5 0 0,-3 2 0,1-2 0,0-1 0,9-2 0,5 1 0,7 4 0,4-3 0,8 3 0,1-4 0,-1-1 0,-5 0 0,1 0 0,2 0 0,4 0 0,-7 0 0,6 0 0,-3 0 0,-1 0 0,-12 0 0,-1 0 0,-8 0 0,-7 0 0,-4 0 0,-7 0 0,0 0 0,3 0 0,7 0 0,-2 2 0,4 1 0,5 2 0,1 0 0,8-5 0,0 0 0,-2 0 0,3 4 0,-6 1 0,0-2 0,2-1 0,-6 3 0,4 0 0,-5-2 0,-4-2 0,-2-1 0,-7 0 0,0 0 0,-3 0 0,-1 0 0,1 0 0,0 0 0,2 0 0,-8 0 0,6 0 0,-3 0 0,-1 0 0,-4 2 0,5 1 0,1 2 0,2-2 0,4-1 0,2-2 0,7 0 0,7 0 0,4 5 0,6-1 0,-1 0 0,-3-3 0,-3-1 0,-9 0 0,-2 0 0,-6 0 0,-9 0 0,-5 0 0,-3 0 0,-1 0 0,-1-1 0,0-3 0,1 0 0,-1 0 0,5 3 0,2 1 0,0 0 0,0 0 0,9-2 0,0-1 0,6-2 0,4 2 0,1 1 0,2 2 0,0 0 0,1 0 0,-8 0 0,-4 0 0,-6-1 0,-7-4 0,-8 3 0,-1-2 0,0-3 0,4 2 0,-5 1 0,1 2 0,1-3 0,2 4 0,1-4 0,1 3 0,-1 2 0,1 2 0,-1 1 0,0 2 0,6 0 0,-1-4 0,-2 2 0,-1 2 0,-1 0 0,-1-5 0,0 0 0,-6 0 0,-3 0 0,-10 0 0,-4 0 0,-4 0 0,-6 0 0,-2 0 0,-1 0 0,-4 0 0,4 0 0,-2 0 0,-2 0 0,-1 0 0,-3 0 0,-2 0 0,-3-2 0,-2-2 0,-2 2 0,-7-4 0,-7-1 0,-9-2 0,-7 1 0,-3-2 0,0 0 0,0 2 0,-1-4 0,-2 4 0,-4 0 0,0 3 0,38 2 0,0-1 0,-2 1 0,0 0 0,0 0 0,-1 0 0,1-1 0,0 1 0,-34-3 0,1 3 0,35 0 0,0 1 0,-3 0 0,0 1 0,-3 0 0,0 0 0,-2 0 0,0 0 0,3 0 0,1-1 0,4 0 0,1 0 0,-31-3 0,4 5 0,-5 0 0,-8 0 0,7 0 0,-6 0 0,11 0 0,4 0 0,1 0 0,6 0 0,-1 0 0,1 0 0,-7 5 0,-3-1 0,-5-1 0,-5-1 0,15 0 0,1 1 0,8 2 0,7-2 0,-7 3 0,-3-1 0,-6-2 0,-4-1 0,1-1 0,-2 3 0,6 0 0,6 0 0,8-3 0,7-1 0,1 0 0,-1 0 0,-5 0 0,-7 0 0,-9 0 0,-3 0 0,-6 0 0,6 0 0,1-1 0,6-4 0,11 3 0,2-3 0,8 4 0,0 1 0,0 0 0,-7 0 0,-2 0 0,-3 0 0,-3-5 0,-5 0 0,1 2 0,3 1 0,12 2 0,1 0 0,9 0 0,6 0 0,-2 0 0,6 0 0,-1 0 0,0 0 0,-5-1 0,4-2 0,-4-2 0,-2 2 0,8 1 0,-3 2 0,5 0 0,10 0 0,8 6 0,8 2 0</inkml:trace>
  <inkml:trace contextRef="#ctx0" brushRef="#br0" timeOffset="2">25465 9309 12287,'14'-6'0,"-1"3"0,-2-5 0,-2 1 0,-4-2 0,3 2 0,-1-1 0,-3 3 0,-2-3 0,3 2 0,-4 0 0,4 1 0,-2 3 0,2-3 0,5 4 0,-2 1 0,1 0 0,3 0 0,5 0 0,2 0 0,-1 0 0,-2 0 0,5 0 0,4 0 0,6 0 0,2 0 0,12 0 0,1 1 0,9 3 0,9 0 0,4 6 0,4-5 0,-1 0 0,-4 1 0,0-3 0,-10 5 0,-5-1 0,-6-4 0,2-2 0,1-1 0,1 0 0,0 0 0,-2 0 0,-5 0 0,0 0 0,0 0 0,-1 0 0,-4 0 0,-4 0 0,-4 0 0,-6 2 0,-2 1 0,-1 2 0,-3-2 0,-9 5 0,-4-1 0,-10 2 0,-6-4 0,-7-3 0,-4-2 0,-8 0 0,-4 0 0,-4 0 0,-10-2 0,-7-1 0,-4-2 0,-3 2 0,-10-4 0,5 1 0,3 0 0,3-1 0,8-4 0,-1 3 0,-2-2 0,0 1 0,-3-1 0,10-4 0,-1 1 0,0 3 0,-1-2 0,10 4 0,9 0 0,9 3 0,11-2 0,7 3 0,10-1 0,17 5 0,8 0 0,5 0 0,10 5 0,6-1 0,2 1 0,0 2 0,0-4 0,4 6 0,-1 1 0,-3-2 0,4 3 0,1-4 0,9-1 0,8 0 0,5 6 0,-38-8 0,-1 0 0,36 4 0,-10-4 0,-9 3 0,-10-2 0,-10-2 0,-20-2 0,-15-1 0,-14 0 0,-10 0 0,-10 0 0,-2-1 0,-5-4 0,-12 2 0,-8-5 0,-7 0 0,-5 0 0,-2 3 0,1-3 0,4 2 0,5 2 0,-2-2 0,3 0 0,4-1 0,2 1 0,2-4 0,-4 5 0,1 1 0,3-3 0,5 6 0,10-4 0,6 3 0,6 2 0,14 0 0,12 0 0,12 0 0,14 0 0,6 0 0,6 0 0,10 0 0,5 0 0,5 2 0,4 3 0,2 1 0,3 5 0,-3-3 0,0-1 0,8 4 0,-31-6 0,2-1 0,3 2 0,1 0 0,3-2 0,1 1 0,-2 2 0,-1-1 0,-1-1 0,-1 0 0,0 0 0,-1 1 0,1-1 0,-1-1 0,1 2 0,-2 0 0,34-2 0,-11 0 0,-12-3 0,-22-1 0,-9 0 0,-21 0 0,-12 0 0,-14 0 0,-8 0 0,-6-1 0,-8-3 0,-3 0 0,-5 0 0,-3-2 0,-1 0 0,1-1 0,3 1 0,5-1 0,8 4 0,2-2 0,-2 2 0,-5-3 0,0 1 0,5 0 0,4-1 0,2 4 0,5-4 0,0-1 0,15 6 0,9-4 0,16-1 0,13 1 0,5 2 0,5 1 0,3 4 0,7 1 0,3 2 0,1-2 0,0 3 0,-4 1 0,3-1 0,1 0 0,12 1 0,4-4 0,10 2 0,-34-4 0,1 1 0,4 1 0,0 0 0,2 0 0,0-1 0,2 1 0,0-1 0,2 1 0,0 0 0,4-2 0,0 0 0,0 1 0,-1 1 0,1-2 0,-1-1 0,-1 0 0,-1 0 0,-5 2 0,-1 1 0,-5 0 0,-1-1 0,29 1 0,-8-1 0,1-2 0,1 0 0,-6 0 0,-7 0 0,-10 1 0,-16 3 0,-5 0 0,-11 1 0,-8-5 0,-8 0 0,-13 0 0,-8 0 0,-9 0 0,-8 0 0,-6 0 0,-7 0 0,-1 0 0,-3 0 0,1 0 0,6 0 0,2-1 0,1-4 0,5 3 0,-6-4 0,-4 1 0,-3 0 0,-1-1 0,6 3 0,3-2 0,5 2 0,10-4 0,6 2 0,6 2 0,14 2 0,12-1 0,8-3 0,6 4 0,5-4 0,7 3 0,6 2 0,6 0 0,10 0 0,5 2 0,3 3 0,6-4 0,2 4 0,0-2 0,0 2 0,0-3 0,-2 2 0,7 0 0,6 0 0,-31-3 0,2 0 0,1 2 0,1 0 0,-2 0 0,0-1 0,-4 0 0,0 1 0,37 7 0,-7-4 0,-2 0 0,-3 1 0,-5-1 0,-11-3 0,-7 2 0,-9-2 0,-10 4 0,-10-2 0,-12-1 0,-25-4 0,-10 0 0,-10 0 0,-6-4 0,2-1 0,-4 0 0,-1-1 0,5 4 0,-2-3 0,5 4 0,4 1 0,2-2 0,4-1 0,-4-2 0,0 2 0,2 0 0,6-1 0,2 0 0,3 0 0,3 3 0,9-1 0,2-3 0,5 4 0,10-4 0,6 3 0,7 2 0,6-4 0,8-1 0,3 2 0,2 1 0,1 2 0,5 0 0,0 0 0,1 0 0,-1 0 0,2 0 0,2 0 0,6 0 0,8 5 0,3 0 0,0-1 0,0 3 0,3-4 0,-6 5 0,-7-2 0,-9-2 0,-4 2 0,-7-1 0,-4 0 0,-4 1 0,-5-4 0,-17 4 0,-7-6 0,-11 0 0,-7 0 0,-8-2 0,-6-1 0,-2-2 0,-3 2 0,4-3 0,-3 1 0,-2 0 0,-6-1 0,3 4 0,-4-3 0,3 4 0,2 1 0,0 0 0,-1 0 0,3 0 0,2 0 0,11 0 0,9 0 0,11 0 0,8 0 0,8 0 0,15 0 0,9 0 0,7 0 0,6 0 0,7 5 0,-1-1 0,2 1 0,0 2 0,-2-6 0,3 6 0,-2-3 0,-3 1 0,1 5 0,-1-4 0,6 1 0,1-1 0,4 4 0,-7-6 0,1 0 0,-1-3 0,0 4 0,-11 0 0,-11-2 0,-8-1 0,-14-2 0,-9 0 0,-9 0 0,-6 0 0,-4 0 0,2 0 0,-7 0 0,-2 0 0,-1 0 0,-8-2 0,-4-1 0,-1-2 0,2 2 0,-2 0 0,7-1 0,-1 0 0,-1 0 0,4 1 0,0 0 0,3-2 0,4 2 0,7 0 0,-2-2 0,11 3 0,8-2 0,8 2 0,4 2 0,9 0 0,5 0 0,6 0 0,6 0 0,4 0 0,2 0 0,4 0 0,5 0 0,-2 5 0,0 0 0,1-1 0,-1 3 0,-5-4 0,2 5 0,-3-2 0,-2-2 0,-1 2 0,-1-1 0,-1-2 0,0-1 0,-2-1 0,-10 2 0,-4 2 0,-5-2 0,-3-1 0,-21-2 0,-11 0 0,-13 0 0,-9 0 0,-9-5 0,-2-1 0,-1-1 0,1 1 0,-4-5 0,5 3 0,2-2 0,1 1 0,2 4 0,0-3 0,-1 1 0,1 4 0,2 0 0,2 0 0,6-2 0,2 2 0,9 1 0,3 2 0,11 0 0,9 0 0,12 0 0,10-5 0,9 1 0,3 0 0,2 3 0,6 1 0,5 0 0,-4 0 0,-4 0 0,2 5 0,-4-1 0,4 1 0,1 2 0,0-6 0,2 6 0,3-3 0,5 1 0,3 5 0,0-4 0,-4 1 0,-4-1 0,-5 4 0,-3-6 0,-4 0 0,-6-3 0,-5-1 0,-23 0 0,-8 0 0,-13 0 0,-15 0 0,-6-6 0,-18-4 0,-6-3 0,-4-1 0,-4 0 0,0-1 0,2 2 0,2 4 0,-2-4 0,5 3 0,-3-1 0,1 2 0,7-3 0,-3 6 0,6 0 0,4-1 0,11 2 0,14 5 0,13 0 0,17 0 0,11 0 0,7 0 0,12 0 0,5 2 0,6 3 0,10-4 0,0 6 0,3-2 0,1-1 0,1 3 0,-2-4 0,-4 2 0,-4-2 0,2 3 0,0 1 0,1-1 0,3 1 0,0 4 0,1-3 0,-4 1 0,-2 1 0,-7-7 0,-10 2 0,-8-2 0,-10 2 0,-7-3 0,-14 2 0,-7-2 0,-7-2 0,-8 0 0,1 0 0,-1 0 0,-5-5 0,-1 0 0,0 2 0,0 2 0,-4 1 0,6 0 0,1 0 0,1 0 0,3-5 0,1 0 0,1 2 0,2 1 0,6 2 0,-1 0 0,10 0 0,4 0 0,11 0 0,7 0 0,5 0 0,6 0 0,-4 0 0,4 0 0,7 0 0,-1 0 0,8 0 0,1 2 0,-2 3 0,4-4 0,-4 6 0,0-3 0,-4 1 0,1 5 0,-5-5 0,-7-2 0,-4-2 0,-7 4 0,-6 0 0,-9 0 0,-16-5 0,-9 0 0,-8 0 0,-11-5 0,-3-1 0,-2-1 0,0 1 0,7-4 0,-2 4 0,2-1 0,-2 1 0,9 0 0,1 2 0,6 0 0,3 0 0,2 3 0,3-1 0,5-3 0,11 4 0,8-4 0,13 8 0,11 4 0,5-1 0,4 0 0,-1 6 0,6-4 0,2 1 0,2 1 0,8-1 0,2 6 0,6-1 0,4 1 0,-4-3 0,1-1 0,-6-1 0,-4 1 0,-1 2 0,-8 1 0,-5-1 0,-6-3 0,-5 3 0,0-4 0,-5 4 0,4 8 0,-1 1 0</inkml:trace>
  <inkml:trace contextRef="#ctx0" brushRef="#br0" timeOffset="3">27076 10057 12287,'14'0'0,"1"0"0,-1-1 0,0-2 0,1-2 0,-1 0 0,1 5 0,-1 0 0,0 0 0,1 0 0,-1 0 0,0 0 0,1 0 0,-1 0 0,1 0 0,-1 0 0,0 0 0,1 0 0,-7 0 0,-8 0 0,-10 0 0,-4 0 0,-5 0 0,-4 0 0,-6 0 0,1 0 0,-1 0 0,-1 0 0,-2 0 0,-2 0 0,2 0 0,2 0 0,1 0 0,0-2 0,0-2 0,1 2 0,-1-3 0,2 2 0,3-2 0,-4 4 0,6-4 0,0 2 0,3-2 0,4 2 0,6-7 0,4 7 0,11-2 0,9 3 0,7 2 0,5-1 0,3-2 0,2-2 0,2 2 0,1 1 0,-3 2 0,3 0 0,2 0 0,0 2 0,4 1 0,1 2 0,3-2 0,3 0 0,0 0 0,3 2 0,0-2 0,-3 4 0,-10-3 0,-4 1 0,-4 2 0,-7-6 0,-17 6 0,-16-7 0,-10 0 0,-8 0 0,-7 0 0,-5 0 0,-6 0 0,-7 0 0,4 0 0,1 0 0,3 0 0,2 0 0,0 0 0,1 0 0,2 0 0,2 0 0,4 0 0,-3 0 0,1 0 0,-1 0 0,5 0 0,-2 0 0,4-2 0,1-3 0,2 4 0,3-4 0,5 3 0,3 2 0,9 0 0,7 0 0,8 0 0,12 0 0,4 0 0,4 0 0,6 0 0,3 0 0,6 0 0,-2 0 0,-2 0 0,2 0 0,-4 0 0,1 0 0,1 0 0,-1 2 0,5 1 0,-1 2 0,-4-2 0,9 3 0,-4-1 0,0 0 0,-3 1 0,-10-4 0,-7 3 0,-3-4 0,-8 4 0,-14 0 0,-12-2 0,-13-1 0,-17-4 0,-12-1 0,-4-2 0,-1 2 0,2-3 0,3 1 0,1 0 0,3-1 0,4 4 0,-3-3 0,1 2 0,4-2 0,-5 4 0,-1-4 0,1 3 0,3 2 0,5-5 0,6 1 0,7 0 0,4 3 0,9 1 0,9 0 0,13 0 0,7 0 0,8 0 0,4 0 0,9 0 0,7 0 0,6 0 0,6 1 0,5 3 0,1 2 0,-1 2 0,1-3 0,-1 3 0,-1 0 0,-3 0 0,1-3 0,-6 3 0,0 0 0,2 0 0,-13-5 0,-4 2 0,-10-4 0,-11-1 0,-7 0 0,-10 0 0,-12 0 0,-7 0 0,-5 0 0,-5 0 0,3 0 0,-8 0 0,-1-1 0,-1-4 0,-3 3 0,1-4 0,2 1 0,2 0 0,-2-1 0,2 3 0,-4-2 0,-5 2 0,4-1 0,-4 1 0,3-2 0,2 2 0,6 2 0,3 1 0,4 0 0,11 0 0,9 0 0,12 1 0,17 2 0,7 2 0,6-2 0,6 1 0,8-1 0,4 2 0,1-2 0,-3 3 0,5 1 0,1-1 0,2 0 0,-5 6 0,-1-4 0,-2 1 0,0 1 0,8-1 0,1 6 0,7-1 0,8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k-S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56397F-D7EE-494A-A9B5-46FE695781B4}" type="datetimeFigureOut">
              <a:rPr lang="sk-SK" smtClean="0"/>
              <a:t>23.2.2026</a:t>
            </a:fld>
            <a:endParaRPr lang="sk-S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k-S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k-S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k-S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8712BB7-8B62-4D58-8B0D-DA00C2F7A4FF}" type="slidenum">
              <a:rPr lang="sk-SK" smtClean="0"/>
              <a:t>‹#›</a:t>
            </a:fld>
            <a:endParaRPr lang="sk-SK"/>
          </a:p>
        </p:txBody>
      </p:sp>
    </p:spTree>
    <p:extLst>
      <p:ext uri="{BB962C8B-B14F-4D97-AF65-F5344CB8AC3E}">
        <p14:creationId xmlns:p14="http://schemas.microsoft.com/office/powerpoint/2010/main" val="40429109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7">
            <a:extLst>
              <a:ext uri="{FF2B5EF4-FFF2-40B4-BE49-F238E27FC236}">
                <a16:creationId xmlns:a16="http://schemas.microsoft.com/office/drawing/2014/main" id="{B24EA204-871F-9D4E-89D8-542833E9E80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Verdana" panose="020B0604030504040204" pitchFamily="34" charset="0"/>
                <a:ea typeface="ＭＳ Ｐゴシック" panose="020B0600070205080204" pitchFamily="34" charset="-128"/>
              </a:defRPr>
            </a:lvl1pPr>
            <a:lvl2pPr marL="742950" indent="-285750" defTabSz="930275">
              <a:defRPr sz="2400">
                <a:solidFill>
                  <a:schemeClr val="tx1"/>
                </a:solidFill>
                <a:latin typeface="Verdana" panose="020B0604030504040204" pitchFamily="34" charset="0"/>
                <a:ea typeface="ＭＳ Ｐゴシック" panose="020B0600070205080204" pitchFamily="34" charset="-128"/>
              </a:defRPr>
            </a:lvl2pPr>
            <a:lvl3pPr marL="1143000" indent="-228600" defTabSz="930275">
              <a:defRPr sz="2400">
                <a:solidFill>
                  <a:schemeClr val="tx1"/>
                </a:solidFill>
                <a:latin typeface="Verdana" panose="020B0604030504040204" pitchFamily="34" charset="0"/>
                <a:ea typeface="ＭＳ Ｐゴシック" panose="020B0600070205080204" pitchFamily="34" charset="-128"/>
              </a:defRPr>
            </a:lvl3pPr>
            <a:lvl4pPr marL="1600200" indent="-228600" defTabSz="930275">
              <a:defRPr sz="2400">
                <a:solidFill>
                  <a:schemeClr val="tx1"/>
                </a:solidFill>
                <a:latin typeface="Verdana" panose="020B0604030504040204" pitchFamily="34" charset="0"/>
                <a:ea typeface="ＭＳ Ｐゴシック" panose="020B0600070205080204" pitchFamily="34" charset="-128"/>
              </a:defRPr>
            </a:lvl4pPr>
            <a:lvl5pPr marL="2057400" indent="-228600" defTabSz="930275">
              <a:defRPr sz="2400">
                <a:solidFill>
                  <a:schemeClr val="tx1"/>
                </a:solidFill>
                <a:latin typeface="Verdana" panose="020B060403050404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AD87F60B-6151-C941-AA01-57405DA0F569}" type="slidenum">
              <a:rPr lang="en-US" altLang="sk-SK" sz="1300">
                <a:latin typeface="Times New Roman" panose="02020603050405020304" pitchFamily="18" charset="0"/>
              </a:rPr>
              <a:pPr/>
              <a:t>2</a:t>
            </a:fld>
            <a:endParaRPr lang="en-US" altLang="sk-SK" sz="1300">
              <a:latin typeface="Times New Roman" panose="02020603050405020304" pitchFamily="18" charset="0"/>
            </a:endParaRPr>
          </a:p>
        </p:txBody>
      </p:sp>
      <p:sp>
        <p:nvSpPr>
          <p:cNvPr id="12290" name="Rectangle 2">
            <a:extLst>
              <a:ext uri="{FF2B5EF4-FFF2-40B4-BE49-F238E27FC236}">
                <a16:creationId xmlns:a16="http://schemas.microsoft.com/office/drawing/2014/main" id="{B9F0FD1E-DF7C-4F40-A8E3-B098C6AC67D1}"/>
              </a:ext>
            </a:extLst>
          </p:cNvPr>
          <p:cNvSpPr>
            <a:spLocks noGrp="1" noRot="1" noChangeAspect="1" noChangeArrowheads="1" noTextEdit="1"/>
          </p:cNvSpPr>
          <p:nvPr>
            <p:ph type="sldImg"/>
          </p:nvPr>
        </p:nvSpPr>
        <p:spPr>
          <a:ln/>
        </p:spPr>
      </p:sp>
      <p:sp>
        <p:nvSpPr>
          <p:cNvPr id="12291" name="Rectangle 3">
            <a:extLst>
              <a:ext uri="{FF2B5EF4-FFF2-40B4-BE49-F238E27FC236}">
                <a16:creationId xmlns:a16="http://schemas.microsoft.com/office/drawing/2014/main" id="{71C3B464-3B92-214F-A97C-3B00929EC1D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sk-SK">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9087473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7">
            <a:extLst>
              <a:ext uri="{FF2B5EF4-FFF2-40B4-BE49-F238E27FC236}">
                <a16:creationId xmlns:a16="http://schemas.microsoft.com/office/drawing/2014/main" id="{EF759A90-993F-1B45-A3BB-215158AEDE9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Verdana" panose="020B0604030504040204" pitchFamily="34" charset="0"/>
                <a:ea typeface="ＭＳ Ｐゴシック" panose="020B0600070205080204" pitchFamily="34" charset="-128"/>
              </a:defRPr>
            </a:lvl1pPr>
            <a:lvl2pPr marL="742950" indent="-285750" defTabSz="930275">
              <a:defRPr sz="2400">
                <a:solidFill>
                  <a:schemeClr val="tx1"/>
                </a:solidFill>
                <a:latin typeface="Verdana" panose="020B0604030504040204" pitchFamily="34" charset="0"/>
                <a:ea typeface="ＭＳ Ｐゴシック" panose="020B0600070205080204" pitchFamily="34" charset="-128"/>
              </a:defRPr>
            </a:lvl2pPr>
            <a:lvl3pPr marL="1143000" indent="-228600" defTabSz="930275">
              <a:defRPr sz="2400">
                <a:solidFill>
                  <a:schemeClr val="tx1"/>
                </a:solidFill>
                <a:latin typeface="Verdana" panose="020B0604030504040204" pitchFamily="34" charset="0"/>
                <a:ea typeface="ＭＳ Ｐゴシック" panose="020B0600070205080204" pitchFamily="34" charset="-128"/>
              </a:defRPr>
            </a:lvl3pPr>
            <a:lvl4pPr marL="1600200" indent="-228600" defTabSz="930275">
              <a:defRPr sz="2400">
                <a:solidFill>
                  <a:schemeClr val="tx1"/>
                </a:solidFill>
                <a:latin typeface="Verdana" panose="020B0604030504040204" pitchFamily="34" charset="0"/>
                <a:ea typeface="ＭＳ Ｐゴシック" panose="020B0600070205080204" pitchFamily="34" charset="-128"/>
              </a:defRPr>
            </a:lvl4pPr>
            <a:lvl5pPr marL="2057400" indent="-228600" defTabSz="930275">
              <a:defRPr sz="2400">
                <a:solidFill>
                  <a:schemeClr val="tx1"/>
                </a:solidFill>
                <a:latin typeface="Verdana" panose="020B060403050404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3A8C0D37-6DB3-054F-9999-E4CAC6298A14}" type="slidenum">
              <a:rPr lang="en-US" altLang="sk-SK" sz="1300">
                <a:latin typeface="Times New Roman" panose="02020603050405020304" pitchFamily="18" charset="0"/>
              </a:rPr>
              <a:pPr/>
              <a:t>3</a:t>
            </a:fld>
            <a:endParaRPr lang="en-US" altLang="sk-SK" sz="1300">
              <a:latin typeface="Times New Roman" panose="02020603050405020304" pitchFamily="18" charset="0"/>
            </a:endParaRPr>
          </a:p>
        </p:txBody>
      </p:sp>
      <p:sp>
        <p:nvSpPr>
          <p:cNvPr id="14338" name="Rectangle 2">
            <a:extLst>
              <a:ext uri="{FF2B5EF4-FFF2-40B4-BE49-F238E27FC236}">
                <a16:creationId xmlns:a16="http://schemas.microsoft.com/office/drawing/2014/main" id="{234620C9-F1F7-9C4B-BF7A-D12D57806278}"/>
              </a:ext>
            </a:extLst>
          </p:cNvPr>
          <p:cNvSpPr>
            <a:spLocks noGrp="1" noRot="1" noChangeAspect="1" noChangeArrowheads="1" noTextEdit="1"/>
          </p:cNvSpPr>
          <p:nvPr>
            <p:ph type="sldImg"/>
          </p:nvPr>
        </p:nvSpPr>
        <p:spPr>
          <a:ln/>
        </p:spPr>
      </p:sp>
      <p:sp>
        <p:nvSpPr>
          <p:cNvPr id="14339" name="Rectangle 3">
            <a:extLst>
              <a:ext uri="{FF2B5EF4-FFF2-40B4-BE49-F238E27FC236}">
                <a16:creationId xmlns:a16="http://schemas.microsoft.com/office/drawing/2014/main" id="{318B2A8C-DA17-3844-9FCF-2E8DAF24F17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sk-SK">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32607254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a:extLst>
              <a:ext uri="{FF2B5EF4-FFF2-40B4-BE49-F238E27FC236}">
                <a16:creationId xmlns:a16="http://schemas.microsoft.com/office/drawing/2014/main" id="{6B5A431C-1E46-B144-AA57-95126A9B595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Verdana" panose="020B0604030504040204" pitchFamily="34" charset="0"/>
                <a:ea typeface="ＭＳ Ｐゴシック" panose="020B0600070205080204" pitchFamily="34" charset="-128"/>
              </a:defRPr>
            </a:lvl1pPr>
            <a:lvl2pPr marL="742950" indent="-285750" defTabSz="930275">
              <a:defRPr sz="2400">
                <a:solidFill>
                  <a:schemeClr val="tx1"/>
                </a:solidFill>
                <a:latin typeface="Verdana" panose="020B0604030504040204" pitchFamily="34" charset="0"/>
                <a:ea typeface="ＭＳ Ｐゴシック" panose="020B0600070205080204" pitchFamily="34" charset="-128"/>
              </a:defRPr>
            </a:lvl2pPr>
            <a:lvl3pPr marL="1143000" indent="-228600" defTabSz="930275">
              <a:defRPr sz="2400">
                <a:solidFill>
                  <a:schemeClr val="tx1"/>
                </a:solidFill>
                <a:latin typeface="Verdana" panose="020B0604030504040204" pitchFamily="34" charset="0"/>
                <a:ea typeface="ＭＳ Ｐゴシック" panose="020B0600070205080204" pitchFamily="34" charset="-128"/>
              </a:defRPr>
            </a:lvl3pPr>
            <a:lvl4pPr marL="1600200" indent="-228600" defTabSz="930275">
              <a:defRPr sz="2400">
                <a:solidFill>
                  <a:schemeClr val="tx1"/>
                </a:solidFill>
                <a:latin typeface="Verdana" panose="020B0604030504040204" pitchFamily="34" charset="0"/>
                <a:ea typeface="ＭＳ Ｐゴシック" panose="020B0600070205080204" pitchFamily="34" charset="-128"/>
              </a:defRPr>
            </a:lvl4pPr>
            <a:lvl5pPr marL="2057400" indent="-228600" defTabSz="930275">
              <a:defRPr sz="2400">
                <a:solidFill>
                  <a:schemeClr val="tx1"/>
                </a:solidFill>
                <a:latin typeface="Verdana" panose="020B060403050404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6D062597-1D5C-F44F-BC71-AD01CAA5A8B7}" type="slidenum">
              <a:rPr lang="en-US" altLang="sk-SK" sz="1300">
                <a:latin typeface="Times New Roman" panose="02020603050405020304" pitchFamily="18" charset="0"/>
              </a:rPr>
              <a:pPr/>
              <a:t>4</a:t>
            </a:fld>
            <a:endParaRPr lang="en-US" altLang="sk-SK" sz="1300">
              <a:latin typeface="Times New Roman" panose="02020603050405020304" pitchFamily="18" charset="0"/>
            </a:endParaRPr>
          </a:p>
        </p:txBody>
      </p:sp>
      <p:sp>
        <p:nvSpPr>
          <p:cNvPr id="16386" name="Rectangle 2">
            <a:extLst>
              <a:ext uri="{FF2B5EF4-FFF2-40B4-BE49-F238E27FC236}">
                <a16:creationId xmlns:a16="http://schemas.microsoft.com/office/drawing/2014/main" id="{2C6CB573-7481-BD4E-B890-D8B2D77C2328}"/>
              </a:ext>
            </a:extLst>
          </p:cNvPr>
          <p:cNvSpPr>
            <a:spLocks noGrp="1" noRot="1" noChangeAspect="1" noChangeArrowheads="1" noTextEdit="1"/>
          </p:cNvSpPr>
          <p:nvPr>
            <p:ph type="sldImg"/>
          </p:nvPr>
        </p:nvSpPr>
        <p:spPr>
          <a:ln/>
        </p:spPr>
      </p:sp>
      <p:sp>
        <p:nvSpPr>
          <p:cNvPr id="16387" name="Rectangle 3">
            <a:extLst>
              <a:ext uri="{FF2B5EF4-FFF2-40B4-BE49-F238E27FC236}">
                <a16:creationId xmlns:a16="http://schemas.microsoft.com/office/drawing/2014/main" id="{0972E6BF-5F85-A74B-BD83-BB984290942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sk-SK">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5141449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7">
            <a:extLst>
              <a:ext uri="{FF2B5EF4-FFF2-40B4-BE49-F238E27FC236}">
                <a16:creationId xmlns:a16="http://schemas.microsoft.com/office/drawing/2014/main" id="{808DAADB-D05F-8845-9B4F-DD822A3E1BA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Verdana" panose="020B0604030504040204" pitchFamily="34" charset="0"/>
                <a:ea typeface="ＭＳ Ｐゴシック" panose="020B0600070205080204" pitchFamily="34" charset="-128"/>
              </a:defRPr>
            </a:lvl1pPr>
            <a:lvl2pPr marL="742950" indent="-285750" defTabSz="930275">
              <a:defRPr sz="2400">
                <a:solidFill>
                  <a:schemeClr val="tx1"/>
                </a:solidFill>
                <a:latin typeface="Verdana" panose="020B0604030504040204" pitchFamily="34" charset="0"/>
                <a:ea typeface="ＭＳ Ｐゴシック" panose="020B0600070205080204" pitchFamily="34" charset="-128"/>
              </a:defRPr>
            </a:lvl2pPr>
            <a:lvl3pPr marL="1143000" indent="-228600" defTabSz="930275">
              <a:defRPr sz="2400">
                <a:solidFill>
                  <a:schemeClr val="tx1"/>
                </a:solidFill>
                <a:latin typeface="Verdana" panose="020B0604030504040204" pitchFamily="34" charset="0"/>
                <a:ea typeface="ＭＳ Ｐゴシック" panose="020B0600070205080204" pitchFamily="34" charset="-128"/>
              </a:defRPr>
            </a:lvl3pPr>
            <a:lvl4pPr marL="1600200" indent="-228600" defTabSz="930275">
              <a:defRPr sz="2400">
                <a:solidFill>
                  <a:schemeClr val="tx1"/>
                </a:solidFill>
                <a:latin typeface="Verdana" panose="020B0604030504040204" pitchFamily="34" charset="0"/>
                <a:ea typeface="ＭＳ Ｐゴシック" panose="020B0600070205080204" pitchFamily="34" charset="-128"/>
              </a:defRPr>
            </a:lvl4pPr>
            <a:lvl5pPr marL="2057400" indent="-228600" defTabSz="930275">
              <a:defRPr sz="2400">
                <a:solidFill>
                  <a:schemeClr val="tx1"/>
                </a:solidFill>
                <a:latin typeface="Verdana" panose="020B060403050404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A903CE7B-86D7-4340-87AD-1710B51824F0}" type="slidenum">
              <a:rPr lang="en-US" altLang="sk-SK" sz="1300">
                <a:latin typeface="Times New Roman" panose="02020603050405020304" pitchFamily="18" charset="0"/>
              </a:rPr>
              <a:pPr/>
              <a:t>5</a:t>
            </a:fld>
            <a:endParaRPr lang="en-US" altLang="sk-SK" sz="1300">
              <a:latin typeface="Times New Roman" panose="02020603050405020304" pitchFamily="18" charset="0"/>
            </a:endParaRPr>
          </a:p>
        </p:txBody>
      </p:sp>
      <p:sp>
        <p:nvSpPr>
          <p:cNvPr id="18434" name="Rectangle 2">
            <a:extLst>
              <a:ext uri="{FF2B5EF4-FFF2-40B4-BE49-F238E27FC236}">
                <a16:creationId xmlns:a16="http://schemas.microsoft.com/office/drawing/2014/main" id="{835C3E6B-F0B4-EA44-8411-75D65E2BE20D}"/>
              </a:ext>
            </a:extLst>
          </p:cNvPr>
          <p:cNvSpPr>
            <a:spLocks noGrp="1" noRot="1" noChangeAspect="1" noChangeArrowheads="1" noTextEdit="1"/>
          </p:cNvSpPr>
          <p:nvPr>
            <p:ph type="sldImg"/>
          </p:nvPr>
        </p:nvSpPr>
        <p:spPr>
          <a:ln/>
        </p:spPr>
      </p:sp>
      <p:sp>
        <p:nvSpPr>
          <p:cNvPr id="18435" name="Rectangle 3">
            <a:extLst>
              <a:ext uri="{FF2B5EF4-FFF2-40B4-BE49-F238E27FC236}">
                <a16:creationId xmlns:a16="http://schemas.microsoft.com/office/drawing/2014/main" id="{3851B384-3F0B-0144-9728-4ADB1C52619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sk-SK">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33457730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a:extLst>
              <a:ext uri="{FF2B5EF4-FFF2-40B4-BE49-F238E27FC236}">
                <a16:creationId xmlns:a16="http://schemas.microsoft.com/office/drawing/2014/main" id="{9F996D31-2549-CD4B-A080-D83D5D1CBEC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Verdana" panose="020B0604030504040204" pitchFamily="34" charset="0"/>
                <a:ea typeface="ＭＳ Ｐゴシック" panose="020B0600070205080204" pitchFamily="34" charset="-128"/>
              </a:defRPr>
            </a:lvl1pPr>
            <a:lvl2pPr marL="742950" indent="-285750" defTabSz="930275">
              <a:defRPr sz="2400">
                <a:solidFill>
                  <a:schemeClr val="tx1"/>
                </a:solidFill>
                <a:latin typeface="Verdana" panose="020B0604030504040204" pitchFamily="34" charset="0"/>
                <a:ea typeface="ＭＳ Ｐゴシック" panose="020B0600070205080204" pitchFamily="34" charset="-128"/>
              </a:defRPr>
            </a:lvl2pPr>
            <a:lvl3pPr marL="1143000" indent="-228600" defTabSz="930275">
              <a:defRPr sz="2400">
                <a:solidFill>
                  <a:schemeClr val="tx1"/>
                </a:solidFill>
                <a:latin typeface="Verdana" panose="020B0604030504040204" pitchFamily="34" charset="0"/>
                <a:ea typeface="ＭＳ Ｐゴシック" panose="020B0600070205080204" pitchFamily="34" charset="-128"/>
              </a:defRPr>
            </a:lvl3pPr>
            <a:lvl4pPr marL="1600200" indent="-228600" defTabSz="930275">
              <a:defRPr sz="2400">
                <a:solidFill>
                  <a:schemeClr val="tx1"/>
                </a:solidFill>
                <a:latin typeface="Verdana" panose="020B0604030504040204" pitchFamily="34" charset="0"/>
                <a:ea typeface="ＭＳ Ｐゴシック" panose="020B0600070205080204" pitchFamily="34" charset="-128"/>
              </a:defRPr>
            </a:lvl4pPr>
            <a:lvl5pPr marL="2057400" indent="-228600" defTabSz="930275">
              <a:defRPr sz="2400">
                <a:solidFill>
                  <a:schemeClr val="tx1"/>
                </a:solidFill>
                <a:latin typeface="Verdana" panose="020B060403050404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0657A40F-73C5-3140-AEDA-1C3527E6F7F3}" type="slidenum">
              <a:rPr lang="en-US" altLang="sk-SK" sz="1300">
                <a:latin typeface="Times New Roman" panose="02020603050405020304" pitchFamily="18" charset="0"/>
              </a:rPr>
              <a:pPr/>
              <a:t>6</a:t>
            </a:fld>
            <a:endParaRPr lang="en-US" altLang="sk-SK" sz="1300">
              <a:latin typeface="Times New Roman" panose="02020603050405020304" pitchFamily="18" charset="0"/>
            </a:endParaRPr>
          </a:p>
        </p:txBody>
      </p:sp>
      <p:sp>
        <p:nvSpPr>
          <p:cNvPr id="22530" name="Rectangle 2">
            <a:extLst>
              <a:ext uri="{FF2B5EF4-FFF2-40B4-BE49-F238E27FC236}">
                <a16:creationId xmlns:a16="http://schemas.microsoft.com/office/drawing/2014/main" id="{BFBD108B-845B-654D-BC64-C0D618468A8D}"/>
              </a:ext>
            </a:extLst>
          </p:cNvPr>
          <p:cNvSpPr>
            <a:spLocks noGrp="1" noRot="1" noChangeAspect="1" noChangeArrowheads="1" noTextEdit="1"/>
          </p:cNvSpPr>
          <p:nvPr>
            <p:ph type="sldImg"/>
          </p:nvPr>
        </p:nvSpPr>
        <p:spPr>
          <a:ln/>
        </p:spPr>
      </p:sp>
      <p:sp>
        <p:nvSpPr>
          <p:cNvPr id="22531" name="Rectangle 3">
            <a:extLst>
              <a:ext uri="{FF2B5EF4-FFF2-40B4-BE49-F238E27FC236}">
                <a16:creationId xmlns:a16="http://schemas.microsoft.com/office/drawing/2014/main" id="{779D9400-7E8D-DF41-B632-58E5F6E80C8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sk-SK">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9101882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7">
            <a:extLst>
              <a:ext uri="{FF2B5EF4-FFF2-40B4-BE49-F238E27FC236}">
                <a16:creationId xmlns:a16="http://schemas.microsoft.com/office/drawing/2014/main" id="{A141525F-0739-144F-A79D-688626FFD65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Verdana" panose="020B0604030504040204" pitchFamily="34" charset="0"/>
                <a:ea typeface="ＭＳ Ｐゴシック" panose="020B0600070205080204" pitchFamily="34" charset="-128"/>
              </a:defRPr>
            </a:lvl1pPr>
            <a:lvl2pPr marL="742950" indent="-285750" defTabSz="930275">
              <a:defRPr sz="2400">
                <a:solidFill>
                  <a:schemeClr val="tx1"/>
                </a:solidFill>
                <a:latin typeface="Verdana" panose="020B0604030504040204" pitchFamily="34" charset="0"/>
                <a:ea typeface="ＭＳ Ｐゴシック" panose="020B0600070205080204" pitchFamily="34" charset="-128"/>
              </a:defRPr>
            </a:lvl2pPr>
            <a:lvl3pPr marL="1143000" indent="-228600" defTabSz="930275">
              <a:defRPr sz="2400">
                <a:solidFill>
                  <a:schemeClr val="tx1"/>
                </a:solidFill>
                <a:latin typeface="Verdana" panose="020B0604030504040204" pitchFamily="34" charset="0"/>
                <a:ea typeface="ＭＳ Ｐゴシック" panose="020B0600070205080204" pitchFamily="34" charset="-128"/>
              </a:defRPr>
            </a:lvl3pPr>
            <a:lvl4pPr marL="1600200" indent="-228600" defTabSz="930275">
              <a:defRPr sz="2400">
                <a:solidFill>
                  <a:schemeClr val="tx1"/>
                </a:solidFill>
                <a:latin typeface="Verdana" panose="020B0604030504040204" pitchFamily="34" charset="0"/>
                <a:ea typeface="ＭＳ Ｐゴシック" panose="020B0600070205080204" pitchFamily="34" charset="-128"/>
              </a:defRPr>
            </a:lvl4pPr>
            <a:lvl5pPr marL="2057400" indent="-228600" defTabSz="930275">
              <a:defRPr sz="2400">
                <a:solidFill>
                  <a:schemeClr val="tx1"/>
                </a:solidFill>
                <a:latin typeface="Verdana" panose="020B060403050404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FA4F7580-A4EF-B544-A725-58566005AB62}" type="slidenum">
              <a:rPr lang="en-US" altLang="sk-SK" sz="1300">
                <a:latin typeface="Times New Roman" panose="02020603050405020304" pitchFamily="18" charset="0"/>
              </a:rPr>
              <a:pPr/>
              <a:t>8</a:t>
            </a:fld>
            <a:endParaRPr lang="en-US" altLang="sk-SK" sz="1300">
              <a:latin typeface="Times New Roman" panose="02020603050405020304" pitchFamily="18" charset="0"/>
            </a:endParaRPr>
          </a:p>
        </p:txBody>
      </p:sp>
      <p:sp>
        <p:nvSpPr>
          <p:cNvPr id="25602" name="Rectangle 2">
            <a:extLst>
              <a:ext uri="{FF2B5EF4-FFF2-40B4-BE49-F238E27FC236}">
                <a16:creationId xmlns:a16="http://schemas.microsoft.com/office/drawing/2014/main" id="{98ADEDA1-A6A0-E54F-B029-4968071794FC}"/>
              </a:ext>
            </a:extLst>
          </p:cNvPr>
          <p:cNvSpPr>
            <a:spLocks noGrp="1" noRot="1" noChangeAspect="1" noChangeArrowheads="1" noTextEdit="1"/>
          </p:cNvSpPr>
          <p:nvPr>
            <p:ph type="sldImg"/>
          </p:nvPr>
        </p:nvSpPr>
        <p:spPr>
          <a:ln/>
        </p:spPr>
      </p:sp>
      <p:sp>
        <p:nvSpPr>
          <p:cNvPr id="25603" name="Rectangle 3">
            <a:extLst>
              <a:ext uri="{FF2B5EF4-FFF2-40B4-BE49-F238E27FC236}">
                <a16:creationId xmlns:a16="http://schemas.microsoft.com/office/drawing/2014/main" id="{3AB6D904-EF52-9349-B053-FB25951D7C4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sk-SK">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39062139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7">
            <a:extLst>
              <a:ext uri="{FF2B5EF4-FFF2-40B4-BE49-F238E27FC236}">
                <a16:creationId xmlns:a16="http://schemas.microsoft.com/office/drawing/2014/main" id="{B17C8F66-8CEE-8441-B6E5-064C7C8F788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Verdana" panose="020B0604030504040204" pitchFamily="34" charset="0"/>
                <a:ea typeface="ＭＳ Ｐゴシック" panose="020B0600070205080204" pitchFamily="34" charset="-128"/>
              </a:defRPr>
            </a:lvl1pPr>
            <a:lvl2pPr marL="742950" indent="-285750" defTabSz="930275">
              <a:defRPr sz="2400">
                <a:solidFill>
                  <a:schemeClr val="tx1"/>
                </a:solidFill>
                <a:latin typeface="Verdana" panose="020B0604030504040204" pitchFamily="34" charset="0"/>
                <a:ea typeface="ＭＳ Ｐゴシック" panose="020B0600070205080204" pitchFamily="34" charset="-128"/>
              </a:defRPr>
            </a:lvl2pPr>
            <a:lvl3pPr marL="1143000" indent="-228600" defTabSz="930275">
              <a:defRPr sz="2400">
                <a:solidFill>
                  <a:schemeClr val="tx1"/>
                </a:solidFill>
                <a:latin typeface="Verdana" panose="020B0604030504040204" pitchFamily="34" charset="0"/>
                <a:ea typeface="ＭＳ Ｐゴシック" panose="020B0600070205080204" pitchFamily="34" charset="-128"/>
              </a:defRPr>
            </a:lvl3pPr>
            <a:lvl4pPr marL="1600200" indent="-228600" defTabSz="930275">
              <a:defRPr sz="2400">
                <a:solidFill>
                  <a:schemeClr val="tx1"/>
                </a:solidFill>
                <a:latin typeface="Verdana" panose="020B0604030504040204" pitchFamily="34" charset="0"/>
                <a:ea typeface="ＭＳ Ｐゴシック" panose="020B0600070205080204" pitchFamily="34" charset="-128"/>
              </a:defRPr>
            </a:lvl4pPr>
            <a:lvl5pPr marL="2057400" indent="-228600" defTabSz="930275">
              <a:defRPr sz="2400">
                <a:solidFill>
                  <a:schemeClr val="tx1"/>
                </a:solidFill>
                <a:latin typeface="Verdana" panose="020B060403050404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06281F1B-EC66-EF41-9F37-B4472B449935}" type="slidenum">
              <a:rPr lang="en-US" altLang="sk-SK" sz="1300">
                <a:latin typeface="Times New Roman" panose="02020603050405020304" pitchFamily="18" charset="0"/>
              </a:rPr>
              <a:pPr/>
              <a:t>9</a:t>
            </a:fld>
            <a:endParaRPr lang="en-US" altLang="sk-SK" sz="1300">
              <a:latin typeface="Times New Roman" panose="02020603050405020304" pitchFamily="18" charset="0"/>
            </a:endParaRPr>
          </a:p>
        </p:txBody>
      </p:sp>
      <p:sp>
        <p:nvSpPr>
          <p:cNvPr id="27650" name="Rectangle 2">
            <a:extLst>
              <a:ext uri="{FF2B5EF4-FFF2-40B4-BE49-F238E27FC236}">
                <a16:creationId xmlns:a16="http://schemas.microsoft.com/office/drawing/2014/main" id="{9C013491-65DC-1C41-AD04-9D4E2964ACB9}"/>
              </a:ext>
            </a:extLst>
          </p:cNvPr>
          <p:cNvSpPr>
            <a:spLocks noGrp="1" noRot="1" noChangeAspect="1" noChangeArrowheads="1" noTextEdit="1"/>
          </p:cNvSpPr>
          <p:nvPr>
            <p:ph type="sldImg"/>
          </p:nvPr>
        </p:nvSpPr>
        <p:spPr>
          <a:ln/>
        </p:spPr>
      </p:sp>
      <p:sp>
        <p:nvSpPr>
          <p:cNvPr id="27651" name="Rectangle 3">
            <a:extLst>
              <a:ext uri="{FF2B5EF4-FFF2-40B4-BE49-F238E27FC236}">
                <a16:creationId xmlns:a16="http://schemas.microsoft.com/office/drawing/2014/main" id="{8A3DC26E-A055-9E4D-8F5C-55D8E9D547C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sk-SK">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19865498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7">
            <a:extLst>
              <a:ext uri="{FF2B5EF4-FFF2-40B4-BE49-F238E27FC236}">
                <a16:creationId xmlns:a16="http://schemas.microsoft.com/office/drawing/2014/main" id="{FF0D15A1-A995-AE43-A516-93B7177F006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Verdana" panose="020B0604030504040204" pitchFamily="34" charset="0"/>
                <a:ea typeface="ＭＳ Ｐゴシック" panose="020B0600070205080204" pitchFamily="34" charset="-128"/>
              </a:defRPr>
            </a:lvl1pPr>
            <a:lvl2pPr marL="742950" indent="-285750" defTabSz="930275">
              <a:defRPr sz="2400">
                <a:solidFill>
                  <a:schemeClr val="tx1"/>
                </a:solidFill>
                <a:latin typeface="Verdana" panose="020B0604030504040204" pitchFamily="34" charset="0"/>
                <a:ea typeface="ＭＳ Ｐゴシック" panose="020B0600070205080204" pitchFamily="34" charset="-128"/>
              </a:defRPr>
            </a:lvl2pPr>
            <a:lvl3pPr marL="1143000" indent="-228600" defTabSz="930275">
              <a:defRPr sz="2400">
                <a:solidFill>
                  <a:schemeClr val="tx1"/>
                </a:solidFill>
                <a:latin typeface="Verdana" panose="020B0604030504040204" pitchFamily="34" charset="0"/>
                <a:ea typeface="ＭＳ Ｐゴシック" panose="020B0600070205080204" pitchFamily="34" charset="-128"/>
              </a:defRPr>
            </a:lvl3pPr>
            <a:lvl4pPr marL="1600200" indent="-228600" defTabSz="930275">
              <a:defRPr sz="2400">
                <a:solidFill>
                  <a:schemeClr val="tx1"/>
                </a:solidFill>
                <a:latin typeface="Verdana" panose="020B0604030504040204" pitchFamily="34" charset="0"/>
                <a:ea typeface="ＭＳ Ｐゴシック" panose="020B0600070205080204" pitchFamily="34" charset="-128"/>
              </a:defRPr>
            </a:lvl4pPr>
            <a:lvl5pPr marL="2057400" indent="-228600" defTabSz="930275">
              <a:defRPr sz="2400">
                <a:solidFill>
                  <a:schemeClr val="tx1"/>
                </a:solidFill>
                <a:latin typeface="Verdana" panose="020B060403050404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4320D196-3D9A-9C49-9F10-E5ABB5E3347F}" type="slidenum">
              <a:rPr lang="en-US" altLang="sk-SK" sz="1300">
                <a:latin typeface="Times New Roman" panose="02020603050405020304" pitchFamily="18" charset="0"/>
              </a:rPr>
              <a:pPr/>
              <a:t>10</a:t>
            </a:fld>
            <a:endParaRPr lang="en-US" altLang="sk-SK" sz="1300">
              <a:latin typeface="Times New Roman" panose="02020603050405020304" pitchFamily="18" charset="0"/>
            </a:endParaRPr>
          </a:p>
        </p:txBody>
      </p:sp>
      <p:sp>
        <p:nvSpPr>
          <p:cNvPr id="29698" name="Rectangle 2">
            <a:extLst>
              <a:ext uri="{FF2B5EF4-FFF2-40B4-BE49-F238E27FC236}">
                <a16:creationId xmlns:a16="http://schemas.microsoft.com/office/drawing/2014/main" id="{083E09C2-37ED-704F-A850-E7EE1DA7BBA3}"/>
              </a:ext>
            </a:extLst>
          </p:cNvPr>
          <p:cNvSpPr>
            <a:spLocks noGrp="1" noRot="1" noChangeAspect="1" noChangeArrowheads="1" noTextEdit="1"/>
          </p:cNvSpPr>
          <p:nvPr>
            <p:ph type="sldImg"/>
          </p:nvPr>
        </p:nvSpPr>
        <p:spPr>
          <a:ln/>
        </p:spPr>
      </p:sp>
      <p:sp>
        <p:nvSpPr>
          <p:cNvPr id="29699" name="Rectangle 3">
            <a:extLst>
              <a:ext uri="{FF2B5EF4-FFF2-40B4-BE49-F238E27FC236}">
                <a16:creationId xmlns:a16="http://schemas.microsoft.com/office/drawing/2014/main" id="{5418743A-F08F-6C41-9BA7-86683D89299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sk-SK">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8337861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7">
            <a:extLst>
              <a:ext uri="{FF2B5EF4-FFF2-40B4-BE49-F238E27FC236}">
                <a16:creationId xmlns:a16="http://schemas.microsoft.com/office/drawing/2014/main" id="{2F4E733F-3480-1D44-AABA-2F9D311A35C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Verdana" panose="020B0604030504040204" pitchFamily="34" charset="0"/>
                <a:ea typeface="ＭＳ Ｐゴシック" panose="020B0600070205080204" pitchFamily="34" charset="-128"/>
              </a:defRPr>
            </a:lvl1pPr>
            <a:lvl2pPr marL="742950" indent="-285750" defTabSz="930275">
              <a:defRPr sz="2400">
                <a:solidFill>
                  <a:schemeClr val="tx1"/>
                </a:solidFill>
                <a:latin typeface="Verdana" panose="020B0604030504040204" pitchFamily="34" charset="0"/>
                <a:ea typeface="ＭＳ Ｐゴシック" panose="020B0600070205080204" pitchFamily="34" charset="-128"/>
              </a:defRPr>
            </a:lvl2pPr>
            <a:lvl3pPr marL="1143000" indent="-228600" defTabSz="930275">
              <a:defRPr sz="2400">
                <a:solidFill>
                  <a:schemeClr val="tx1"/>
                </a:solidFill>
                <a:latin typeface="Verdana" panose="020B0604030504040204" pitchFamily="34" charset="0"/>
                <a:ea typeface="ＭＳ Ｐゴシック" panose="020B0600070205080204" pitchFamily="34" charset="-128"/>
              </a:defRPr>
            </a:lvl3pPr>
            <a:lvl4pPr marL="1600200" indent="-228600" defTabSz="930275">
              <a:defRPr sz="2400">
                <a:solidFill>
                  <a:schemeClr val="tx1"/>
                </a:solidFill>
                <a:latin typeface="Verdana" panose="020B0604030504040204" pitchFamily="34" charset="0"/>
                <a:ea typeface="ＭＳ Ｐゴシック" panose="020B0600070205080204" pitchFamily="34" charset="-128"/>
              </a:defRPr>
            </a:lvl4pPr>
            <a:lvl5pPr marL="2057400" indent="-228600" defTabSz="930275">
              <a:defRPr sz="2400">
                <a:solidFill>
                  <a:schemeClr val="tx1"/>
                </a:solidFill>
                <a:latin typeface="Verdana" panose="020B060403050404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5EDD1494-EDC7-A84A-8C63-0722AF584E5E}" type="slidenum">
              <a:rPr lang="en-US" altLang="sk-SK" sz="1300">
                <a:latin typeface="Times New Roman" panose="02020603050405020304" pitchFamily="18" charset="0"/>
              </a:rPr>
              <a:pPr/>
              <a:t>11</a:t>
            </a:fld>
            <a:endParaRPr lang="en-US" altLang="sk-SK" sz="1300">
              <a:latin typeface="Times New Roman" panose="02020603050405020304" pitchFamily="18" charset="0"/>
            </a:endParaRPr>
          </a:p>
        </p:txBody>
      </p:sp>
      <p:sp>
        <p:nvSpPr>
          <p:cNvPr id="31746" name="Rectangle 2">
            <a:extLst>
              <a:ext uri="{FF2B5EF4-FFF2-40B4-BE49-F238E27FC236}">
                <a16:creationId xmlns:a16="http://schemas.microsoft.com/office/drawing/2014/main" id="{F99F20AF-FB48-DB4F-8649-19B7EB2BF05C}"/>
              </a:ext>
            </a:extLst>
          </p:cNvPr>
          <p:cNvSpPr>
            <a:spLocks noGrp="1" noRot="1" noChangeAspect="1" noChangeArrowheads="1" noTextEdit="1"/>
          </p:cNvSpPr>
          <p:nvPr>
            <p:ph type="sldImg"/>
          </p:nvPr>
        </p:nvSpPr>
        <p:spPr>
          <a:ln/>
        </p:spPr>
      </p:sp>
      <p:sp>
        <p:nvSpPr>
          <p:cNvPr id="31747" name="Rectangle 3">
            <a:extLst>
              <a:ext uri="{FF2B5EF4-FFF2-40B4-BE49-F238E27FC236}">
                <a16:creationId xmlns:a16="http://schemas.microsoft.com/office/drawing/2014/main" id="{11A5D149-8F5A-104A-9D66-8F18000878F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sk-SK">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15332944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a:extLst>
              <a:ext uri="{FF2B5EF4-FFF2-40B4-BE49-F238E27FC236}">
                <a16:creationId xmlns:a16="http://schemas.microsoft.com/office/drawing/2014/main" id="{F32762D0-F32E-1246-BF13-F8BEAEB8EE7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Verdana" panose="020B0604030504040204" pitchFamily="34" charset="0"/>
                <a:ea typeface="ＭＳ Ｐゴシック" panose="020B0600070205080204" pitchFamily="34" charset="-128"/>
              </a:defRPr>
            </a:lvl1pPr>
            <a:lvl2pPr marL="742950" indent="-285750" defTabSz="930275">
              <a:defRPr sz="2400">
                <a:solidFill>
                  <a:schemeClr val="tx1"/>
                </a:solidFill>
                <a:latin typeface="Verdana" panose="020B0604030504040204" pitchFamily="34" charset="0"/>
                <a:ea typeface="ＭＳ Ｐゴシック" panose="020B0600070205080204" pitchFamily="34" charset="-128"/>
              </a:defRPr>
            </a:lvl2pPr>
            <a:lvl3pPr marL="1143000" indent="-228600" defTabSz="930275">
              <a:defRPr sz="2400">
                <a:solidFill>
                  <a:schemeClr val="tx1"/>
                </a:solidFill>
                <a:latin typeface="Verdana" panose="020B0604030504040204" pitchFamily="34" charset="0"/>
                <a:ea typeface="ＭＳ Ｐゴシック" panose="020B0600070205080204" pitchFamily="34" charset="-128"/>
              </a:defRPr>
            </a:lvl3pPr>
            <a:lvl4pPr marL="1600200" indent="-228600" defTabSz="930275">
              <a:defRPr sz="2400">
                <a:solidFill>
                  <a:schemeClr val="tx1"/>
                </a:solidFill>
                <a:latin typeface="Verdana" panose="020B0604030504040204" pitchFamily="34" charset="0"/>
                <a:ea typeface="ＭＳ Ｐゴシック" panose="020B0600070205080204" pitchFamily="34" charset="-128"/>
              </a:defRPr>
            </a:lvl4pPr>
            <a:lvl5pPr marL="2057400" indent="-228600" defTabSz="930275">
              <a:defRPr sz="2400">
                <a:solidFill>
                  <a:schemeClr val="tx1"/>
                </a:solidFill>
                <a:latin typeface="Verdana" panose="020B060403050404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9AC56C20-1AB1-5944-A32F-80F657C594B3}" type="slidenum">
              <a:rPr lang="en-US" altLang="sk-SK" sz="1300">
                <a:latin typeface="Times New Roman" panose="02020603050405020304" pitchFamily="18" charset="0"/>
              </a:rPr>
              <a:pPr/>
              <a:t>13</a:t>
            </a:fld>
            <a:endParaRPr lang="en-US" altLang="sk-SK" sz="1300">
              <a:latin typeface="Times New Roman" panose="02020603050405020304" pitchFamily="18" charset="0"/>
            </a:endParaRPr>
          </a:p>
        </p:txBody>
      </p:sp>
      <p:sp>
        <p:nvSpPr>
          <p:cNvPr id="34818" name="Rectangle 2">
            <a:extLst>
              <a:ext uri="{FF2B5EF4-FFF2-40B4-BE49-F238E27FC236}">
                <a16:creationId xmlns:a16="http://schemas.microsoft.com/office/drawing/2014/main" id="{A897D177-F42C-6A4D-AB70-76C6C5A8040D}"/>
              </a:ext>
            </a:extLst>
          </p:cNvPr>
          <p:cNvSpPr>
            <a:spLocks noGrp="1" noRot="1" noChangeAspect="1" noChangeArrowheads="1" noTextEdit="1"/>
          </p:cNvSpPr>
          <p:nvPr>
            <p:ph type="sldImg"/>
          </p:nvPr>
        </p:nvSpPr>
        <p:spPr>
          <a:ln/>
        </p:spPr>
      </p:sp>
      <p:sp>
        <p:nvSpPr>
          <p:cNvPr id="34819" name="Rectangle 3">
            <a:extLst>
              <a:ext uri="{FF2B5EF4-FFF2-40B4-BE49-F238E27FC236}">
                <a16:creationId xmlns:a16="http://schemas.microsoft.com/office/drawing/2014/main" id="{6297E748-1FB9-BE4B-AC0B-09B9D8A9B8C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sk-SK">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2076823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a:extLst>
              <a:ext uri="{FF2B5EF4-FFF2-40B4-BE49-F238E27FC236}">
                <a16:creationId xmlns:a16="http://schemas.microsoft.com/office/drawing/2014/main" id="{085FBDAA-5DB3-1244-A0DD-2D6A097BB66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Verdana" panose="020B0604030504040204" pitchFamily="34" charset="0"/>
                <a:ea typeface="ＭＳ Ｐゴシック" panose="020B0600070205080204" pitchFamily="34" charset="-128"/>
              </a:defRPr>
            </a:lvl1pPr>
            <a:lvl2pPr marL="742950" indent="-285750" defTabSz="930275">
              <a:defRPr sz="2400">
                <a:solidFill>
                  <a:schemeClr val="tx1"/>
                </a:solidFill>
                <a:latin typeface="Verdana" panose="020B0604030504040204" pitchFamily="34" charset="0"/>
                <a:ea typeface="ＭＳ Ｐゴシック" panose="020B0600070205080204" pitchFamily="34" charset="-128"/>
              </a:defRPr>
            </a:lvl2pPr>
            <a:lvl3pPr marL="1143000" indent="-228600" defTabSz="930275">
              <a:defRPr sz="2400">
                <a:solidFill>
                  <a:schemeClr val="tx1"/>
                </a:solidFill>
                <a:latin typeface="Verdana" panose="020B0604030504040204" pitchFamily="34" charset="0"/>
                <a:ea typeface="ＭＳ Ｐゴシック" panose="020B0600070205080204" pitchFamily="34" charset="-128"/>
              </a:defRPr>
            </a:lvl3pPr>
            <a:lvl4pPr marL="1600200" indent="-228600" defTabSz="930275">
              <a:defRPr sz="2400">
                <a:solidFill>
                  <a:schemeClr val="tx1"/>
                </a:solidFill>
                <a:latin typeface="Verdana" panose="020B0604030504040204" pitchFamily="34" charset="0"/>
                <a:ea typeface="ＭＳ Ｐゴシック" panose="020B0600070205080204" pitchFamily="34" charset="-128"/>
              </a:defRPr>
            </a:lvl4pPr>
            <a:lvl5pPr marL="2057400" indent="-228600" defTabSz="930275">
              <a:defRPr sz="2400">
                <a:solidFill>
                  <a:schemeClr val="tx1"/>
                </a:solidFill>
                <a:latin typeface="Verdana" panose="020B060403050404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31152D3D-911D-8F46-B0D4-FF841A3A1E3C}" type="slidenum">
              <a:rPr lang="en-US" altLang="sk-SK" sz="1300">
                <a:latin typeface="Times New Roman" panose="02020603050405020304" pitchFamily="18" charset="0"/>
              </a:rPr>
              <a:pPr/>
              <a:t>14</a:t>
            </a:fld>
            <a:endParaRPr lang="en-US" altLang="sk-SK" sz="1300">
              <a:latin typeface="Times New Roman" panose="02020603050405020304" pitchFamily="18" charset="0"/>
            </a:endParaRPr>
          </a:p>
        </p:txBody>
      </p:sp>
      <p:sp>
        <p:nvSpPr>
          <p:cNvPr id="36866" name="Rectangle 2">
            <a:extLst>
              <a:ext uri="{FF2B5EF4-FFF2-40B4-BE49-F238E27FC236}">
                <a16:creationId xmlns:a16="http://schemas.microsoft.com/office/drawing/2014/main" id="{F0D76BD6-1607-374D-A163-E4DDACDE4715}"/>
              </a:ext>
            </a:extLst>
          </p:cNvPr>
          <p:cNvSpPr>
            <a:spLocks noGrp="1" noRot="1" noChangeAspect="1" noChangeArrowheads="1" noTextEdit="1"/>
          </p:cNvSpPr>
          <p:nvPr>
            <p:ph type="sldImg"/>
          </p:nvPr>
        </p:nvSpPr>
        <p:spPr>
          <a:ln/>
        </p:spPr>
      </p:sp>
      <p:sp>
        <p:nvSpPr>
          <p:cNvPr id="36867" name="Rectangle 3">
            <a:extLst>
              <a:ext uri="{FF2B5EF4-FFF2-40B4-BE49-F238E27FC236}">
                <a16:creationId xmlns:a16="http://schemas.microsoft.com/office/drawing/2014/main" id="{DA69C928-9725-164F-A8CC-1BBFA490229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sk-SK">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20141253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a:extLst>
              <a:ext uri="{FF2B5EF4-FFF2-40B4-BE49-F238E27FC236}">
                <a16:creationId xmlns:a16="http://schemas.microsoft.com/office/drawing/2014/main" id="{5CFE2B19-E275-AC4A-B39B-9351B05BE19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Verdana" panose="020B0604030504040204" pitchFamily="34" charset="0"/>
                <a:ea typeface="ＭＳ Ｐゴシック" panose="020B0600070205080204" pitchFamily="34" charset="-128"/>
              </a:defRPr>
            </a:lvl1pPr>
            <a:lvl2pPr marL="742950" indent="-285750" defTabSz="930275">
              <a:defRPr sz="2400">
                <a:solidFill>
                  <a:schemeClr val="tx1"/>
                </a:solidFill>
                <a:latin typeface="Verdana" panose="020B0604030504040204" pitchFamily="34" charset="0"/>
                <a:ea typeface="ＭＳ Ｐゴシック" panose="020B0600070205080204" pitchFamily="34" charset="-128"/>
              </a:defRPr>
            </a:lvl2pPr>
            <a:lvl3pPr marL="1143000" indent="-228600" defTabSz="930275">
              <a:defRPr sz="2400">
                <a:solidFill>
                  <a:schemeClr val="tx1"/>
                </a:solidFill>
                <a:latin typeface="Verdana" panose="020B0604030504040204" pitchFamily="34" charset="0"/>
                <a:ea typeface="ＭＳ Ｐゴシック" panose="020B0600070205080204" pitchFamily="34" charset="-128"/>
              </a:defRPr>
            </a:lvl3pPr>
            <a:lvl4pPr marL="1600200" indent="-228600" defTabSz="930275">
              <a:defRPr sz="2400">
                <a:solidFill>
                  <a:schemeClr val="tx1"/>
                </a:solidFill>
                <a:latin typeface="Verdana" panose="020B0604030504040204" pitchFamily="34" charset="0"/>
                <a:ea typeface="ＭＳ Ｐゴシック" panose="020B0600070205080204" pitchFamily="34" charset="-128"/>
              </a:defRPr>
            </a:lvl4pPr>
            <a:lvl5pPr marL="2057400" indent="-228600" defTabSz="930275">
              <a:defRPr sz="2400">
                <a:solidFill>
                  <a:schemeClr val="tx1"/>
                </a:solidFill>
                <a:latin typeface="Verdana" panose="020B060403050404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17033208-E230-3B45-BC3A-B9BC1C99F9B4}" type="slidenum">
              <a:rPr lang="en-US" altLang="sk-SK" sz="1300">
                <a:latin typeface="Times New Roman" panose="02020603050405020304" pitchFamily="18" charset="0"/>
              </a:rPr>
              <a:pPr/>
              <a:t>15</a:t>
            </a:fld>
            <a:endParaRPr lang="en-US" altLang="sk-SK" sz="1300">
              <a:latin typeface="Times New Roman" panose="02020603050405020304" pitchFamily="18" charset="0"/>
            </a:endParaRPr>
          </a:p>
        </p:txBody>
      </p:sp>
      <p:sp>
        <p:nvSpPr>
          <p:cNvPr id="38914" name="Rectangle 2">
            <a:extLst>
              <a:ext uri="{FF2B5EF4-FFF2-40B4-BE49-F238E27FC236}">
                <a16:creationId xmlns:a16="http://schemas.microsoft.com/office/drawing/2014/main" id="{DEFBCA58-B3C2-1942-AD92-A81CBA1FA385}"/>
              </a:ext>
            </a:extLst>
          </p:cNvPr>
          <p:cNvSpPr>
            <a:spLocks noGrp="1" noRot="1" noChangeAspect="1" noChangeArrowheads="1" noTextEdit="1"/>
          </p:cNvSpPr>
          <p:nvPr>
            <p:ph type="sldImg"/>
          </p:nvPr>
        </p:nvSpPr>
        <p:spPr>
          <a:ln/>
        </p:spPr>
      </p:sp>
      <p:sp>
        <p:nvSpPr>
          <p:cNvPr id="38915" name="Rectangle 3">
            <a:extLst>
              <a:ext uri="{FF2B5EF4-FFF2-40B4-BE49-F238E27FC236}">
                <a16:creationId xmlns:a16="http://schemas.microsoft.com/office/drawing/2014/main" id="{5EA76B15-F95C-DE47-988B-7412E28C92F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sk-SK">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18926384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7">
            <a:extLst>
              <a:ext uri="{FF2B5EF4-FFF2-40B4-BE49-F238E27FC236}">
                <a16:creationId xmlns:a16="http://schemas.microsoft.com/office/drawing/2014/main" id="{EC7EB637-C242-474A-9EA1-491C8245C0D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Verdana" panose="020B0604030504040204" pitchFamily="34" charset="0"/>
                <a:ea typeface="ＭＳ Ｐゴシック" panose="020B0600070205080204" pitchFamily="34" charset="-128"/>
              </a:defRPr>
            </a:lvl1pPr>
            <a:lvl2pPr marL="742950" indent="-285750" defTabSz="930275">
              <a:defRPr sz="2400">
                <a:solidFill>
                  <a:schemeClr val="tx1"/>
                </a:solidFill>
                <a:latin typeface="Verdana" panose="020B0604030504040204" pitchFamily="34" charset="0"/>
                <a:ea typeface="ＭＳ Ｐゴシック" panose="020B0600070205080204" pitchFamily="34" charset="-128"/>
              </a:defRPr>
            </a:lvl2pPr>
            <a:lvl3pPr marL="1143000" indent="-228600" defTabSz="930275">
              <a:defRPr sz="2400">
                <a:solidFill>
                  <a:schemeClr val="tx1"/>
                </a:solidFill>
                <a:latin typeface="Verdana" panose="020B0604030504040204" pitchFamily="34" charset="0"/>
                <a:ea typeface="ＭＳ Ｐゴシック" panose="020B0600070205080204" pitchFamily="34" charset="-128"/>
              </a:defRPr>
            </a:lvl3pPr>
            <a:lvl4pPr marL="1600200" indent="-228600" defTabSz="930275">
              <a:defRPr sz="2400">
                <a:solidFill>
                  <a:schemeClr val="tx1"/>
                </a:solidFill>
                <a:latin typeface="Verdana" panose="020B0604030504040204" pitchFamily="34" charset="0"/>
                <a:ea typeface="ＭＳ Ｐゴシック" panose="020B0600070205080204" pitchFamily="34" charset="-128"/>
              </a:defRPr>
            </a:lvl4pPr>
            <a:lvl5pPr marL="2057400" indent="-228600" defTabSz="930275">
              <a:defRPr sz="2400">
                <a:solidFill>
                  <a:schemeClr val="tx1"/>
                </a:solidFill>
                <a:latin typeface="Verdana" panose="020B060403050404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D1A7F901-867B-3846-8CCE-A5D23B52E98F}" type="slidenum">
              <a:rPr lang="en-US" altLang="sk-SK" sz="1300">
                <a:latin typeface="Times New Roman" panose="02020603050405020304" pitchFamily="18" charset="0"/>
              </a:rPr>
              <a:pPr/>
              <a:t>17</a:t>
            </a:fld>
            <a:endParaRPr lang="en-US" altLang="sk-SK" sz="1300">
              <a:latin typeface="Times New Roman" panose="02020603050405020304" pitchFamily="18" charset="0"/>
            </a:endParaRPr>
          </a:p>
        </p:txBody>
      </p:sp>
      <p:sp>
        <p:nvSpPr>
          <p:cNvPr id="44034" name="Rectangle 2">
            <a:extLst>
              <a:ext uri="{FF2B5EF4-FFF2-40B4-BE49-F238E27FC236}">
                <a16:creationId xmlns:a16="http://schemas.microsoft.com/office/drawing/2014/main" id="{3512DA7A-A7C2-3148-991C-F6BFF8683ED5}"/>
              </a:ext>
            </a:extLst>
          </p:cNvPr>
          <p:cNvSpPr>
            <a:spLocks noGrp="1" noRot="1" noChangeAspect="1" noChangeArrowheads="1" noTextEdit="1"/>
          </p:cNvSpPr>
          <p:nvPr>
            <p:ph type="sldImg"/>
          </p:nvPr>
        </p:nvSpPr>
        <p:spPr>
          <a:ln/>
        </p:spPr>
      </p:sp>
      <p:sp>
        <p:nvSpPr>
          <p:cNvPr id="44035" name="Rectangle 3">
            <a:extLst>
              <a:ext uri="{FF2B5EF4-FFF2-40B4-BE49-F238E27FC236}">
                <a16:creationId xmlns:a16="http://schemas.microsoft.com/office/drawing/2014/main" id="{BCA84099-E552-F644-8371-180992F2A09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sk-SK">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30228070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7">
            <a:extLst>
              <a:ext uri="{FF2B5EF4-FFF2-40B4-BE49-F238E27FC236}">
                <a16:creationId xmlns:a16="http://schemas.microsoft.com/office/drawing/2014/main" id="{53632672-5AA5-7244-BF5A-FF9E5537C07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Verdana" panose="020B0604030504040204" pitchFamily="34" charset="0"/>
                <a:ea typeface="ＭＳ Ｐゴシック" panose="020B0600070205080204" pitchFamily="34" charset="-128"/>
              </a:defRPr>
            </a:lvl1pPr>
            <a:lvl2pPr marL="742950" indent="-285750" defTabSz="930275">
              <a:defRPr sz="2400">
                <a:solidFill>
                  <a:schemeClr val="tx1"/>
                </a:solidFill>
                <a:latin typeface="Verdana" panose="020B0604030504040204" pitchFamily="34" charset="0"/>
                <a:ea typeface="ＭＳ Ｐゴシック" panose="020B0600070205080204" pitchFamily="34" charset="-128"/>
              </a:defRPr>
            </a:lvl2pPr>
            <a:lvl3pPr marL="1143000" indent="-228600" defTabSz="930275">
              <a:defRPr sz="2400">
                <a:solidFill>
                  <a:schemeClr val="tx1"/>
                </a:solidFill>
                <a:latin typeface="Verdana" panose="020B0604030504040204" pitchFamily="34" charset="0"/>
                <a:ea typeface="ＭＳ Ｐゴシック" panose="020B0600070205080204" pitchFamily="34" charset="-128"/>
              </a:defRPr>
            </a:lvl3pPr>
            <a:lvl4pPr marL="1600200" indent="-228600" defTabSz="930275">
              <a:defRPr sz="2400">
                <a:solidFill>
                  <a:schemeClr val="tx1"/>
                </a:solidFill>
                <a:latin typeface="Verdana" panose="020B0604030504040204" pitchFamily="34" charset="0"/>
                <a:ea typeface="ＭＳ Ｐゴシック" panose="020B0600070205080204" pitchFamily="34" charset="-128"/>
              </a:defRPr>
            </a:lvl4pPr>
            <a:lvl5pPr marL="2057400" indent="-228600" defTabSz="930275">
              <a:defRPr sz="2400">
                <a:solidFill>
                  <a:schemeClr val="tx1"/>
                </a:solidFill>
                <a:latin typeface="Verdana" panose="020B060403050404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39576FCD-B939-CC42-8993-7C1848C76F14}" type="slidenum">
              <a:rPr lang="en-US" altLang="sk-SK" sz="1300">
                <a:latin typeface="Times New Roman" panose="02020603050405020304" pitchFamily="18" charset="0"/>
              </a:rPr>
              <a:pPr/>
              <a:t>18</a:t>
            </a:fld>
            <a:endParaRPr lang="en-US" altLang="sk-SK" sz="1300">
              <a:latin typeface="Times New Roman" panose="02020603050405020304" pitchFamily="18" charset="0"/>
            </a:endParaRPr>
          </a:p>
        </p:txBody>
      </p:sp>
      <p:sp>
        <p:nvSpPr>
          <p:cNvPr id="46082" name="Rectangle 2">
            <a:extLst>
              <a:ext uri="{FF2B5EF4-FFF2-40B4-BE49-F238E27FC236}">
                <a16:creationId xmlns:a16="http://schemas.microsoft.com/office/drawing/2014/main" id="{40E5FF3F-B07F-1E4D-B2F8-CAD9C74227C7}"/>
              </a:ext>
            </a:extLst>
          </p:cNvPr>
          <p:cNvSpPr>
            <a:spLocks noGrp="1" noRot="1" noChangeAspect="1" noChangeArrowheads="1" noTextEdit="1"/>
          </p:cNvSpPr>
          <p:nvPr>
            <p:ph type="sldImg"/>
          </p:nvPr>
        </p:nvSpPr>
        <p:spPr>
          <a:ln/>
        </p:spPr>
      </p:sp>
      <p:sp>
        <p:nvSpPr>
          <p:cNvPr id="46083" name="Rectangle 3">
            <a:extLst>
              <a:ext uri="{FF2B5EF4-FFF2-40B4-BE49-F238E27FC236}">
                <a16:creationId xmlns:a16="http://schemas.microsoft.com/office/drawing/2014/main" id="{793EDD68-37D8-C148-82C3-C9B4DDCF6BF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sk-SK">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332475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7">
            <a:extLst>
              <a:ext uri="{FF2B5EF4-FFF2-40B4-BE49-F238E27FC236}">
                <a16:creationId xmlns:a16="http://schemas.microsoft.com/office/drawing/2014/main" id="{69AE6D2C-A794-5D47-8949-7AC87F607EA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Verdana" panose="020B0604030504040204" pitchFamily="34" charset="0"/>
                <a:ea typeface="ＭＳ Ｐゴシック" panose="020B0600070205080204" pitchFamily="34" charset="-128"/>
              </a:defRPr>
            </a:lvl1pPr>
            <a:lvl2pPr marL="742950" indent="-285750" defTabSz="930275">
              <a:defRPr sz="2400">
                <a:solidFill>
                  <a:schemeClr val="tx1"/>
                </a:solidFill>
                <a:latin typeface="Verdana" panose="020B0604030504040204" pitchFamily="34" charset="0"/>
                <a:ea typeface="ＭＳ Ｐゴシック" panose="020B0600070205080204" pitchFamily="34" charset="-128"/>
              </a:defRPr>
            </a:lvl2pPr>
            <a:lvl3pPr marL="1143000" indent="-228600" defTabSz="930275">
              <a:defRPr sz="2400">
                <a:solidFill>
                  <a:schemeClr val="tx1"/>
                </a:solidFill>
                <a:latin typeface="Verdana" panose="020B0604030504040204" pitchFamily="34" charset="0"/>
                <a:ea typeface="ＭＳ Ｐゴシック" panose="020B0600070205080204" pitchFamily="34" charset="-128"/>
              </a:defRPr>
            </a:lvl3pPr>
            <a:lvl4pPr marL="1600200" indent="-228600" defTabSz="930275">
              <a:defRPr sz="2400">
                <a:solidFill>
                  <a:schemeClr val="tx1"/>
                </a:solidFill>
                <a:latin typeface="Verdana" panose="020B0604030504040204" pitchFamily="34" charset="0"/>
                <a:ea typeface="ＭＳ Ｐゴシック" panose="020B0600070205080204" pitchFamily="34" charset="-128"/>
              </a:defRPr>
            </a:lvl4pPr>
            <a:lvl5pPr marL="2057400" indent="-228600" defTabSz="930275">
              <a:defRPr sz="2400">
                <a:solidFill>
                  <a:schemeClr val="tx1"/>
                </a:solidFill>
                <a:latin typeface="Verdana" panose="020B060403050404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C0DAD4FC-42A0-5144-AFA0-9D6619731549}" type="slidenum">
              <a:rPr lang="en-US" altLang="sk-SK" sz="1300">
                <a:latin typeface="Times New Roman" panose="02020603050405020304" pitchFamily="18" charset="0"/>
              </a:rPr>
              <a:pPr/>
              <a:t>19</a:t>
            </a:fld>
            <a:endParaRPr lang="en-US" altLang="sk-SK" sz="1300">
              <a:latin typeface="Times New Roman" panose="02020603050405020304" pitchFamily="18" charset="0"/>
            </a:endParaRPr>
          </a:p>
        </p:txBody>
      </p:sp>
      <p:sp>
        <p:nvSpPr>
          <p:cNvPr id="50178" name="Rectangle 2">
            <a:extLst>
              <a:ext uri="{FF2B5EF4-FFF2-40B4-BE49-F238E27FC236}">
                <a16:creationId xmlns:a16="http://schemas.microsoft.com/office/drawing/2014/main" id="{714B2909-2618-1444-B80C-F2B22D3F466A}"/>
              </a:ext>
            </a:extLst>
          </p:cNvPr>
          <p:cNvSpPr>
            <a:spLocks noGrp="1" noRot="1" noChangeAspect="1" noChangeArrowheads="1" noTextEdit="1"/>
          </p:cNvSpPr>
          <p:nvPr>
            <p:ph type="sldImg"/>
          </p:nvPr>
        </p:nvSpPr>
        <p:spPr>
          <a:ln/>
        </p:spPr>
      </p:sp>
      <p:sp>
        <p:nvSpPr>
          <p:cNvPr id="50179" name="Rectangle 3">
            <a:extLst>
              <a:ext uri="{FF2B5EF4-FFF2-40B4-BE49-F238E27FC236}">
                <a16:creationId xmlns:a16="http://schemas.microsoft.com/office/drawing/2014/main" id="{C92BD3F6-0F35-A342-98CE-89F02B82FDB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sk-SK">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15917328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7">
            <a:extLst>
              <a:ext uri="{FF2B5EF4-FFF2-40B4-BE49-F238E27FC236}">
                <a16:creationId xmlns:a16="http://schemas.microsoft.com/office/drawing/2014/main" id="{6DBF786E-BA2D-7347-AA97-50FE897B0E2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Verdana" panose="020B0604030504040204" pitchFamily="34" charset="0"/>
                <a:ea typeface="ＭＳ Ｐゴシック" panose="020B0600070205080204" pitchFamily="34" charset="-128"/>
              </a:defRPr>
            </a:lvl1pPr>
            <a:lvl2pPr marL="742950" indent="-285750" defTabSz="930275">
              <a:defRPr sz="2400">
                <a:solidFill>
                  <a:schemeClr val="tx1"/>
                </a:solidFill>
                <a:latin typeface="Verdana" panose="020B0604030504040204" pitchFamily="34" charset="0"/>
                <a:ea typeface="ＭＳ Ｐゴシック" panose="020B0600070205080204" pitchFamily="34" charset="-128"/>
              </a:defRPr>
            </a:lvl2pPr>
            <a:lvl3pPr marL="1143000" indent="-228600" defTabSz="930275">
              <a:defRPr sz="2400">
                <a:solidFill>
                  <a:schemeClr val="tx1"/>
                </a:solidFill>
                <a:latin typeface="Verdana" panose="020B0604030504040204" pitchFamily="34" charset="0"/>
                <a:ea typeface="ＭＳ Ｐゴシック" panose="020B0600070205080204" pitchFamily="34" charset="-128"/>
              </a:defRPr>
            </a:lvl3pPr>
            <a:lvl4pPr marL="1600200" indent="-228600" defTabSz="930275">
              <a:defRPr sz="2400">
                <a:solidFill>
                  <a:schemeClr val="tx1"/>
                </a:solidFill>
                <a:latin typeface="Verdana" panose="020B0604030504040204" pitchFamily="34" charset="0"/>
                <a:ea typeface="ＭＳ Ｐゴシック" panose="020B0600070205080204" pitchFamily="34" charset="-128"/>
              </a:defRPr>
            </a:lvl4pPr>
            <a:lvl5pPr marL="2057400" indent="-228600" defTabSz="930275">
              <a:defRPr sz="2400">
                <a:solidFill>
                  <a:schemeClr val="tx1"/>
                </a:solidFill>
                <a:latin typeface="Verdana" panose="020B060403050404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45AD3FCE-7720-454C-BA06-EF72FEA4E41E}" type="slidenum">
              <a:rPr lang="en-US" altLang="sk-SK" sz="1300">
                <a:latin typeface="Times New Roman" panose="02020603050405020304" pitchFamily="18" charset="0"/>
              </a:rPr>
              <a:pPr/>
              <a:t>20</a:t>
            </a:fld>
            <a:endParaRPr lang="en-US" altLang="sk-SK" sz="1300">
              <a:latin typeface="Times New Roman" panose="02020603050405020304" pitchFamily="18" charset="0"/>
            </a:endParaRPr>
          </a:p>
        </p:txBody>
      </p:sp>
      <p:sp>
        <p:nvSpPr>
          <p:cNvPr id="52226" name="Rectangle 2">
            <a:extLst>
              <a:ext uri="{FF2B5EF4-FFF2-40B4-BE49-F238E27FC236}">
                <a16:creationId xmlns:a16="http://schemas.microsoft.com/office/drawing/2014/main" id="{15ACF24D-3727-3441-9102-376578881204}"/>
              </a:ext>
            </a:extLst>
          </p:cNvPr>
          <p:cNvSpPr>
            <a:spLocks noGrp="1" noRot="1" noChangeAspect="1" noChangeArrowheads="1" noTextEdit="1"/>
          </p:cNvSpPr>
          <p:nvPr>
            <p:ph type="sldImg"/>
          </p:nvPr>
        </p:nvSpPr>
        <p:spPr>
          <a:ln/>
        </p:spPr>
      </p:sp>
      <p:sp>
        <p:nvSpPr>
          <p:cNvPr id="52227" name="Rectangle 3">
            <a:extLst>
              <a:ext uri="{FF2B5EF4-FFF2-40B4-BE49-F238E27FC236}">
                <a16:creationId xmlns:a16="http://schemas.microsoft.com/office/drawing/2014/main" id="{F82B42C7-E2E2-EB4F-B1C5-3F8AF698962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sk-SK">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41806939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7">
            <a:extLst>
              <a:ext uri="{FF2B5EF4-FFF2-40B4-BE49-F238E27FC236}">
                <a16:creationId xmlns:a16="http://schemas.microsoft.com/office/drawing/2014/main" id="{99BAD24F-7AD2-A941-94AA-62DC1296162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Verdana" panose="020B0604030504040204" pitchFamily="34" charset="0"/>
                <a:ea typeface="ＭＳ Ｐゴシック" panose="020B0600070205080204" pitchFamily="34" charset="-128"/>
              </a:defRPr>
            </a:lvl1pPr>
            <a:lvl2pPr marL="742950" indent="-285750" defTabSz="930275">
              <a:defRPr sz="2400">
                <a:solidFill>
                  <a:schemeClr val="tx1"/>
                </a:solidFill>
                <a:latin typeface="Verdana" panose="020B0604030504040204" pitchFamily="34" charset="0"/>
                <a:ea typeface="ＭＳ Ｐゴシック" panose="020B0600070205080204" pitchFamily="34" charset="-128"/>
              </a:defRPr>
            </a:lvl2pPr>
            <a:lvl3pPr marL="1143000" indent="-228600" defTabSz="930275">
              <a:defRPr sz="2400">
                <a:solidFill>
                  <a:schemeClr val="tx1"/>
                </a:solidFill>
                <a:latin typeface="Verdana" panose="020B0604030504040204" pitchFamily="34" charset="0"/>
                <a:ea typeface="ＭＳ Ｐゴシック" panose="020B0600070205080204" pitchFamily="34" charset="-128"/>
              </a:defRPr>
            </a:lvl3pPr>
            <a:lvl4pPr marL="1600200" indent="-228600" defTabSz="930275">
              <a:defRPr sz="2400">
                <a:solidFill>
                  <a:schemeClr val="tx1"/>
                </a:solidFill>
                <a:latin typeface="Verdana" panose="020B0604030504040204" pitchFamily="34" charset="0"/>
                <a:ea typeface="ＭＳ Ｐゴシック" panose="020B0600070205080204" pitchFamily="34" charset="-128"/>
              </a:defRPr>
            </a:lvl4pPr>
            <a:lvl5pPr marL="2057400" indent="-228600" defTabSz="930275">
              <a:defRPr sz="2400">
                <a:solidFill>
                  <a:schemeClr val="tx1"/>
                </a:solidFill>
                <a:latin typeface="Verdana" panose="020B060403050404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9EAE8D3F-5B2C-9F4D-88EA-6EBCEFB78470}" type="slidenum">
              <a:rPr lang="en-US" altLang="sk-SK" sz="1300">
                <a:latin typeface="Times New Roman" panose="02020603050405020304" pitchFamily="18" charset="0"/>
              </a:rPr>
              <a:pPr/>
              <a:t>21</a:t>
            </a:fld>
            <a:endParaRPr lang="en-US" altLang="sk-SK" sz="1300">
              <a:latin typeface="Times New Roman" panose="02020603050405020304" pitchFamily="18" charset="0"/>
            </a:endParaRPr>
          </a:p>
        </p:txBody>
      </p:sp>
      <p:sp>
        <p:nvSpPr>
          <p:cNvPr id="54274" name="Rectangle 2">
            <a:extLst>
              <a:ext uri="{FF2B5EF4-FFF2-40B4-BE49-F238E27FC236}">
                <a16:creationId xmlns:a16="http://schemas.microsoft.com/office/drawing/2014/main" id="{F567B74A-ABA6-E543-918F-E08E2D97C3A6}"/>
              </a:ext>
            </a:extLst>
          </p:cNvPr>
          <p:cNvSpPr>
            <a:spLocks noGrp="1" noRot="1" noChangeAspect="1" noChangeArrowheads="1" noTextEdit="1"/>
          </p:cNvSpPr>
          <p:nvPr>
            <p:ph type="sldImg"/>
          </p:nvPr>
        </p:nvSpPr>
        <p:spPr>
          <a:ln/>
        </p:spPr>
      </p:sp>
      <p:sp>
        <p:nvSpPr>
          <p:cNvPr id="54275" name="Rectangle 3">
            <a:extLst>
              <a:ext uri="{FF2B5EF4-FFF2-40B4-BE49-F238E27FC236}">
                <a16:creationId xmlns:a16="http://schemas.microsoft.com/office/drawing/2014/main" id="{097053BD-6282-E54F-B538-C9B326D5AEE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sk-SK">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9777203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7">
            <a:extLst>
              <a:ext uri="{FF2B5EF4-FFF2-40B4-BE49-F238E27FC236}">
                <a16:creationId xmlns:a16="http://schemas.microsoft.com/office/drawing/2014/main" id="{B60EDB48-F8FE-AD45-8478-D46DB4E00C6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Verdana" panose="020B0604030504040204" pitchFamily="34" charset="0"/>
                <a:ea typeface="ＭＳ Ｐゴシック" panose="020B0600070205080204" pitchFamily="34" charset="-128"/>
              </a:defRPr>
            </a:lvl1pPr>
            <a:lvl2pPr marL="742950" indent="-285750" defTabSz="930275">
              <a:defRPr sz="2400">
                <a:solidFill>
                  <a:schemeClr val="tx1"/>
                </a:solidFill>
                <a:latin typeface="Verdana" panose="020B0604030504040204" pitchFamily="34" charset="0"/>
                <a:ea typeface="ＭＳ Ｐゴシック" panose="020B0600070205080204" pitchFamily="34" charset="-128"/>
              </a:defRPr>
            </a:lvl2pPr>
            <a:lvl3pPr marL="1143000" indent="-228600" defTabSz="930275">
              <a:defRPr sz="2400">
                <a:solidFill>
                  <a:schemeClr val="tx1"/>
                </a:solidFill>
                <a:latin typeface="Verdana" panose="020B0604030504040204" pitchFamily="34" charset="0"/>
                <a:ea typeface="ＭＳ Ｐゴシック" panose="020B0600070205080204" pitchFamily="34" charset="-128"/>
              </a:defRPr>
            </a:lvl3pPr>
            <a:lvl4pPr marL="1600200" indent="-228600" defTabSz="930275">
              <a:defRPr sz="2400">
                <a:solidFill>
                  <a:schemeClr val="tx1"/>
                </a:solidFill>
                <a:latin typeface="Verdana" panose="020B0604030504040204" pitchFamily="34" charset="0"/>
                <a:ea typeface="ＭＳ Ｐゴシック" panose="020B0600070205080204" pitchFamily="34" charset="-128"/>
              </a:defRPr>
            </a:lvl4pPr>
            <a:lvl5pPr marL="2057400" indent="-228600" defTabSz="930275">
              <a:defRPr sz="2400">
                <a:solidFill>
                  <a:schemeClr val="tx1"/>
                </a:solidFill>
                <a:latin typeface="Verdana" panose="020B060403050404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356F5B5C-C15A-6E41-A981-0130EAA8E10B}" type="slidenum">
              <a:rPr lang="en-US" altLang="sk-SK" sz="1300">
                <a:latin typeface="Times New Roman" panose="02020603050405020304" pitchFamily="18" charset="0"/>
              </a:rPr>
              <a:pPr/>
              <a:t>22</a:t>
            </a:fld>
            <a:endParaRPr lang="en-US" altLang="sk-SK" sz="1300">
              <a:latin typeface="Times New Roman" panose="02020603050405020304" pitchFamily="18" charset="0"/>
            </a:endParaRPr>
          </a:p>
        </p:txBody>
      </p:sp>
      <p:sp>
        <p:nvSpPr>
          <p:cNvPr id="56322" name="Rectangle 2">
            <a:extLst>
              <a:ext uri="{FF2B5EF4-FFF2-40B4-BE49-F238E27FC236}">
                <a16:creationId xmlns:a16="http://schemas.microsoft.com/office/drawing/2014/main" id="{52A608F2-AE9D-5D4F-946B-3BD7361FCD3C}"/>
              </a:ext>
            </a:extLst>
          </p:cNvPr>
          <p:cNvSpPr>
            <a:spLocks noGrp="1" noRot="1" noChangeAspect="1" noChangeArrowheads="1" noTextEdit="1"/>
          </p:cNvSpPr>
          <p:nvPr>
            <p:ph type="sldImg"/>
          </p:nvPr>
        </p:nvSpPr>
        <p:spPr>
          <a:ln/>
        </p:spPr>
      </p:sp>
      <p:sp>
        <p:nvSpPr>
          <p:cNvPr id="56323" name="Rectangle 3">
            <a:extLst>
              <a:ext uri="{FF2B5EF4-FFF2-40B4-BE49-F238E27FC236}">
                <a16:creationId xmlns:a16="http://schemas.microsoft.com/office/drawing/2014/main" id="{2CBA12B9-98CB-7D4D-8BAE-003C390F671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sk-SK">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144127557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7">
            <a:extLst>
              <a:ext uri="{FF2B5EF4-FFF2-40B4-BE49-F238E27FC236}">
                <a16:creationId xmlns:a16="http://schemas.microsoft.com/office/drawing/2014/main" id="{7E708463-3E53-134C-9614-36ACCB9177F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Verdana" panose="020B0604030504040204" pitchFamily="34" charset="0"/>
                <a:ea typeface="ＭＳ Ｐゴシック" panose="020B0600070205080204" pitchFamily="34" charset="-128"/>
              </a:defRPr>
            </a:lvl1pPr>
            <a:lvl2pPr marL="742950" indent="-285750" defTabSz="930275">
              <a:defRPr sz="2400">
                <a:solidFill>
                  <a:schemeClr val="tx1"/>
                </a:solidFill>
                <a:latin typeface="Verdana" panose="020B0604030504040204" pitchFamily="34" charset="0"/>
                <a:ea typeface="ＭＳ Ｐゴシック" panose="020B0600070205080204" pitchFamily="34" charset="-128"/>
              </a:defRPr>
            </a:lvl2pPr>
            <a:lvl3pPr marL="1143000" indent="-228600" defTabSz="930275">
              <a:defRPr sz="2400">
                <a:solidFill>
                  <a:schemeClr val="tx1"/>
                </a:solidFill>
                <a:latin typeface="Verdana" panose="020B0604030504040204" pitchFamily="34" charset="0"/>
                <a:ea typeface="ＭＳ Ｐゴシック" panose="020B0600070205080204" pitchFamily="34" charset="-128"/>
              </a:defRPr>
            </a:lvl3pPr>
            <a:lvl4pPr marL="1600200" indent="-228600" defTabSz="930275">
              <a:defRPr sz="2400">
                <a:solidFill>
                  <a:schemeClr val="tx1"/>
                </a:solidFill>
                <a:latin typeface="Verdana" panose="020B0604030504040204" pitchFamily="34" charset="0"/>
                <a:ea typeface="ＭＳ Ｐゴシック" panose="020B0600070205080204" pitchFamily="34" charset="-128"/>
              </a:defRPr>
            </a:lvl4pPr>
            <a:lvl5pPr marL="2057400" indent="-228600" defTabSz="930275">
              <a:defRPr sz="2400">
                <a:solidFill>
                  <a:schemeClr val="tx1"/>
                </a:solidFill>
                <a:latin typeface="Verdana" panose="020B060403050404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9637138C-43A9-EC48-9DC4-1CBAEAEB849B}" type="slidenum">
              <a:rPr lang="en-US" altLang="sk-SK" sz="1300">
                <a:latin typeface="Times New Roman" panose="02020603050405020304" pitchFamily="18" charset="0"/>
              </a:rPr>
              <a:pPr/>
              <a:t>23</a:t>
            </a:fld>
            <a:endParaRPr lang="en-US" altLang="sk-SK" sz="1300">
              <a:latin typeface="Times New Roman" panose="02020603050405020304" pitchFamily="18" charset="0"/>
            </a:endParaRPr>
          </a:p>
        </p:txBody>
      </p:sp>
      <p:sp>
        <p:nvSpPr>
          <p:cNvPr id="58370" name="Rectangle 2">
            <a:extLst>
              <a:ext uri="{FF2B5EF4-FFF2-40B4-BE49-F238E27FC236}">
                <a16:creationId xmlns:a16="http://schemas.microsoft.com/office/drawing/2014/main" id="{47A90DED-C83B-0540-8F78-2B1F3EA82912}"/>
              </a:ext>
            </a:extLst>
          </p:cNvPr>
          <p:cNvSpPr>
            <a:spLocks noGrp="1" noRot="1" noChangeAspect="1" noChangeArrowheads="1" noTextEdit="1"/>
          </p:cNvSpPr>
          <p:nvPr>
            <p:ph type="sldImg"/>
          </p:nvPr>
        </p:nvSpPr>
        <p:spPr>
          <a:ln/>
        </p:spPr>
      </p:sp>
      <p:sp>
        <p:nvSpPr>
          <p:cNvPr id="58371" name="Rectangle 3">
            <a:extLst>
              <a:ext uri="{FF2B5EF4-FFF2-40B4-BE49-F238E27FC236}">
                <a16:creationId xmlns:a16="http://schemas.microsoft.com/office/drawing/2014/main" id="{5C81EE71-F289-7E49-A90C-8647880646E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sk-SK">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372656520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7">
            <a:extLst>
              <a:ext uri="{FF2B5EF4-FFF2-40B4-BE49-F238E27FC236}">
                <a16:creationId xmlns:a16="http://schemas.microsoft.com/office/drawing/2014/main" id="{B9AA8B6D-0E35-974E-A6E1-F66BCA6998F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Verdana" panose="020B0604030504040204" pitchFamily="34" charset="0"/>
                <a:ea typeface="ＭＳ Ｐゴシック" panose="020B0600070205080204" pitchFamily="34" charset="-128"/>
              </a:defRPr>
            </a:lvl1pPr>
            <a:lvl2pPr marL="742950" indent="-285750" defTabSz="930275">
              <a:defRPr sz="2400">
                <a:solidFill>
                  <a:schemeClr val="tx1"/>
                </a:solidFill>
                <a:latin typeface="Verdana" panose="020B0604030504040204" pitchFamily="34" charset="0"/>
                <a:ea typeface="ＭＳ Ｐゴシック" panose="020B0600070205080204" pitchFamily="34" charset="-128"/>
              </a:defRPr>
            </a:lvl2pPr>
            <a:lvl3pPr marL="1143000" indent="-228600" defTabSz="930275">
              <a:defRPr sz="2400">
                <a:solidFill>
                  <a:schemeClr val="tx1"/>
                </a:solidFill>
                <a:latin typeface="Verdana" panose="020B0604030504040204" pitchFamily="34" charset="0"/>
                <a:ea typeface="ＭＳ Ｐゴシック" panose="020B0600070205080204" pitchFamily="34" charset="-128"/>
              </a:defRPr>
            </a:lvl3pPr>
            <a:lvl4pPr marL="1600200" indent="-228600" defTabSz="930275">
              <a:defRPr sz="2400">
                <a:solidFill>
                  <a:schemeClr val="tx1"/>
                </a:solidFill>
                <a:latin typeface="Verdana" panose="020B0604030504040204" pitchFamily="34" charset="0"/>
                <a:ea typeface="ＭＳ Ｐゴシック" panose="020B0600070205080204" pitchFamily="34" charset="-128"/>
              </a:defRPr>
            </a:lvl4pPr>
            <a:lvl5pPr marL="2057400" indent="-228600" defTabSz="930275">
              <a:defRPr sz="2400">
                <a:solidFill>
                  <a:schemeClr val="tx1"/>
                </a:solidFill>
                <a:latin typeface="Verdana" panose="020B060403050404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D4924267-02E5-8C4F-B489-200F75E3BD8D}" type="slidenum">
              <a:rPr lang="en-US" altLang="sk-SK" sz="1300">
                <a:latin typeface="Times New Roman" panose="02020603050405020304" pitchFamily="18" charset="0"/>
              </a:rPr>
              <a:pPr/>
              <a:t>27</a:t>
            </a:fld>
            <a:endParaRPr lang="en-US" altLang="sk-SK" sz="1300">
              <a:latin typeface="Times New Roman" panose="02020603050405020304" pitchFamily="18" charset="0"/>
            </a:endParaRPr>
          </a:p>
        </p:txBody>
      </p:sp>
      <p:sp>
        <p:nvSpPr>
          <p:cNvPr id="60418" name="Rectangle 2">
            <a:extLst>
              <a:ext uri="{FF2B5EF4-FFF2-40B4-BE49-F238E27FC236}">
                <a16:creationId xmlns:a16="http://schemas.microsoft.com/office/drawing/2014/main" id="{5F334459-F5C2-3D44-B197-CF80CB2B033C}"/>
              </a:ext>
            </a:extLst>
          </p:cNvPr>
          <p:cNvSpPr>
            <a:spLocks noGrp="1" noRot="1" noChangeAspect="1" noChangeArrowheads="1" noTextEdit="1"/>
          </p:cNvSpPr>
          <p:nvPr>
            <p:ph type="sldImg"/>
          </p:nvPr>
        </p:nvSpPr>
        <p:spPr>
          <a:ln/>
        </p:spPr>
      </p:sp>
      <p:sp>
        <p:nvSpPr>
          <p:cNvPr id="60419" name="Rectangle 3">
            <a:extLst>
              <a:ext uri="{FF2B5EF4-FFF2-40B4-BE49-F238E27FC236}">
                <a16:creationId xmlns:a16="http://schemas.microsoft.com/office/drawing/2014/main" id="{82C50AC5-D39C-E34C-A9EC-653EDB0995D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sk-SK">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187810824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7">
            <a:extLst>
              <a:ext uri="{FF2B5EF4-FFF2-40B4-BE49-F238E27FC236}">
                <a16:creationId xmlns:a16="http://schemas.microsoft.com/office/drawing/2014/main" id="{35F4B7DE-64E8-484B-BE34-1F1EB06E026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Verdana" panose="020B0604030504040204" pitchFamily="34" charset="0"/>
                <a:ea typeface="ＭＳ Ｐゴシック" panose="020B0600070205080204" pitchFamily="34" charset="-128"/>
              </a:defRPr>
            </a:lvl1pPr>
            <a:lvl2pPr marL="742950" indent="-285750" defTabSz="930275">
              <a:defRPr sz="2400">
                <a:solidFill>
                  <a:schemeClr val="tx1"/>
                </a:solidFill>
                <a:latin typeface="Verdana" panose="020B0604030504040204" pitchFamily="34" charset="0"/>
                <a:ea typeface="ＭＳ Ｐゴシック" panose="020B0600070205080204" pitchFamily="34" charset="-128"/>
              </a:defRPr>
            </a:lvl2pPr>
            <a:lvl3pPr marL="1143000" indent="-228600" defTabSz="930275">
              <a:defRPr sz="2400">
                <a:solidFill>
                  <a:schemeClr val="tx1"/>
                </a:solidFill>
                <a:latin typeface="Verdana" panose="020B0604030504040204" pitchFamily="34" charset="0"/>
                <a:ea typeface="ＭＳ Ｐゴシック" panose="020B0600070205080204" pitchFamily="34" charset="-128"/>
              </a:defRPr>
            </a:lvl3pPr>
            <a:lvl4pPr marL="1600200" indent="-228600" defTabSz="930275">
              <a:defRPr sz="2400">
                <a:solidFill>
                  <a:schemeClr val="tx1"/>
                </a:solidFill>
                <a:latin typeface="Verdana" panose="020B0604030504040204" pitchFamily="34" charset="0"/>
                <a:ea typeface="ＭＳ Ｐゴシック" panose="020B0600070205080204" pitchFamily="34" charset="-128"/>
              </a:defRPr>
            </a:lvl4pPr>
            <a:lvl5pPr marL="2057400" indent="-228600" defTabSz="930275">
              <a:defRPr sz="2400">
                <a:solidFill>
                  <a:schemeClr val="tx1"/>
                </a:solidFill>
                <a:latin typeface="Verdana" panose="020B060403050404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3F5E31DD-567F-2B4E-9BAF-E5FDE3866D51}" type="slidenum">
              <a:rPr lang="en-US" altLang="sk-SK" sz="1300">
                <a:latin typeface="Times New Roman" panose="02020603050405020304" pitchFamily="18" charset="0"/>
              </a:rPr>
              <a:pPr/>
              <a:t>28</a:t>
            </a:fld>
            <a:endParaRPr lang="en-US" altLang="sk-SK" sz="1300">
              <a:latin typeface="Times New Roman" panose="02020603050405020304" pitchFamily="18" charset="0"/>
            </a:endParaRPr>
          </a:p>
        </p:txBody>
      </p:sp>
      <p:sp>
        <p:nvSpPr>
          <p:cNvPr id="62466" name="Rectangle 2">
            <a:extLst>
              <a:ext uri="{FF2B5EF4-FFF2-40B4-BE49-F238E27FC236}">
                <a16:creationId xmlns:a16="http://schemas.microsoft.com/office/drawing/2014/main" id="{29A631DE-A6D9-9C43-82D1-1281480DDA4B}"/>
              </a:ext>
            </a:extLst>
          </p:cNvPr>
          <p:cNvSpPr>
            <a:spLocks noGrp="1" noRot="1" noChangeAspect="1" noChangeArrowheads="1" noTextEdit="1"/>
          </p:cNvSpPr>
          <p:nvPr>
            <p:ph type="sldImg"/>
          </p:nvPr>
        </p:nvSpPr>
        <p:spPr>
          <a:ln/>
        </p:spPr>
      </p:sp>
      <p:sp>
        <p:nvSpPr>
          <p:cNvPr id="62467" name="Rectangle 3">
            <a:extLst>
              <a:ext uri="{FF2B5EF4-FFF2-40B4-BE49-F238E27FC236}">
                <a16:creationId xmlns:a16="http://schemas.microsoft.com/office/drawing/2014/main" id="{91E2F4AC-FE80-6F4B-B4E1-61A39A0513E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sk-SK">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159842113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7">
            <a:extLst>
              <a:ext uri="{FF2B5EF4-FFF2-40B4-BE49-F238E27FC236}">
                <a16:creationId xmlns:a16="http://schemas.microsoft.com/office/drawing/2014/main" id="{685C4654-6B05-634B-BDAA-203932E15B0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Verdana" panose="020B0604030504040204" pitchFamily="34" charset="0"/>
                <a:ea typeface="ＭＳ Ｐゴシック" panose="020B0600070205080204" pitchFamily="34" charset="-128"/>
              </a:defRPr>
            </a:lvl1pPr>
            <a:lvl2pPr marL="742950" indent="-285750" defTabSz="930275">
              <a:defRPr sz="2400">
                <a:solidFill>
                  <a:schemeClr val="tx1"/>
                </a:solidFill>
                <a:latin typeface="Verdana" panose="020B0604030504040204" pitchFamily="34" charset="0"/>
                <a:ea typeface="ＭＳ Ｐゴシック" panose="020B0600070205080204" pitchFamily="34" charset="-128"/>
              </a:defRPr>
            </a:lvl2pPr>
            <a:lvl3pPr marL="1143000" indent="-228600" defTabSz="930275">
              <a:defRPr sz="2400">
                <a:solidFill>
                  <a:schemeClr val="tx1"/>
                </a:solidFill>
                <a:latin typeface="Verdana" panose="020B0604030504040204" pitchFamily="34" charset="0"/>
                <a:ea typeface="ＭＳ Ｐゴシック" panose="020B0600070205080204" pitchFamily="34" charset="-128"/>
              </a:defRPr>
            </a:lvl3pPr>
            <a:lvl4pPr marL="1600200" indent="-228600" defTabSz="930275">
              <a:defRPr sz="2400">
                <a:solidFill>
                  <a:schemeClr val="tx1"/>
                </a:solidFill>
                <a:latin typeface="Verdana" panose="020B0604030504040204" pitchFamily="34" charset="0"/>
                <a:ea typeface="ＭＳ Ｐゴシック" panose="020B0600070205080204" pitchFamily="34" charset="-128"/>
              </a:defRPr>
            </a:lvl4pPr>
            <a:lvl5pPr marL="2057400" indent="-228600" defTabSz="930275">
              <a:defRPr sz="2400">
                <a:solidFill>
                  <a:schemeClr val="tx1"/>
                </a:solidFill>
                <a:latin typeface="Verdana" panose="020B060403050404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E80A83C2-0842-4242-908D-B4CA572C6D3A}" type="slidenum">
              <a:rPr lang="en-US" altLang="sk-SK" sz="1300">
                <a:latin typeface="Times New Roman" panose="02020603050405020304" pitchFamily="18" charset="0"/>
              </a:rPr>
              <a:pPr/>
              <a:t>29</a:t>
            </a:fld>
            <a:endParaRPr lang="en-US" altLang="sk-SK" sz="1300">
              <a:latin typeface="Times New Roman" panose="02020603050405020304" pitchFamily="18" charset="0"/>
            </a:endParaRPr>
          </a:p>
        </p:txBody>
      </p:sp>
      <p:sp>
        <p:nvSpPr>
          <p:cNvPr id="64514" name="Rectangle 2">
            <a:extLst>
              <a:ext uri="{FF2B5EF4-FFF2-40B4-BE49-F238E27FC236}">
                <a16:creationId xmlns:a16="http://schemas.microsoft.com/office/drawing/2014/main" id="{4F56D045-7C23-B84A-A51D-312D4CF35C3D}"/>
              </a:ext>
            </a:extLst>
          </p:cNvPr>
          <p:cNvSpPr>
            <a:spLocks noGrp="1" noRot="1" noChangeAspect="1" noChangeArrowheads="1" noTextEdit="1"/>
          </p:cNvSpPr>
          <p:nvPr>
            <p:ph type="sldImg"/>
          </p:nvPr>
        </p:nvSpPr>
        <p:spPr>
          <a:ln/>
        </p:spPr>
      </p:sp>
      <p:sp>
        <p:nvSpPr>
          <p:cNvPr id="64515" name="Rectangle 3">
            <a:extLst>
              <a:ext uri="{FF2B5EF4-FFF2-40B4-BE49-F238E27FC236}">
                <a16:creationId xmlns:a16="http://schemas.microsoft.com/office/drawing/2014/main" id="{802F0960-6691-D142-B538-47127EE2EF5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sk-SK">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227662267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7">
            <a:extLst>
              <a:ext uri="{FF2B5EF4-FFF2-40B4-BE49-F238E27FC236}">
                <a16:creationId xmlns:a16="http://schemas.microsoft.com/office/drawing/2014/main" id="{5B4014AE-6E6F-8D46-A46C-C5273ED4853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Verdana" panose="020B0604030504040204" pitchFamily="34" charset="0"/>
                <a:ea typeface="ＭＳ Ｐゴシック" panose="020B0600070205080204" pitchFamily="34" charset="-128"/>
              </a:defRPr>
            </a:lvl1pPr>
            <a:lvl2pPr marL="742950" indent="-285750" defTabSz="930275">
              <a:defRPr sz="2400">
                <a:solidFill>
                  <a:schemeClr val="tx1"/>
                </a:solidFill>
                <a:latin typeface="Verdana" panose="020B0604030504040204" pitchFamily="34" charset="0"/>
                <a:ea typeface="ＭＳ Ｐゴシック" panose="020B0600070205080204" pitchFamily="34" charset="-128"/>
              </a:defRPr>
            </a:lvl2pPr>
            <a:lvl3pPr marL="1143000" indent="-228600" defTabSz="930275">
              <a:defRPr sz="2400">
                <a:solidFill>
                  <a:schemeClr val="tx1"/>
                </a:solidFill>
                <a:latin typeface="Verdana" panose="020B0604030504040204" pitchFamily="34" charset="0"/>
                <a:ea typeface="ＭＳ Ｐゴシック" panose="020B0600070205080204" pitchFamily="34" charset="-128"/>
              </a:defRPr>
            </a:lvl3pPr>
            <a:lvl4pPr marL="1600200" indent="-228600" defTabSz="930275">
              <a:defRPr sz="2400">
                <a:solidFill>
                  <a:schemeClr val="tx1"/>
                </a:solidFill>
                <a:latin typeface="Verdana" panose="020B0604030504040204" pitchFamily="34" charset="0"/>
                <a:ea typeface="ＭＳ Ｐゴシック" panose="020B0600070205080204" pitchFamily="34" charset="-128"/>
              </a:defRPr>
            </a:lvl4pPr>
            <a:lvl5pPr marL="2057400" indent="-228600" defTabSz="930275">
              <a:defRPr sz="2400">
                <a:solidFill>
                  <a:schemeClr val="tx1"/>
                </a:solidFill>
                <a:latin typeface="Verdana" panose="020B060403050404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BA0C4FC7-BDA5-9843-A342-6ACCC4A41B27}" type="slidenum">
              <a:rPr lang="en-US" altLang="sk-SK" sz="1300">
                <a:latin typeface="Times New Roman" panose="02020603050405020304" pitchFamily="18" charset="0"/>
              </a:rPr>
              <a:pPr/>
              <a:t>30</a:t>
            </a:fld>
            <a:endParaRPr lang="en-US" altLang="sk-SK" sz="1300">
              <a:latin typeface="Times New Roman" panose="02020603050405020304" pitchFamily="18" charset="0"/>
            </a:endParaRPr>
          </a:p>
        </p:txBody>
      </p:sp>
      <p:sp>
        <p:nvSpPr>
          <p:cNvPr id="66562" name="Rectangle 2">
            <a:extLst>
              <a:ext uri="{FF2B5EF4-FFF2-40B4-BE49-F238E27FC236}">
                <a16:creationId xmlns:a16="http://schemas.microsoft.com/office/drawing/2014/main" id="{31E6C1E7-C0DB-114A-949E-54CAF64E4F81}"/>
              </a:ext>
            </a:extLst>
          </p:cNvPr>
          <p:cNvSpPr>
            <a:spLocks noGrp="1" noRot="1" noChangeAspect="1" noChangeArrowheads="1" noTextEdit="1"/>
          </p:cNvSpPr>
          <p:nvPr>
            <p:ph type="sldImg"/>
          </p:nvPr>
        </p:nvSpPr>
        <p:spPr>
          <a:ln/>
        </p:spPr>
      </p:sp>
      <p:sp>
        <p:nvSpPr>
          <p:cNvPr id="66563" name="Rectangle 3">
            <a:extLst>
              <a:ext uri="{FF2B5EF4-FFF2-40B4-BE49-F238E27FC236}">
                <a16:creationId xmlns:a16="http://schemas.microsoft.com/office/drawing/2014/main" id="{660548E2-1F32-8049-80F9-07A9D618EF5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sk-SK">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381755945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7">
            <a:extLst>
              <a:ext uri="{FF2B5EF4-FFF2-40B4-BE49-F238E27FC236}">
                <a16:creationId xmlns:a16="http://schemas.microsoft.com/office/drawing/2014/main" id="{ED191112-7C36-A946-B2ED-704DDA213F3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Verdana" panose="020B0604030504040204" pitchFamily="34" charset="0"/>
                <a:ea typeface="ＭＳ Ｐゴシック" panose="020B0600070205080204" pitchFamily="34" charset="-128"/>
              </a:defRPr>
            </a:lvl1pPr>
            <a:lvl2pPr marL="742950" indent="-285750" defTabSz="930275">
              <a:defRPr sz="2400">
                <a:solidFill>
                  <a:schemeClr val="tx1"/>
                </a:solidFill>
                <a:latin typeface="Verdana" panose="020B0604030504040204" pitchFamily="34" charset="0"/>
                <a:ea typeface="ＭＳ Ｐゴシック" panose="020B0600070205080204" pitchFamily="34" charset="-128"/>
              </a:defRPr>
            </a:lvl2pPr>
            <a:lvl3pPr marL="1143000" indent="-228600" defTabSz="930275">
              <a:defRPr sz="2400">
                <a:solidFill>
                  <a:schemeClr val="tx1"/>
                </a:solidFill>
                <a:latin typeface="Verdana" panose="020B0604030504040204" pitchFamily="34" charset="0"/>
                <a:ea typeface="ＭＳ Ｐゴシック" panose="020B0600070205080204" pitchFamily="34" charset="-128"/>
              </a:defRPr>
            </a:lvl3pPr>
            <a:lvl4pPr marL="1600200" indent="-228600" defTabSz="930275">
              <a:defRPr sz="2400">
                <a:solidFill>
                  <a:schemeClr val="tx1"/>
                </a:solidFill>
                <a:latin typeface="Verdana" panose="020B0604030504040204" pitchFamily="34" charset="0"/>
                <a:ea typeface="ＭＳ Ｐゴシック" panose="020B0600070205080204" pitchFamily="34" charset="-128"/>
              </a:defRPr>
            </a:lvl4pPr>
            <a:lvl5pPr marL="2057400" indent="-228600" defTabSz="930275">
              <a:defRPr sz="2400">
                <a:solidFill>
                  <a:schemeClr val="tx1"/>
                </a:solidFill>
                <a:latin typeface="Verdana" panose="020B060403050404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AD17EDBC-DA2E-9C4E-9F6F-C81FF4B173EB}" type="slidenum">
              <a:rPr lang="en-US" altLang="sk-SK" sz="1300">
                <a:latin typeface="Times New Roman" panose="02020603050405020304" pitchFamily="18" charset="0"/>
              </a:rPr>
              <a:pPr/>
              <a:t>31</a:t>
            </a:fld>
            <a:endParaRPr lang="en-US" altLang="sk-SK" sz="1300">
              <a:latin typeface="Times New Roman" panose="02020603050405020304" pitchFamily="18" charset="0"/>
            </a:endParaRPr>
          </a:p>
        </p:txBody>
      </p:sp>
      <p:sp>
        <p:nvSpPr>
          <p:cNvPr id="68610" name="Rectangle 2">
            <a:extLst>
              <a:ext uri="{FF2B5EF4-FFF2-40B4-BE49-F238E27FC236}">
                <a16:creationId xmlns:a16="http://schemas.microsoft.com/office/drawing/2014/main" id="{0E222B15-3973-4540-BA8F-B26455EC8551}"/>
              </a:ext>
            </a:extLst>
          </p:cNvPr>
          <p:cNvSpPr>
            <a:spLocks noGrp="1" noRot="1" noChangeAspect="1" noChangeArrowheads="1" noTextEdit="1"/>
          </p:cNvSpPr>
          <p:nvPr>
            <p:ph type="sldImg"/>
          </p:nvPr>
        </p:nvSpPr>
        <p:spPr>
          <a:ln/>
        </p:spPr>
      </p:sp>
      <p:sp>
        <p:nvSpPr>
          <p:cNvPr id="68611" name="Rectangle 3">
            <a:extLst>
              <a:ext uri="{FF2B5EF4-FFF2-40B4-BE49-F238E27FC236}">
                <a16:creationId xmlns:a16="http://schemas.microsoft.com/office/drawing/2014/main" id="{D25D6D0B-29D9-2B41-A34F-0C8F300FEF5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sk-SK">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320075927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7">
            <a:extLst>
              <a:ext uri="{FF2B5EF4-FFF2-40B4-BE49-F238E27FC236}">
                <a16:creationId xmlns:a16="http://schemas.microsoft.com/office/drawing/2014/main" id="{5E1EEDB3-4A42-054E-A22A-B105F2151E0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Verdana" panose="020B0604030504040204" pitchFamily="34" charset="0"/>
                <a:ea typeface="ＭＳ Ｐゴシック" panose="020B0600070205080204" pitchFamily="34" charset="-128"/>
              </a:defRPr>
            </a:lvl1pPr>
            <a:lvl2pPr marL="742950" indent="-285750" defTabSz="930275">
              <a:defRPr sz="2400">
                <a:solidFill>
                  <a:schemeClr val="tx1"/>
                </a:solidFill>
                <a:latin typeface="Verdana" panose="020B0604030504040204" pitchFamily="34" charset="0"/>
                <a:ea typeface="ＭＳ Ｐゴシック" panose="020B0600070205080204" pitchFamily="34" charset="-128"/>
              </a:defRPr>
            </a:lvl2pPr>
            <a:lvl3pPr marL="1143000" indent="-228600" defTabSz="930275">
              <a:defRPr sz="2400">
                <a:solidFill>
                  <a:schemeClr val="tx1"/>
                </a:solidFill>
                <a:latin typeface="Verdana" panose="020B0604030504040204" pitchFamily="34" charset="0"/>
                <a:ea typeface="ＭＳ Ｐゴシック" panose="020B0600070205080204" pitchFamily="34" charset="-128"/>
              </a:defRPr>
            </a:lvl3pPr>
            <a:lvl4pPr marL="1600200" indent="-228600" defTabSz="930275">
              <a:defRPr sz="2400">
                <a:solidFill>
                  <a:schemeClr val="tx1"/>
                </a:solidFill>
                <a:latin typeface="Verdana" panose="020B0604030504040204" pitchFamily="34" charset="0"/>
                <a:ea typeface="ＭＳ Ｐゴシック" panose="020B0600070205080204" pitchFamily="34" charset="-128"/>
              </a:defRPr>
            </a:lvl4pPr>
            <a:lvl5pPr marL="2057400" indent="-228600" defTabSz="930275">
              <a:defRPr sz="2400">
                <a:solidFill>
                  <a:schemeClr val="tx1"/>
                </a:solidFill>
                <a:latin typeface="Verdana" panose="020B060403050404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8D4524AB-1943-2F40-BE2C-C87D0FA971E7}" type="slidenum">
              <a:rPr lang="en-US" altLang="sk-SK" sz="1300">
                <a:latin typeface="Times New Roman" panose="02020603050405020304" pitchFamily="18" charset="0"/>
              </a:rPr>
              <a:pPr/>
              <a:t>32</a:t>
            </a:fld>
            <a:endParaRPr lang="en-US" altLang="sk-SK" sz="1300">
              <a:latin typeface="Times New Roman" panose="02020603050405020304" pitchFamily="18" charset="0"/>
            </a:endParaRPr>
          </a:p>
        </p:txBody>
      </p:sp>
      <p:sp>
        <p:nvSpPr>
          <p:cNvPr id="70658" name="Rectangle 2">
            <a:extLst>
              <a:ext uri="{FF2B5EF4-FFF2-40B4-BE49-F238E27FC236}">
                <a16:creationId xmlns:a16="http://schemas.microsoft.com/office/drawing/2014/main" id="{ECF03E8A-8FB8-0E46-9905-320C445D42CD}"/>
              </a:ext>
            </a:extLst>
          </p:cNvPr>
          <p:cNvSpPr>
            <a:spLocks noGrp="1" noRot="1" noChangeAspect="1" noChangeArrowheads="1" noTextEdit="1"/>
          </p:cNvSpPr>
          <p:nvPr>
            <p:ph type="sldImg"/>
          </p:nvPr>
        </p:nvSpPr>
        <p:spPr>
          <a:ln/>
        </p:spPr>
      </p:sp>
      <p:sp>
        <p:nvSpPr>
          <p:cNvPr id="70659" name="Rectangle 3">
            <a:extLst>
              <a:ext uri="{FF2B5EF4-FFF2-40B4-BE49-F238E27FC236}">
                <a16:creationId xmlns:a16="http://schemas.microsoft.com/office/drawing/2014/main" id="{211D17F7-9A7D-024F-A4EB-6E14F098B15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sk-SK">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253269307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7">
            <a:extLst>
              <a:ext uri="{FF2B5EF4-FFF2-40B4-BE49-F238E27FC236}">
                <a16:creationId xmlns:a16="http://schemas.microsoft.com/office/drawing/2014/main" id="{F6F3F3CE-53DD-1A4C-9219-1E700D42721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Verdana" panose="020B0604030504040204" pitchFamily="34" charset="0"/>
                <a:ea typeface="ＭＳ Ｐゴシック" panose="020B0600070205080204" pitchFamily="34" charset="-128"/>
              </a:defRPr>
            </a:lvl1pPr>
            <a:lvl2pPr marL="742950" indent="-285750" defTabSz="930275">
              <a:defRPr sz="2400">
                <a:solidFill>
                  <a:schemeClr val="tx1"/>
                </a:solidFill>
                <a:latin typeface="Verdana" panose="020B0604030504040204" pitchFamily="34" charset="0"/>
                <a:ea typeface="ＭＳ Ｐゴシック" panose="020B0600070205080204" pitchFamily="34" charset="-128"/>
              </a:defRPr>
            </a:lvl2pPr>
            <a:lvl3pPr marL="1143000" indent="-228600" defTabSz="930275">
              <a:defRPr sz="2400">
                <a:solidFill>
                  <a:schemeClr val="tx1"/>
                </a:solidFill>
                <a:latin typeface="Verdana" panose="020B0604030504040204" pitchFamily="34" charset="0"/>
                <a:ea typeface="ＭＳ Ｐゴシック" panose="020B0600070205080204" pitchFamily="34" charset="-128"/>
              </a:defRPr>
            </a:lvl3pPr>
            <a:lvl4pPr marL="1600200" indent="-228600" defTabSz="930275">
              <a:defRPr sz="2400">
                <a:solidFill>
                  <a:schemeClr val="tx1"/>
                </a:solidFill>
                <a:latin typeface="Verdana" panose="020B0604030504040204" pitchFamily="34" charset="0"/>
                <a:ea typeface="ＭＳ Ｐゴシック" panose="020B0600070205080204" pitchFamily="34" charset="-128"/>
              </a:defRPr>
            </a:lvl4pPr>
            <a:lvl5pPr marL="2057400" indent="-228600" defTabSz="930275">
              <a:defRPr sz="2400">
                <a:solidFill>
                  <a:schemeClr val="tx1"/>
                </a:solidFill>
                <a:latin typeface="Verdana" panose="020B060403050404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9E5BC975-450A-AC44-859E-FAB992CD2E03}" type="slidenum">
              <a:rPr lang="en-US" altLang="sk-SK" sz="1300">
                <a:latin typeface="Times New Roman" panose="02020603050405020304" pitchFamily="18" charset="0"/>
              </a:rPr>
              <a:pPr/>
              <a:t>33</a:t>
            </a:fld>
            <a:endParaRPr lang="en-US" altLang="sk-SK" sz="1300">
              <a:latin typeface="Times New Roman" panose="02020603050405020304" pitchFamily="18" charset="0"/>
            </a:endParaRPr>
          </a:p>
        </p:txBody>
      </p:sp>
      <p:sp>
        <p:nvSpPr>
          <p:cNvPr id="72706" name="Rectangle 2">
            <a:extLst>
              <a:ext uri="{FF2B5EF4-FFF2-40B4-BE49-F238E27FC236}">
                <a16:creationId xmlns:a16="http://schemas.microsoft.com/office/drawing/2014/main" id="{4FAA762F-EF24-DD40-9B11-CEB4908C7B48}"/>
              </a:ext>
            </a:extLst>
          </p:cNvPr>
          <p:cNvSpPr>
            <a:spLocks noGrp="1" noRot="1" noChangeAspect="1" noChangeArrowheads="1" noTextEdit="1"/>
          </p:cNvSpPr>
          <p:nvPr>
            <p:ph type="sldImg"/>
          </p:nvPr>
        </p:nvSpPr>
        <p:spPr>
          <a:ln/>
        </p:spPr>
      </p:sp>
      <p:sp>
        <p:nvSpPr>
          <p:cNvPr id="72707" name="Rectangle 3">
            <a:extLst>
              <a:ext uri="{FF2B5EF4-FFF2-40B4-BE49-F238E27FC236}">
                <a16:creationId xmlns:a16="http://schemas.microsoft.com/office/drawing/2014/main" id="{0ADBA838-C042-4348-9890-C45D5E04039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sk-SK">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146476485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7">
            <a:extLst>
              <a:ext uri="{FF2B5EF4-FFF2-40B4-BE49-F238E27FC236}">
                <a16:creationId xmlns:a16="http://schemas.microsoft.com/office/drawing/2014/main" id="{64FBF3DE-735A-EC46-9C86-67B66B7C5EE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Verdana" panose="020B0604030504040204" pitchFamily="34" charset="0"/>
                <a:ea typeface="ＭＳ Ｐゴシック" panose="020B0600070205080204" pitchFamily="34" charset="-128"/>
              </a:defRPr>
            </a:lvl1pPr>
            <a:lvl2pPr marL="742950" indent="-285750" defTabSz="930275">
              <a:defRPr sz="2400">
                <a:solidFill>
                  <a:schemeClr val="tx1"/>
                </a:solidFill>
                <a:latin typeface="Verdana" panose="020B0604030504040204" pitchFamily="34" charset="0"/>
                <a:ea typeface="ＭＳ Ｐゴシック" panose="020B0600070205080204" pitchFamily="34" charset="-128"/>
              </a:defRPr>
            </a:lvl2pPr>
            <a:lvl3pPr marL="1143000" indent="-228600" defTabSz="930275">
              <a:defRPr sz="2400">
                <a:solidFill>
                  <a:schemeClr val="tx1"/>
                </a:solidFill>
                <a:latin typeface="Verdana" panose="020B0604030504040204" pitchFamily="34" charset="0"/>
                <a:ea typeface="ＭＳ Ｐゴシック" panose="020B0600070205080204" pitchFamily="34" charset="-128"/>
              </a:defRPr>
            </a:lvl3pPr>
            <a:lvl4pPr marL="1600200" indent="-228600" defTabSz="930275">
              <a:defRPr sz="2400">
                <a:solidFill>
                  <a:schemeClr val="tx1"/>
                </a:solidFill>
                <a:latin typeface="Verdana" panose="020B0604030504040204" pitchFamily="34" charset="0"/>
                <a:ea typeface="ＭＳ Ｐゴシック" panose="020B0600070205080204" pitchFamily="34" charset="-128"/>
              </a:defRPr>
            </a:lvl4pPr>
            <a:lvl5pPr marL="2057400" indent="-228600" defTabSz="930275">
              <a:defRPr sz="2400">
                <a:solidFill>
                  <a:schemeClr val="tx1"/>
                </a:solidFill>
                <a:latin typeface="Verdana" panose="020B060403050404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D78CA4A9-7551-5740-9025-69243B5D3C7F}" type="slidenum">
              <a:rPr lang="en-US" altLang="sk-SK" sz="1300">
                <a:latin typeface="Times New Roman" panose="02020603050405020304" pitchFamily="18" charset="0"/>
              </a:rPr>
              <a:pPr/>
              <a:t>34</a:t>
            </a:fld>
            <a:endParaRPr lang="en-US" altLang="sk-SK" sz="1300">
              <a:latin typeface="Times New Roman" panose="02020603050405020304" pitchFamily="18" charset="0"/>
            </a:endParaRPr>
          </a:p>
        </p:txBody>
      </p:sp>
      <p:sp>
        <p:nvSpPr>
          <p:cNvPr id="74754" name="Rectangle 2">
            <a:extLst>
              <a:ext uri="{FF2B5EF4-FFF2-40B4-BE49-F238E27FC236}">
                <a16:creationId xmlns:a16="http://schemas.microsoft.com/office/drawing/2014/main" id="{70EC6E56-13B9-8D4D-8130-DAC869F292E2}"/>
              </a:ext>
            </a:extLst>
          </p:cNvPr>
          <p:cNvSpPr>
            <a:spLocks noGrp="1" noRot="1" noChangeAspect="1" noChangeArrowheads="1" noTextEdit="1"/>
          </p:cNvSpPr>
          <p:nvPr>
            <p:ph type="sldImg"/>
          </p:nvPr>
        </p:nvSpPr>
        <p:spPr>
          <a:ln/>
        </p:spPr>
      </p:sp>
      <p:sp>
        <p:nvSpPr>
          <p:cNvPr id="74755" name="Rectangle 3">
            <a:extLst>
              <a:ext uri="{FF2B5EF4-FFF2-40B4-BE49-F238E27FC236}">
                <a16:creationId xmlns:a16="http://schemas.microsoft.com/office/drawing/2014/main" id="{54197FFD-E217-454B-920A-16221C316C9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sk-SK">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118178265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7">
            <a:extLst>
              <a:ext uri="{FF2B5EF4-FFF2-40B4-BE49-F238E27FC236}">
                <a16:creationId xmlns:a16="http://schemas.microsoft.com/office/drawing/2014/main" id="{CA5B1AAC-494F-4148-BF57-03D7273AAFD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Verdana" panose="020B0604030504040204" pitchFamily="34" charset="0"/>
                <a:ea typeface="ＭＳ Ｐゴシック" panose="020B0600070205080204" pitchFamily="34" charset="-128"/>
              </a:defRPr>
            </a:lvl1pPr>
            <a:lvl2pPr marL="742950" indent="-285750" defTabSz="930275">
              <a:defRPr sz="2400">
                <a:solidFill>
                  <a:schemeClr val="tx1"/>
                </a:solidFill>
                <a:latin typeface="Verdana" panose="020B0604030504040204" pitchFamily="34" charset="0"/>
                <a:ea typeface="ＭＳ Ｐゴシック" panose="020B0600070205080204" pitchFamily="34" charset="-128"/>
              </a:defRPr>
            </a:lvl2pPr>
            <a:lvl3pPr marL="1143000" indent="-228600" defTabSz="930275">
              <a:defRPr sz="2400">
                <a:solidFill>
                  <a:schemeClr val="tx1"/>
                </a:solidFill>
                <a:latin typeface="Verdana" panose="020B0604030504040204" pitchFamily="34" charset="0"/>
                <a:ea typeface="ＭＳ Ｐゴシック" panose="020B0600070205080204" pitchFamily="34" charset="-128"/>
              </a:defRPr>
            </a:lvl3pPr>
            <a:lvl4pPr marL="1600200" indent="-228600" defTabSz="930275">
              <a:defRPr sz="2400">
                <a:solidFill>
                  <a:schemeClr val="tx1"/>
                </a:solidFill>
                <a:latin typeface="Verdana" panose="020B0604030504040204" pitchFamily="34" charset="0"/>
                <a:ea typeface="ＭＳ Ｐゴシック" panose="020B0600070205080204" pitchFamily="34" charset="-128"/>
              </a:defRPr>
            </a:lvl4pPr>
            <a:lvl5pPr marL="2057400" indent="-228600" defTabSz="930275">
              <a:defRPr sz="2400">
                <a:solidFill>
                  <a:schemeClr val="tx1"/>
                </a:solidFill>
                <a:latin typeface="Verdana" panose="020B060403050404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D3DC8255-1DD7-9F4F-8966-4E57DB55BED9}" type="slidenum">
              <a:rPr lang="en-US" altLang="sk-SK" sz="1300">
                <a:latin typeface="Times New Roman" panose="02020603050405020304" pitchFamily="18" charset="0"/>
              </a:rPr>
              <a:pPr/>
              <a:t>35</a:t>
            </a:fld>
            <a:endParaRPr lang="en-US" altLang="sk-SK" sz="1300">
              <a:latin typeface="Times New Roman" panose="02020603050405020304" pitchFamily="18" charset="0"/>
            </a:endParaRPr>
          </a:p>
        </p:txBody>
      </p:sp>
      <p:sp>
        <p:nvSpPr>
          <p:cNvPr id="76802" name="Rectangle 2">
            <a:extLst>
              <a:ext uri="{FF2B5EF4-FFF2-40B4-BE49-F238E27FC236}">
                <a16:creationId xmlns:a16="http://schemas.microsoft.com/office/drawing/2014/main" id="{2E232512-21B6-0A45-8607-583FF142461F}"/>
              </a:ext>
            </a:extLst>
          </p:cNvPr>
          <p:cNvSpPr>
            <a:spLocks noGrp="1" noRot="1" noChangeAspect="1" noChangeArrowheads="1" noTextEdit="1"/>
          </p:cNvSpPr>
          <p:nvPr>
            <p:ph type="sldImg"/>
          </p:nvPr>
        </p:nvSpPr>
        <p:spPr>
          <a:ln/>
        </p:spPr>
      </p:sp>
      <p:sp>
        <p:nvSpPr>
          <p:cNvPr id="76803" name="Rectangle 3">
            <a:extLst>
              <a:ext uri="{FF2B5EF4-FFF2-40B4-BE49-F238E27FC236}">
                <a16:creationId xmlns:a16="http://schemas.microsoft.com/office/drawing/2014/main" id="{5DF92916-D526-5648-B32E-B84A9EA8497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sk-SK">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193122363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7">
            <a:extLst>
              <a:ext uri="{FF2B5EF4-FFF2-40B4-BE49-F238E27FC236}">
                <a16:creationId xmlns:a16="http://schemas.microsoft.com/office/drawing/2014/main" id="{B91CB0F0-E106-E84F-BFE8-6747B70262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Verdana" panose="020B0604030504040204" pitchFamily="34" charset="0"/>
                <a:ea typeface="ＭＳ Ｐゴシック" panose="020B0600070205080204" pitchFamily="34" charset="-128"/>
              </a:defRPr>
            </a:lvl1pPr>
            <a:lvl2pPr marL="742950" indent="-285750" defTabSz="930275">
              <a:defRPr sz="2400">
                <a:solidFill>
                  <a:schemeClr val="tx1"/>
                </a:solidFill>
                <a:latin typeface="Verdana" panose="020B0604030504040204" pitchFamily="34" charset="0"/>
                <a:ea typeface="ＭＳ Ｐゴシック" panose="020B0600070205080204" pitchFamily="34" charset="-128"/>
              </a:defRPr>
            </a:lvl2pPr>
            <a:lvl3pPr marL="1143000" indent="-228600" defTabSz="930275">
              <a:defRPr sz="2400">
                <a:solidFill>
                  <a:schemeClr val="tx1"/>
                </a:solidFill>
                <a:latin typeface="Verdana" panose="020B0604030504040204" pitchFamily="34" charset="0"/>
                <a:ea typeface="ＭＳ Ｐゴシック" panose="020B0600070205080204" pitchFamily="34" charset="-128"/>
              </a:defRPr>
            </a:lvl3pPr>
            <a:lvl4pPr marL="1600200" indent="-228600" defTabSz="930275">
              <a:defRPr sz="2400">
                <a:solidFill>
                  <a:schemeClr val="tx1"/>
                </a:solidFill>
                <a:latin typeface="Verdana" panose="020B0604030504040204" pitchFamily="34" charset="0"/>
                <a:ea typeface="ＭＳ Ｐゴシック" panose="020B0600070205080204" pitchFamily="34" charset="-128"/>
              </a:defRPr>
            </a:lvl4pPr>
            <a:lvl5pPr marL="2057400" indent="-228600" defTabSz="930275">
              <a:defRPr sz="2400">
                <a:solidFill>
                  <a:schemeClr val="tx1"/>
                </a:solidFill>
                <a:latin typeface="Verdana" panose="020B060403050404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FC0398E7-82B9-8A41-BA67-F4A4E6D89383}" type="slidenum">
              <a:rPr lang="en-US" altLang="sk-SK" sz="1300">
                <a:latin typeface="Times New Roman" panose="02020603050405020304" pitchFamily="18" charset="0"/>
              </a:rPr>
              <a:pPr/>
              <a:t>36</a:t>
            </a:fld>
            <a:endParaRPr lang="en-US" altLang="sk-SK" sz="1300">
              <a:latin typeface="Times New Roman" panose="02020603050405020304" pitchFamily="18" charset="0"/>
            </a:endParaRPr>
          </a:p>
        </p:txBody>
      </p:sp>
      <p:sp>
        <p:nvSpPr>
          <p:cNvPr id="80898" name="Rectangle 2">
            <a:extLst>
              <a:ext uri="{FF2B5EF4-FFF2-40B4-BE49-F238E27FC236}">
                <a16:creationId xmlns:a16="http://schemas.microsoft.com/office/drawing/2014/main" id="{2571801F-4542-E24C-8BB7-002E0AEAD615}"/>
              </a:ext>
            </a:extLst>
          </p:cNvPr>
          <p:cNvSpPr>
            <a:spLocks noGrp="1" noRot="1" noChangeAspect="1" noChangeArrowheads="1" noTextEdit="1"/>
          </p:cNvSpPr>
          <p:nvPr>
            <p:ph type="sldImg"/>
          </p:nvPr>
        </p:nvSpPr>
        <p:spPr>
          <a:ln/>
        </p:spPr>
      </p:sp>
      <p:sp>
        <p:nvSpPr>
          <p:cNvPr id="80899" name="Rectangle 3">
            <a:extLst>
              <a:ext uri="{FF2B5EF4-FFF2-40B4-BE49-F238E27FC236}">
                <a16:creationId xmlns:a16="http://schemas.microsoft.com/office/drawing/2014/main" id="{CF319592-2183-E84A-845F-6148035B53D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sk-SK">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321191500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7">
            <a:extLst>
              <a:ext uri="{FF2B5EF4-FFF2-40B4-BE49-F238E27FC236}">
                <a16:creationId xmlns:a16="http://schemas.microsoft.com/office/drawing/2014/main" id="{6CBDC412-8F7C-084A-ADB7-FF7F22F803B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Verdana" panose="020B0604030504040204" pitchFamily="34" charset="0"/>
                <a:ea typeface="ＭＳ Ｐゴシック" panose="020B0600070205080204" pitchFamily="34" charset="-128"/>
              </a:defRPr>
            </a:lvl1pPr>
            <a:lvl2pPr marL="742950" indent="-285750" defTabSz="930275">
              <a:defRPr sz="2400">
                <a:solidFill>
                  <a:schemeClr val="tx1"/>
                </a:solidFill>
                <a:latin typeface="Verdana" panose="020B0604030504040204" pitchFamily="34" charset="0"/>
                <a:ea typeface="ＭＳ Ｐゴシック" panose="020B0600070205080204" pitchFamily="34" charset="-128"/>
              </a:defRPr>
            </a:lvl2pPr>
            <a:lvl3pPr marL="1143000" indent="-228600" defTabSz="930275">
              <a:defRPr sz="2400">
                <a:solidFill>
                  <a:schemeClr val="tx1"/>
                </a:solidFill>
                <a:latin typeface="Verdana" panose="020B0604030504040204" pitchFamily="34" charset="0"/>
                <a:ea typeface="ＭＳ Ｐゴシック" panose="020B0600070205080204" pitchFamily="34" charset="-128"/>
              </a:defRPr>
            </a:lvl3pPr>
            <a:lvl4pPr marL="1600200" indent="-228600" defTabSz="930275">
              <a:defRPr sz="2400">
                <a:solidFill>
                  <a:schemeClr val="tx1"/>
                </a:solidFill>
                <a:latin typeface="Verdana" panose="020B0604030504040204" pitchFamily="34" charset="0"/>
                <a:ea typeface="ＭＳ Ｐゴシック" panose="020B0600070205080204" pitchFamily="34" charset="-128"/>
              </a:defRPr>
            </a:lvl4pPr>
            <a:lvl5pPr marL="2057400" indent="-228600" defTabSz="930275">
              <a:defRPr sz="2400">
                <a:solidFill>
                  <a:schemeClr val="tx1"/>
                </a:solidFill>
                <a:latin typeface="Verdana" panose="020B060403050404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34FD3974-0846-DD49-A53B-508510DF2AC5}" type="slidenum">
              <a:rPr lang="en-US" altLang="sk-SK" sz="1300">
                <a:latin typeface="Times New Roman" panose="02020603050405020304" pitchFamily="18" charset="0"/>
              </a:rPr>
              <a:pPr/>
              <a:t>37</a:t>
            </a:fld>
            <a:endParaRPr lang="en-US" altLang="sk-SK" sz="1300">
              <a:latin typeface="Times New Roman" panose="02020603050405020304" pitchFamily="18" charset="0"/>
            </a:endParaRPr>
          </a:p>
        </p:txBody>
      </p:sp>
      <p:sp>
        <p:nvSpPr>
          <p:cNvPr id="82946" name="Rectangle 2">
            <a:extLst>
              <a:ext uri="{FF2B5EF4-FFF2-40B4-BE49-F238E27FC236}">
                <a16:creationId xmlns:a16="http://schemas.microsoft.com/office/drawing/2014/main" id="{D1BD842B-E271-3B42-8037-FD88ED59F695}"/>
              </a:ext>
            </a:extLst>
          </p:cNvPr>
          <p:cNvSpPr>
            <a:spLocks noGrp="1" noRot="1" noChangeAspect="1" noChangeArrowheads="1" noTextEdit="1"/>
          </p:cNvSpPr>
          <p:nvPr>
            <p:ph type="sldImg"/>
          </p:nvPr>
        </p:nvSpPr>
        <p:spPr>
          <a:ln/>
        </p:spPr>
      </p:sp>
      <p:sp>
        <p:nvSpPr>
          <p:cNvPr id="82947" name="Rectangle 3">
            <a:extLst>
              <a:ext uri="{FF2B5EF4-FFF2-40B4-BE49-F238E27FC236}">
                <a16:creationId xmlns:a16="http://schemas.microsoft.com/office/drawing/2014/main" id="{38D6AF5C-2758-7340-8606-A32697545B6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sk-SK">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352655328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Rectangle 7">
            <a:extLst>
              <a:ext uri="{FF2B5EF4-FFF2-40B4-BE49-F238E27FC236}">
                <a16:creationId xmlns:a16="http://schemas.microsoft.com/office/drawing/2014/main" id="{66531502-3577-E541-949D-A3A64727A1D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Verdana" panose="020B0604030504040204" pitchFamily="34" charset="0"/>
                <a:ea typeface="ＭＳ Ｐゴシック" panose="020B0600070205080204" pitchFamily="34" charset="-128"/>
              </a:defRPr>
            </a:lvl1pPr>
            <a:lvl2pPr marL="742950" indent="-285750" defTabSz="930275">
              <a:defRPr sz="2400">
                <a:solidFill>
                  <a:schemeClr val="tx1"/>
                </a:solidFill>
                <a:latin typeface="Verdana" panose="020B0604030504040204" pitchFamily="34" charset="0"/>
                <a:ea typeface="ＭＳ Ｐゴシック" panose="020B0600070205080204" pitchFamily="34" charset="-128"/>
              </a:defRPr>
            </a:lvl2pPr>
            <a:lvl3pPr marL="1143000" indent="-228600" defTabSz="930275">
              <a:defRPr sz="2400">
                <a:solidFill>
                  <a:schemeClr val="tx1"/>
                </a:solidFill>
                <a:latin typeface="Verdana" panose="020B0604030504040204" pitchFamily="34" charset="0"/>
                <a:ea typeface="ＭＳ Ｐゴシック" panose="020B0600070205080204" pitchFamily="34" charset="-128"/>
              </a:defRPr>
            </a:lvl3pPr>
            <a:lvl4pPr marL="1600200" indent="-228600" defTabSz="930275">
              <a:defRPr sz="2400">
                <a:solidFill>
                  <a:schemeClr val="tx1"/>
                </a:solidFill>
                <a:latin typeface="Verdana" panose="020B0604030504040204" pitchFamily="34" charset="0"/>
                <a:ea typeface="ＭＳ Ｐゴシック" panose="020B0600070205080204" pitchFamily="34" charset="-128"/>
              </a:defRPr>
            </a:lvl4pPr>
            <a:lvl5pPr marL="2057400" indent="-228600" defTabSz="930275">
              <a:defRPr sz="2400">
                <a:solidFill>
                  <a:schemeClr val="tx1"/>
                </a:solidFill>
                <a:latin typeface="Verdana" panose="020B060403050404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20312BFA-53AB-7D43-8555-0F96EE9FAAC1}" type="slidenum">
              <a:rPr lang="en-US" altLang="sk-SK" sz="1300">
                <a:latin typeface="Times New Roman" panose="02020603050405020304" pitchFamily="18" charset="0"/>
              </a:rPr>
              <a:pPr/>
              <a:t>40</a:t>
            </a:fld>
            <a:endParaRPr lang="en-US" altLang="sk-SK" sz="1300">
              <a:latin typeface="Times New Roman" panose="02020603050405020304" pitchFamily="18" charset="0"/>
            </a:endParaRPr>
          </a:p>
        </p:txBody>
      </p:sp>
      <p:sp>
        <p:nvSpPr>
          <p:cNvPr id="87042" name="Rectangle 2">
            <a:extLst>
              <a:ext uri="{FF2B5EF4-FFF2-40B4-BE49-F238E27FC236}">
                <a16:creationId xmlns:a16="http://schemas.microsoft.com/office/drawing/2014/main" id="{5BF292EC-0056-F345-A477-04272620B1ED}"/>
              </a:ext>
            </a:extLst>
          </p:cNvPr>
          <p:cNvSpPr>
            <a:spLocks noGrp="1" noRot="1" noChangeAspect="1" noChangeArrowheads="1" noTextEdit="1"/>
          </p:cNvSpPr>
          <p:nvPr>
            <p:ph type="sldImg"/>
          </p:nvPr>
        </p:nvSpPr>
        <p:spPr>
          <a:ln/>
        </p:spPr>
      </p:sp>
      <p:sp>
        <p:nvSpPr>
          <p:cNvPr id="87043" name="Rectangle 3">
            <a:extLst>
              <a:ext uri="{FF2B5EF4-FFF2-40B4-BE49-F238E27FC236}">
                <a16:creationId xmlns:a16="http://schemas.microsoft.com/office/drawing/2014/main" id="{EA5AF1DF-0D2B-C34D-9D0C-76E547BA500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sk-SK">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2160590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Rectangle 7">
            <a:extLst>
              <a:ext uri="{FF2B5EF4-FFF2-40B4-BE49-F238E27FC236}">
                <a16:creationId xmlns:a16="http://schemas.microsoft.com/office/drawing/2014/main" id="{36CD1D80-17C3-7F4C-99EA-4BBCB89A98D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Verdana" panose="020B0604030504040204" pitchFamily="34" charset="0"/>
                <a:ea typeface="ＭＳ Ｐゴシック" panose="020B0600070205080204" pitchFamily="34" charset="-128"/>
              </a:defRPr>
            </a:lvl1pPr>
            <a:lvl2pPr marL="742950" indent="-285750" defTabSz="930275">
              <a:defRPr sz="2400">
                <a:solidFill>
                  <a:schemeClr val="tx1"/>
                </a:solidFill>
                <a:latin typeface="Verdana" panose="020B0604030504040204" pitchFamily="34" charset="0"/>
                <a:ea typeface="ＭＳ Ｐゴシック" panose="020B0600070205080204" pitchFamily="34" charset="-128"/>
              </a:defRPr>
            </a:lvl2pPr>
            <a:lvl3pPr marL="1143000" indent="-228600" defTabSz="930275">
              <a:defRPr sz="2400">
                <a:solidFill>
                  <a:schemeClr val="tx1"/>
                </a:solidFill>
                <a:latin typeface="Verdana" panose="020B0604030504040204" pitchFamily="34" charset="0"/>
                <a:ea typeface="ＭＳ Ｐゴシック" panose="020B0600070205080204" pitchFamily="34" charset="-128"/>
              </a:defRPr>
            </a:lvl3pPr>
            <a:lvl4pPr marL="1600200" indent="-228600" defTabSz="930275">
              <a:defRPr sz="2400">
                <a:solidFill>
                  <a:schemeClr val="tx1"/>
                </a:solidFill>
                <a:latin typeface="Verdana" panose="020B0604030504040204" pitchFamily="34" charset="0"/>
                <a:ea typeface="ＭＳ Ｐゴシック" panose="020B0600070205080204" pitchFamily="34" charset="-128"/>
              </a:defRPr>
            </a:lvl4pPr>
            <a:lvl5pPr marL="2057400" indent="-228600" defTabSz="930275">
              <a:defRPr sz="2400">
                <a:solidFill>
                  <a:schemeClr val="tx1"/>
                </a:solidFill>
                <a:latin typeface="Verdana" panose="020B060403050404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A15A9046-C8A8-8044-963C-7B1E6158AE33}" type="slidenum">
              <a:rPr lang="en-US" altLang="sk-SK" sz="1300">
                <a:latin typeface="Times New Roman" panose="02020603050405020304" pitchFamily="18" charset="0"/>
              </a:rPr>
              <a:pPr/>
              <a:t>41</a:t>
            </a:fld>
            <a:endParaRPr lang="en-US" altLang="sk-SK" sz="1300">
              <a:latin typeface="Times New Roman" panose="02020603050405020304" pitchFamily="18" charset="0"/>
            </a:endParaRPr>
          </a:p>
        </p:txBody>
      </p:sp>
      <p:sp>
        <p:nvSpPr>
          <p:cNvPr id="89090" name="Rectangle 2">
            <a:extLst>
              <a:ext uri="{FF2B5EF4-FFF2-40B4-BE49-F238E27FC236}">
                <a16:creationId xmlns:a16="http://schemas.microsoft.com/office/drawing/2014/main" id="{FE310B48-CC12-F045-9ACD-A3D2416AD655}"/>
              </a:ext>
            </a:extLst>
          </p:cNvPr>
          <p:cNvSpPr>
            <a:spLocks noGrp="1" noRot="1" noChangeAspect="1" noChangeArrowheads="1" noTextEdit="1"/>
          </p:cNvSpPr>
          <p:nvPr>
            <p:ph type="sldImg"/>
          </p:nvPr>
        </p:nvSpPr>
        <p:spPr>
          <a:ln/>
        </p:spPr>
      </p:sp>
      <p:sp>
        <p:nvSpPr>
          <p:cNvPr id="89091" name="Rectangle 3">
            <a:extLst>
              <a:ext uri="{FF2B5EF4-FFF2-40B4-BE49-F238E27FC236}">
                <a16:creationId xmlns:a16="http://schemas.microsoft.com/office/drawing/2014/main" id="{8EAF1906-080C-774E-843B-B02617C5B83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sk-SK">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399976860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Rectangle 7">
            <a:extLst>
              <a:ext uri="{FF2B5EF4-FFF2-40B4-BE49-F238E27FC236}">
                <a16:creationId xmlns:a16="http://schemas.microsoft.com/office/drawing/2014/main" id="{47F1485C-E97C-2340-A0B7-722C09568E0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Verdana" panose="020B0604030504040204" pitchFamily="34" charset="0"/>
                <a:ea typeface="ＭＳ Ｐゴシック" panose="020B0600070205080204" pitchFamily="34" charset="-128"/>
              </a:defRPr>
            </a:lvl1pPr>
            <a:lvl2pPr marL="742950" indent="-285750" defTabSz="930275">
              <a:defRPr sz="2400">
                <a:solidFill>
                  <a:schemeClr val="tx1"/>
                </a:solidFill>
                <a:latin typeface="Verdana" panose="020B0604030504040204" pitchFamily="34" charset="0"/>
                <a:ea typeface="ＭＳ Ｐゴシック" panose="020B0600070205080204" pitchFamily="34" charset="-128"/>
              </a:defRPr>
            </a:lvl2pPr>
            <a:lvl3pPr marL="1143000" indent="-228600" defTabSz="930275">
              <a:defRPr sz="2400">
                <a:solidFill>
                  <a:schemeClr val="tx1"/>
                </a:solidFill>
                <a:latin typeface="Verdana" panose="020B0604030504040204" pitchFamily="34" charset="0"/>
                <a:ea typeface="ＭＳ Ｐゴシック" panose="020B0600070205080204" pitchFamily="34" charset="-128"/>
              </a:defRPr>
            </a:lvl3pPr>
            <a:lvl4pPr marL="1600200" indent="-228600" defTabSz="930275">
              <a:defRPr sz="2400">
                <a:solidFill>
                  <a:schemeClr val="tx1"/>
                </a:solidFill>
                <a:latin typeface="Verdana" panose="020B0604030504040204" pitchFamily="34" charset="0"/>
                <a:ea typeface="ＭＳ Ｐゴシック" panose="020B0600070205080204" pitchFamily="34" charset="-128"/>
              </a:defRPr>
            </a:lvl4pPr>
            <a:lvl5pPr marL="2057400" indent="-228600" defTabSz="930275">
              <a:defRPr sz="2400">
                <a:solidFill>
                  <a:schemeClr val="tx1"/>
                </a:solidFill>
                <a:latin typeface="Verdana" panose="020B060403050404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DD60A801-1A9F-3B47-AFC0-597D64890B1D}" type="slidenum">
              <a:rPr lang="en-US" altLang="sk-SK" sz="1300">
                <a:latin typeface="Times New Roman" panose="02020603050405020304" pitchFamily="18" charset="0"/>
              </a:rPr>
              <a:pPr/>
              <a:t>42</a:t>
            </a:fld>
            <a:endParaRPr lang="en-US" altLang="sk-SK" sz="1300">
              <a:latin typeface="Times New Roman" panose="02020603050405020304" pitchFamily="18" charset="0"/>
            </a:endParaRPr>
          </a:p>
        </p:txBody>
      </p:sp>
      <p:sp>
        <p:nvSpPr>
          <p:cNvPr id="91138" name="Rectangle 2">
            <a:extLst>
              <a:ext uri="{FF2B5EF4-FFF2-40B4-BE49-F238E27FC236}">
                <a16:creationId xmlns:a16="http://schemas.microsoft.com/office/drawing/2014/main" id="{58593586-4F51-254A-81A3-5CF79D8BEEC3}"/>
              </a:ext>
            </a:extLst>
          </p:cNvPr>
          <p:cNvSpPr>
            <a:spLocks noGrp="1" noRot="1" noChangeAspect="1" noChangeArrowheads="1" noTextEdit="1"/>
          </p:cNvSpPr>
          <p:nvPr>
            <p:ph type="sldImg"/>
          </p:nvPr>
        </p:nvSpPr>
        <p:spPr>
          <a:ln/>
        </p:spPr>
      </p:sp>
      <p:sp>
        <p:nvSpPr>
          <p:cNvPr id="91139" name="Rectangle 3">
            <a:extLst>
              <a:ext uri="{FF2B5EF4-FFF2-40B4-BE49-F238E27FC236}">
                <a16:creationId xmlns:a16="http://schemas.microsoft.com/office/drawing/2014/main" id="{8DDA8E41-7FA9-E44C-814D-AB1A52B5B88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sk-SK">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167935434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Rectangle 7">
            <a:extLst>
              <a:ext uri="{FF2B5EF4-FFF2-40B4-BE49-F238E27FC236}">
                <a16:creationId xmlns:a16="http://schemas.microsoft.com/office/drawing/2014/main" id="{C48DDC41-058A-4640-99C3-62E496E3B2A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Verdana" panose="020B0604030504040204" pitchFamily="34" charset="0"/>
                <a:ea typeface="ＭＳ Ｐゴシック" panose="020B0600070205080204" pitchFamily="34" charset="-128"/>
              </a:defRPr>
            </a:lvl1pPr>
            <a:lvl2pPr marL="742950" indent="-285750" defTabSz="930275">
              <a:defRPr sz="2400">
                <a:solidFill>
                  <a:schemeClr val="tx1"/>
                </a:solidFill>
                <a:latin typeface="Verdana" panose="020B0604030504040204" pitchFamily="34" charset="0"/>
                <a:ea typeface="ＭＳ Ｐゴシック" panose="020B0600070205080204" pitchFamily="34" charset="-128"/>
              </a:defRPr>
            </a:lvl2pPr>
            <a:lvl3pPr marL="1143000" indent="-228600" defTabSz="930275">
              <a:defRPr sz="2400">
                <a:solidFill>
                  <a:schemeClr val="tx1"/>
                </a:solidFill>
                <a:latin typeface="Verdana" panose="020B0604030504040204" pitchFamily="34" charset="0"/>
                <a:ea typeface="ＭＳ Ｐゴシック" panose="020B0600070205080204" pitchFamily="34" charset="-128"/>
              </a:defRPr>
            </a:lvl3pPr>
            <a:lvl4pPr marL="1600200" indent="-228600" defTabSz="930275">
              <a:defRPr sz="2400">
                <a:solidFill>
                  <a:schemeClr val="tx1"/>
                </a:solidFill>
                <a:latin typeface="Verdana" panose="020B0604030504040204" pitchFamily="34" charset="0"/>
                <a:ea typeface="ＭＳ Ｐゴシック" panose="020B0600070205080204" pitchFamily="34" charset="-128"/>
              </a:defRPr>
            </a:lvl4pPr>
            <a:lvl5pPr marL="2057400" indent="-228600" defTabSz="930275">
              <a:defRPr sz="2400">
                <a:solidFill>
                  <a:schemeClr val="tx1"/>
                </a:solidFill>
                <a:latin typeface="Verdana" panose="020B060403050404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21C12E62-92DA-0742-9C90-E28101E6AD69}" type="slidenum">
              <a:rPr lang="en-US" altLang="sk-SK" sz="1300">
                <a:latin typeface="Times New Roman" panose="02020603050405020304" pitchFamily="18" charset="0"/>
              </a:rPr>
              <a:pPr/>
              <a:t>43</a:t>
            </a:fld>
            <a:endParaRPr lang="en-US" altLang="sk-SK" sz="1300">
              <a:latin typeface="Times New Roman" panose="02020603050405020304" pitchFamily="18" charset="0"/>
            </a:endParaRPr>
          </a:p>
        </p:txBody>
      </p:sp>
      <p:sp>
        <p:nvSpPr>
          <p:cNvPr id="93186" name="Rectangle 2">
            <a:extLst>
              <a:ext uri="{FF2B5EF4-FFF2-40B4-BE49-F238E27FC236}">
                <a16:creationId xmlns:a16="http://schemas.microsoft.com/office/drawing/2014/main" id="{2793A825-AA11-4B4E-91E0-1C619B54AE86}"/>
              </a:ext>
            </a:extLst>
          </p:cNvPr>
          <p:cNvSpPr>
            <a:spLocks noGrp="1" noRot="1" noChangeAspect="1" noChangeArrowheads="1" noTextEdit="1"/>
          </p:cNvSpPr>
          <p:nvPr>
            <p:ph type="sldImg"/>
          </p:nvPr>
        </p:nvSpPr>
        <p:spPr>
          <a:ln/>
        </p:spPr>
      </p:sp>
      <p:sp>
        <p:nvSpPr>
          <p:cNvPr id="93187" name="Rectangle 3">
            <a:extLst>
              <a:ext uri="{FF2B5EF4-FFF2-40B4-BE49-F238E27FC236}">
                <a16:creationId xmlns:a16="http://schemas.microsoft.com/office/drawing/2014/main" id="{107C43D9-93CA-2B44-880F-F1F2D0C25EF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sk-SK">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157545154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Rectangle 7">
            <a:extLst>
              <a:ext uri="{FF2B5EF4-FFF2-40B4-BE49-F238E27FC236}">
                <a16:creationId xmlns:a16="http://schemas.microsoft.com/office/drawing/2014/main" id="{E741DB1C-9EA5-4147-BC77-6AB63048F7B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Verdana" panose="020B0604030504040204" pitchFamily="34" charset="0"/>
                <a:ea typeface="ＭＳ Ｐゴシック" panose="020B0600070205080204" pitchFamily="34" charset="-128"/>
              </a:defRPr>
            </a:lvl1pPr>
            <a:lvl2pPr marL="742950" indent="-285750" defTabSz="930275">
              <a:defRPr sz="2400">
                <a:solidFill>
                  <a:schemeClr val="tx1"/>
                </a:solidFill>
                <a:latin typeface="Verdana" panose="020B0604030504040204" pitchFamily="34" charset="0"/>
                <a:ea typeface="ＭＳ Ｐゴシック" panose="020B0600070205080204" pitchFamily="34" charset="-128"/>
              </a:defRPr>
            </a:lvl2pPr>
            <a:lvl3pPr marL="1143000" indent="-228600" defTabSz="930275">
              <a:defRPr sz="2400">
                <a:solidFill>
                  <a:schemeClr val="tx1"/>
                </a:solidFill>
                <a:latin typeface="Verdana" panose="020B0604030504040204" pitchFamily="34" charset="0"/>
                <a:ea typeface="ＭＳ Ｐゴシック" panose="020B0600070205080204" pitchFamily="34" charset="-128"/>
              </a:defRPr>
            </a:lvl3pPr>
            <a:lvl4pPr marL="1600200" indent="-228600" defTabSz="930275">
              <a:defRPr sz="2400">
                <a:solidFill>
                  <a:schemeClr val="tx1"/>
                </a:solidFill>
                <a:latin typeface="Verdana" panose="020B0604030504040204" pitchFamily="34" charset="0"/>
                <a:ea typeface="ＭＳ Ｐゴシック" panose="020B0600070205080204" pitchFamily="34" charset="-128"/>
              </a:defRPr>
            </a:lvl4pPr>
            <a:lvl5pPr marL="2057400" indent="-228600" defTabSz="930275">
              <a:defRPr sz="2400">
                <a:solidFill>
                  <a:schemeClr val="tx1"/>
                </a:solidFill>
                <a:latin typeface="Verdana" panose="020B060403050404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FBE3872C-4D79-984A-9FAF-C2AA5D2155CD}" type="slidenum">
              <a:rPr lang="en-US" altLang="sk-SK" sz="1300">
                <a:latin typeface="Times New Roman" panose="02020603050405020304" pitchFamily="18" charset="0"/>
              </a:rPr>
              <a:pPr/>
              <a:t>45</a:t>
            </a:fld>
            <a:endParaRPr lang="en-US" altLang="sk-SK" sz="1300">
              <a:latin typeface="Times New Roman" panose="02020603050405020304" pitchFamily="18" charset="0"/>
            </a:endParaRPr>
          </a:p>
        </p:txBody>
      </p:sp>
      <p:sp>
        <p:nvSpPr>
          <p:cNvPr id="96258" name="Rectangle 2">
            <a:extLst>
              <a:ext uri="{FF2B5EF4-FFF2-40B4-BE49-F238E27FC236}">
                <a16:creationId xmlns:a16="http://schemas.microsoft.com/office/drawing/2014/main" id="{FD4F7EC2-8653-F640-B5B1-8CDF7385EDE9}"/>
              </a:ext>
            </a:extLst>
          </p:cNvPr>
          <p:cNvSpPr>
            <a:spLocks noGrp="1" noRot="1" noChangeAspect="1" noChangeArrowheads="1" noTextEdit="1"/>
          </p:cNvSpPr>
          <p:nvPr>
            <p:ph type="sldImg"/>
          </p:nvPr>
        </p:nvSpPr>
        <p:spPr>
          <a:ln/>
        </p:spPr>
      </p:sp>
      <p:sp>
        <p:nvSpPr>
          <p:cNvPr id="96259" name="Rectangle 3">
            <a:extLst>
              <a:ext uri="{FF2B5EF4-FFF2-40B4-BE49-F238E27FC236}">
                <a16:creationId xmlns:a16="http://schemas.microsoft.com/office/drawing/2014/main" id="{B27A2323-BE02-B945-9932-FF2EB400687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sk-SK">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325286045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Rectangle 7">
            <a:extLst>
              <a:ext uri="{FF2B5EF4-FFF2-40B4-BE49-F238E27FC236}">
                <a16:creationId xmlns:a16="http://schemas.microsoft.com/office/drawing/2014/main" id="{B66C8890-E684-5349-A74B-00F13119EC0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Verdana" panose="020B0604030504040204" pitchFamily="34" charset="0"/>
                <a:ea typeface="ＭＳ Ｐゴシック" panose="020B0600070205080204" pitchFamily="34" charset="-128"/>
              </a:defRPr>
            </a:lvl1pPr>
            <a:lvl2pPr marL="742950" indent="-285750" defTabSz="930275">
              <a:defRPr sz="2400">
                <a:solidFill>
                  <a:schemeClr val="tx1"/>
                </a:solidFill>
                <a:latin typeface="Verdana" panose="020B0604030504040204" pitchFamily="34" charset="0"/>
                <a:ea typeface="ＭＳ Ｐゴシック" panose="020B0600070205080204" pitchFamily="34" charset="-128"/>
              </a:defRPr>
            </a:lvl2pPr>
            <a:lvl3pPr marL="1143000" indent="-228600" defTabSz="930275">
              <a:defRPr sz="2400">
                <a:solidFill>
                  <a:schemeClr val="tx1"/>
                </a:solidFill>
                <a:latin typeface="Verdana" panose="020B0604030504040204" pitchFamily="34" charset="0"/>
                <a:ea typeface="ＭＳ Ｐゴシック" panose="020B0600070205080204" pitchFamily="34" charset="-128"/>
              </a:defRPr>
            </a:lvl3pPr>
            <a:lvl4pPr marL="1600200" indent="-228600" defTabSz="930275">
              <a:defRPr sz="2400">
                <a:solidFill>
                  <a:schemeClr val="tx1"/>
                </a:solidFill>
                <a:latin typeface="Verdana" panose="020B0604030504040204" pitchFamily="34" charset="0"/>
                <a:ea typeface="ＭＳ Ｐゴシック" panose="020B0600070205080204" pitchFamily="34" charset="-128"/>
              </a:defRPr>
            </a:lvl4pPr>
            <a:lvl5pPr marL="2057400" indent="-228600" defTabSz="930275">
              <a:defRPr sz="2400">
                <a:solidFill>
                  <a:schemeClr val="tx1"/>
                </a:solidFill>
                <a:latin typeface="Verdana" panose="020B060403050404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0EA7378A-6614-AE4B-8907-1D6707CE8B95}" type="slidenum">
              <a:rPr lang="en-US" altLang="sk-SK" sz="1300">
                <a:latin typeface="Times New Roman" panose="02020603050405020304" pitchFamily="18" charset="0"/>
              </a:rPr>
              <a:pPr/>
              <a:t>46</a:t>
            </a:fld>
            <a:endParaRPr lang="en-US" altLang="sk-SK" sz="1300">
              <a:latin typeface="Times New Roman" panose="02020603050405020304" pitchFamily="18" charset="0"/>
            </a:endParaRPr>
          </a:p>
        </p:txBody>
      </p:sp>
      <p:sp>
        <p:nvSpPr>
          <p:cNvPr id="98306" name="Rectangle 2">
            <a:extLst>
              <a:ext uri="{FF2B5EF4-FFF2-40B4-BE49-F238E27FC236}">
                <a16:creationId xmlns:a16="http://schemas.microsoft.com/office/drawing/2014/main" id="{BC448419-BC3E-D646-8F31-D9E40A429FE3}"/>
              </a:ext>
            </a:extLst>
          </p:cNvPr>
          <p:cNvSpPr>
            <a:spLocks noGrp="1" noRot="1" noChangeAspect="1" noChangeArrowheads="1" noTextEdit="1"/>
          </p:cNvSpPr>
          <p:nvPr>
            <p:ph type="sldImg"/>
          </p:nvPr>
        </p:nvSpPr>
        <p:spPr>
          <a:ln/>
        </p:spPr>
      </p:sp>
      <p:sp>
        <p:nvSpPr>
          <p:cNvPr id="98307" name="Rectangle 3">
            <a:extLst>
              <a:ext uri="{FF2B5EF4-FFF2-40B4-BE49-F238E27FC236}">
                <a16:creationId xmlns:a16="http://schemas.microsoft.com/office/drawing/2014/main" id="{98CD44F1-482A-564A-ABFA-C08710023E3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sk-SK">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153587347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Rectangle 7">
            <a:extLst>
              <a:ext uri="{FF2B5EF4-FFF2-40B4-BE49-F238E27FC236}">
                <a16:creationId xmlns:a16="http://schemas.microsoft.com/office/drawing/2014/main" id="{8DE0BC26-473B-014B-A594-E49570264EE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Verdana" panose="020B0604030504040204" pitchFamily="34" charset="0"/>
                <a:ea typeface="ＭＳ Ｐゴシック" panose="020B0600070205080204" pitchFamily="34" charset="-128"/>
              </a:defRPr>
            </a:lvl1pPr>
            <a:lvl2pPr marL="742950" indent="-285750" defTabSz="930275">
              <a:defRPr sz="2400">
                <a:solidFill>
                  <a:schemeClr val="tx1"/>
                </a:solidFill>
                <a:latin typeface="Verdana" panose="020B0604030504040204" pitchFamily="34" charset="0"/>
                <a:ea typeface="ＭＳ Ｐゴシック" panose="020B0600070205080204" pitchFamily="34" charset="-128"/>
              </a:defRPr>
            </a:lvl2pPr>
            <a:lvl3pPr marL="1143000" indent="-228600" defTabSz="930275">
              <a:defRPr sz="2400">
                <a:solidFill>
                  <a:schemeClr val="tx1"/>
                </a:solidFill>
                <a:latin typeface="Verdana" panose="020B0604030504040204" pitchFamily="34" charset="0"/>
                <a:ea typeface="ＭＳ Ｐゴシック" panose="020B0600070205080204" pitchFamily="34" charset="-128"/>
              </a:defRPr>
            </a:lvl3pPr>
            <a:lvl4pPr marL="1600200" indent="-228600" defTabSz="930275">
              <a:defRPr sz="2400">
                <a:solidFill>
                  <a:schemeClr val="tx1"/>
                </a:solidFill>
                <a:latin typeface="Verdana" panose="020B0604030504040204" pitchFamily="34" charset="0"/>
                <a:ea typeface="ＭＳ Ｐゴシック" panose="020B0600070205080204" pitchFamily="34" charset="-128"/>
              </a:defRPr>
            </a:lvl4pPr>
            <a:lvl5pPr marL="2057400" indent="-228600" defTabSz="930275">
              <a:defRPr sz="2400">
                <a:solidFill>
                  <a:schemeClr val="tx1"/>
                </a:solidFill>
                <a:latin typeface="Verdana" panose="020B060403050404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EE9BC126-93B2-6F40-AEC2-ADFDF64428AF}" type="slidenum">
              <a:rPr lang="en-US" altLang="sk-SK" sz="1300">
                <a:latin typeface="Times New Roman" panose="02020603050405020304" pitchFamily="18" charset="0"/>
              </a:rPr>
              <a:pPr/>
              <a:t>47</a:t>
            </a:fld>
            <a:endParaRPr lang="en-US" altLang="sk-SK" sz="1300">
              <a:latin typeface="Times New Roman" panose="02020603050405020304" pitchFamily="18" charset="0"/>
            </a:endParaRPr>
          </a:p>
        </p:txBody>
      </p:sp>
      <p:sp>
        <p:nvSpPr>
          <p:cNvPr id="100354" name="Rectangle 2">
            <a:extLst>
              <a:ext uri="{FF2B5EF4-FFF2-40B4-BE49-F238E27FC236}">
                <a16:creationId xmlns:a16="http://schemas.microsoft.com/office/drawing/2014/main" id="{25B52A52-2811-C145-B1E7-CE81B5237339}"/>
              </a:ext>
            </a:extLst>
          </p:cNvPr>
          <p:cNvSpPr>
            <a:spLocks noGrp="1" noRot="1" noChangeAspect="1" noChangeArrowheads="1" noTextEdit="1"/>
          </p:cNvSpPr>
          <p:nvPr>
            <p:ph type="sldImg"/>
          </p:nvPr>
        </p:nvSpPr>
        <p:spPr>
          <a:ln/>
        </p:spPr>
      </p:sp>
      <p:sp>
        <p:nvSpPr>
          <p:cNvPr id="100355" name="Rectangle 3">
            <a:extLst>
              <a:ext uri="{FF2B5EF4-FFF2-40B4-BE49-F238E27FC236}">
                <a16:creationId xmlns:a16="http://schemas.microsoft.com/office/drawing/2014/main" id="{47BB2D53-0C88-F443-8B39-6C49268F797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sk-SK">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391443682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Rectangle 7">
            <a:extLst>
              <a:ext uri="{FF2B5EF4-FFF2-40B4-BE49-F238E27FC236}">
                <a16:creationId xmlns:a16="http://schemas.microsoft.com/office/drawing/2014/main" id="{561962F4-71E3-214B-B6A7-0DDAA961B1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Verdana" panose="020B0604030504040204" pitchFamily="34" charset="0"/>
                <a:ea typeface="ＭＳ Ｐゴシック" panose="020B0600070205080204" pitchFamily="34" charset="-128"/>
              </a:defRPr>
            </a:lvl1pPr>
            <a:lvl2pPr marL="742950" indent="-285750" defTabSz="930275">
              <a:defRPr sz="2400">
                <a:solidFill>
                  <a:schemeClr val="tx1"/>
                </a:solidFill>
                <a:latin typeface="Verdana" panose="020B0604030504040204" pitchFamily="34" charset="0"/>
                <a:ea typeface="ＭＳ Ｐゴシック" panose="020B0600070205080204" pitchFamily="34" charset="-128"/>
              </a:defRPr>
            </a:lvl2pPr>
            <a:lvl3pPr marL="1143000" indent="-228600" defTabSz="930275">
              <a:defRPr sz="2400">
                <a:solidFill>
                  <a:schemeClr val="tx1"/>
                </a:solidFill>
                <a:latin typeface="Verdana" panose="020B0604030504040204" pitchFamily="34" charset="0"/>
                <a:ea typeface="ＭＳ Ｐゴシック" panose="020B0600070205080204" pitchFamily="34" charset="-128"/>
              </a:defRPr>
            </a:lvl3pPr>
            <a:lvl4pPr marL="1600200" indent="-228600" defTabSz="930275">
              <a:defRPr sz="2400">
                <a:solidFill>
                  <a:schemeClr val="tx1"/>
                </a:solidFill>
                <a:latin typeface="Verdana" panose="020B0604030504040204" pitchFamily="34" charset="0"/>
                <a:ea typeface="ＭＳ Ｐゴシック" panose="020B0600070205080204" pitchFamily="34" charset="-128"/>
              </a:defRPr>
            </a:lvl4pPr>
            <a:lvl5pPr marL="2057400" indent="-228600" defTabSz="930275">
              <a:defRPr sz="2400">
                <a:solidFill>
                  <a:schemeClr val="tx1"/>
                </a:solidFill>
                <a:latin typeface="Verdana" panose="020B060403050404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EEF6D25E-4829-9D48-B54D-755AA7B6D98C}" type="slidenum">
              <a:rPr lang="en-US" altLang="sk-SK" sz="1300">
                <a:latin typeface="Times New Roman" panose="02020603050405020304" pitchFamily="18" charset="0"/>
              </a:rPr>
              <a:pPr/>
              <a:t>48</a:t>
            </a:fld>
            <a:endParaRPr lang="en-US" altLang="sk-SK" sz="1300">
              <a:latin typeface="Times New Roman" panose="02020603050405020304" pitchFamily="18" charset="0"/>
            </a:endParaRPr>
          </a:p>
        </p:txBody>
      </p:sp>
      <p:sp>
        <p:nvSpPr>
          <p:cNvPr id="104450" name="Rectangle 2">
            <a:extLst>
              <a:ext uri="{FF2B5EF4-FFF2-40B4-BE49-F238E27FC236}">
                <a16:creationId xmlns:a16="http://schemas.microsoft.com/office/drawing/2014/main" id="{F7ADBC35-164E-6C4F-A0C3-3AEFB6135D80}"/>
              </a:ext>
            </a:extLst>
          </p:cNvPr>
          <p:cNvSpPr>
            <a:spLocks noGrp="1" noRot="1" noChangeAspect="1" noChangeArrowheads="1" noTextEdit="1"/>
          </p:cNvSpPr>
          <p:nvPr>
            <p:ph type="sldImg"/>
          </p:nvPr>
        </p:nvSpPr>
        <p:spPr>
          <a:ln/>
        </p:spPr>
      </p:sp>
      <p:sp>
        <p:nvSpPr>
          <p:cNvPr id="104451" name="Rectangle 3">
            <a:extLst>
              <a:ext uri="{FF2B5EF4-FFF2-40B4-BE49-F238E27FC236}">
                <a16:creationId xmlns:a16="http://schemas.microsoft.com/office/drawing/2014/main" id="{539C1D93-123B-5F4E-AFA6-92EB22A66E5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sk-SK">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336589107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Rectangle 7">
            <a:extLst>
              <a:ext uri="{FF2B5EF4-FFF2-40B4-BE49-F238E27FC236}">
                <a16:creationId xmlns:a16="http://schemas.microsoft.com/office/drawing/2014/main" id="{DF1C79AB-3B78-B941-B572-F6E1E7356D3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Verdana" panose="020B0604030504040204" pitchFamily="34" charset="0"/>
                <a:ea typeface="ＭＳ Ｐゴシック" panose="020B0600070205080204" pitchFamily="34" charset="-128"/>
              </a:defRPr>
            </a:lvl1pPr>
            <a:lvl2pPr marL="742950" indent="-285750" defTabSz="930275">
              <a:defRPr sz="2400">
                <a:solidFill>
                  <a:schemeClr val="tx1"/>
                </a:solidFill>
                <a:latin typeface="Verdana" panose="020B0604030504040204" pitchFamily="34" charset="0"/>
                <a:ea typeface="ＭＳ Ｐゴシック" panose="020B0600070205080204" pitchFamily="34" charset="-128"/>
              </a:defRPr>
            </a:lvl2pPr>
            <a:lvl3pPr marL="1143000" indent="-228600" defTabSz="930275">
              <a:defRPr sz="2400">
                <a:solidFill>
                  <a:schemeClr val="tx1"/>
                </a:solidFill>
                <a:latin typeface="Verdana" panose="020B0604030504040204" pitchFamily="34" charset="0"/>
                <a:ea typeface="ＭＳ Ｐゴシック" panose="020B0600070205080204" pitchFamily="34" charset="-128"/>
              </a:defRPr>
            </a:lvl3pPr>
            <a:lvl4pPr marL="1600200" indent="-228600" defTabSz="930275">
              <a:defRPr sz="2400">
                <a:solidFill>
                  <a:schemeClr val="tx1"/>
                </a:solidFill>
                <a:latin typeface="Verdana" panose="020B0604030504040204" pitchFamily="34" charset="0"/>
                <a:ea typeface="ＭＳ Ｐゴシック" panose="020B0600070205080204" pitchFamily="34" charset="-128"/>
              </a:defRPr>
            </a:lvl4pPr>
            <a:lvl5pPr marL="2057400" indent="-228600" defTabSz="930275">
              <a:defRPr sz="2400">
                <a:solidFill>
                  <a:schemeClr val="tx1"/>
                </a:solidFill>
                <a:latin typeface="Verdana" panose="020B060403050404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0AA1A014-DA6D-9F46-A6A0-D8C5CC6DCA93}" type="slidenum">
              <a:rPr lang="en-US" altLang="sk-SK" sz="1300">
                <a:latin typeface="Times New Roman" panose="02020603050405020304" pitchFamily="18" charset="0"/>
              </a:rPr>
              <a:pPr/>
              <a:t>49</a:t>
            </a:fld>
            <a:endParaRPr lang="en-US" altLang="sk-SK" sz="1300">
              <a:latin typeface="Times New Roman" panose="02020603050405020304" pitchFamily="18" charset="0"/>
            </a:endParaRPr>
          </a:p>
        </p:txBody>
      </p:sp>
      <p:sp>
        <p:nvSpPr>
          <p:cNvPr id="108546" name="Rectangle 2">
            <a:extLst>
              <a:ext uri="{FF2B5EF4-FFF2-40B4-BE49-F238E27FC236}">
                <a16:creationId xmlns:a16="http://schemas.microsoft.com/office/drawing/2014/main" id="{332BA05D-2C63-7E4A-8928-72C9196F85F2}"/>
              </a:ext>
            </a:extLst>
          </p:cNvPr>
          <p:cNvSpPr>
            <a:spLocks noGrp="1" noRot="1" noChangeAspect="1" noChangeArrowheads="1" noTextEdit="1"/>
          </p:cNvSpPr>
          <p:nvPr>
            <p:ph type="sldImg"/>
          </p:nvPr>
        </p:nvSpPr>
        <p:spPr>
          <a:ln/>
        </p:spPr>
      </p:sp>
      <p:sp>
        <p:nvSpPr>
          <p:cNvPr id="108547" name="Rectangle 3">
            <a:extLst>
              <a:ext uri="{FF2B5EF4-FFF2-40B4-BE49-F238E27FC236}">
                <a16:creationId xmlns:a16="http://schemas.microsoft.com/office/drawing/2014/main" id="{96A3529B-5AF7-7C4D-A358-D8FCACDB67A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sk-SK">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242742198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Rectangle 2">
            <a:extLst>
              <a:ext uri="{FF2B5EF4-FFF2-40B4-BE49-F238E27FC236}">
                <a16:creationId xmlns:a16="http://schemas.microsoft.com/office/drawing/2014/main" id="{E6CC0E48-1744-774E-857A-471F2A21CB2F}"/>
              </a:ext>
            </a:extLst>
          </p:cNvPr>
          <p:cNvSpPr>
            <a:spLocks noGrp="1" noRot="1" noChangeAspect="1" noChangeArrowheads="1" noTextEdit="1"/>
          </p:cNvSpPr>
          <p:nvPr>
            <p:ph type="sldImg"/>
          </p:nvPr>
        </p:nvSpPr>
        <p:spPr>
          <a:ln/>
        </p:spPr>
      </p:sp>
      <p:sp>
        <p:nvSpPr>
          <p:cNvPr id="110594" name="Rectangle 3">
            <a:extLst>
              <a:ext uri="{FF2B5EF4-FFF2-40B4-BE49-F238E27FC236}">
                <a16:creationId xmlns:a16="http://schemas.microsoft.com/office/drawing/2014/main" id="{D87B8610-F3B0-BB4F-BE73-C68A4603931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sk-SK">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77721729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Rectangle 7">
            <a:extLst>
              <a:ext uri="{FF2B5EF4-FFF2-40B4-BE49-F238E27FC236}">
                <a16:creationId xmlns:a16="http://schemas.microsoft.com/office/drawing/2014/main" id="{EA2D8168-C9F5-FE40-B2CC-E19CBE31B99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Verdana" panose="020B0604030504040204" pitchFamily="34" charset="0"/>
                <a:ea typeface="ＭＳ Ｐゴシック" panose="020B0600070205080204" pitchFamily="34" charset="-128"/>
              </a:defRPr>
            </a:lvl1pPr>
            <a:lvl2pPr marL="742950" indent="-285750" defTabSz="930275">
              <a:defRPr sz="2400">
                <a:solidFill>
                  <a:schemeClr val="tx1"/>
                </a:solidFill>
                <a:latin typeface="Verdana" panose="020B0604030504040204" pitchFamily="34" charset="0"/>
                <a:ea typeface="ＭＳ Ｐゴシック" panose="020B0600070205080204" pitchFamily="34" charset="-128"/>
              </a:defRPr>
            </a:lvl2pPr>
            <a:lvl3pPr marL="1143000" indent="-228600" defTabSz="930275">
              <a:defRPr sz="2400">
                <a:solidFill>
                  <a:schemeClr val="tx1"/>
                </a:solidFill>
                <a:latin typeface="Verdana" panose="020B0604030504040204" pitchFamily="34" charset="0"/>
                <a:ea typeface="ＭＳ Ｐゴシック" panose="020B0600070205080204" pitchFamily="34" charset="-128"/>
              </a:defRPr>
            </a:lvl3pPr>
            <a:lvl4pPr marL="1600200" indent="-228600" defTabSz="930275">
              <a:defRPr sz="2400">
                <a:solidFill>
                  <a:schemeClr val="tx1"/>
                </a:solidFill>
                <a:latin typeface="Verdana" panose="020B0604030504040204" pitchFamily="34" charset="0"/>
                <a:ea typeface="ＭＳ Ｐゴシック" panose="020B0600070205080204" pitchFamily="34" charset="-128"/>
              </a:defRPr>
            </a:lvl4pPr>
            <a:lvl5pPr marL="2057400" indent="-228600" defTabSz="930275">
              <a:defRPr sz="2400">
                <a:solidFill>
                  <a:schemeClr val="tx1"/>
                </a:solidFill>
                <a:latin typeface="Verdana" panose="020B060403050404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B4C4004C-5D83-374D-928A-B86018EC8659}" type="slidenum">
              <a:rPr lang="en-US" altLang="sk-SK" sz="1300">
                <a:latin typeface="Times New Roman" panose="02020603050405020304" pitchFamily="18" charset="0"/>
              </a:rPr>
              <a:pPr/>
              <a:t>51</a:t>
            </a:fld>
            <a:endParaRPr lang="en-US" altLang="sk-SK" sz="1300">
              <a:latin typeface="Times New Roman" panose="02020603050405020304" pitchFamily="18" charset="0"/>
            </a:endParaRPr>
          </a:p>
        </p:txBody>
      </p:sp>
      <p:sp>
        <p:nvSpPr>
          <p:cNvPr id="112642" name="Rectangle 2">
            <a:extLst>
              <a:ext uri="{FF2B5EF4-FFF2-40B4-BE49-F238E27FC236}">
                <a16:creationId xmlns:a16="http://schemas.microsoft.com/office/drawing/2014/main" id="{57516635-D8BD-5946-BDDD-C59E833CE617}"/>
              </a:ext>
            </a:extLst>
          </p:cNvPr>
          <p:cNvSpPr>
            <a:spLocks noGrp="1" noRot="1" noChangeAspect="1" noChangeArrowheads="1" noTextEdit="1"/>
          </p:cNvSpPr>
          <p:nvPr>
            <p:ph type="sldImg"/>
          </p:nvPr>
        </p:nvSpPr>
        <p:spPr>
          <a:ln/>
        </p:spPr>
      </p:sp>
      <p:sp>
        <p:nvSpPr>
          <p:cNvPr id="112643" name="Rectangle 3">
            <a:extLst>
              <a:ext uri="{FF2B5EF4-FFF2-40B4-BE49-F238E27FC236}">
                <a16:creationId xmlns:a16="http://schemas.microsoft.com/office/drawing/2014/main" id="{181D21A4-09ED-4A40-858D-9DFE9F94652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sk-SK">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110054088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Rectangle 7">
            <a:extLst>
              <a:ext uri="{FF2B5EF4-FFF2-40B4-BE49-F238E27FC236}">
                <a16:creationId xmlns:a16="http://schemas.microsoft.com/office/drawing/2014/main" id="{8ED5FC32-6146-DA44-8771-00C54AB8BE4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Verdana" panose="020B0604030504040204" pitchFamily="34" charset="0"/>
                <a:ea typeface="ＭＳ Ｐゴシック" panose="020B0600070205080204" pitchFamily="34" charset="-128"/>
              </a:defRPr>
            </a:lvl1pPr>
            <a:lvl2pPr marL="742950" indent="-285750" defTabSz="930275">
              <a:defRPr sz="2400">
                <a:solidFill>
                  <a:schemeClr val="tx1"/>
                </a:solidFill>
                <a:latin typeface="Verdana" panose="020B0604030504040204" pitchFamily="34" charset="0"/>
                <a:ea typeface="ＭＳ Ｐゴシック" panose="020B0600070205080204" pitchFamily="34" charset="-128"/>
              </a:defRPr>
            </a:lvl2pPr>
            <a:lvl3pPr marL="1143000" indent="-228600" defTabSz="930275">
              <a:defRPr sz="2400">
                <a:solidFill>
                  <a:schemeClr val="tx1"/>
                </a:solidFill>
                <a:latin typeface="Verdana" panose="020B0604030504040204" pitchFamily="34" charset="0"/>
                <a:ea typeface="ＭＳ Ｐゴシック" panose="020B0600070205080204" pitchFamily="34" charset="-128"/>
              </a:defRPr>
            </a:lvl3pPr>
            <a:lvl4pPr marL="1600200" indent="-228600" defTabSz="930275">
              <a:defRPr sz="2400">
                <a:solidFill>
                  <a:schemeClr val="tx1"/>
                </a:solidFill>
                <a:latin typeface="Verdana" panose="020B0604030504040204" pitchFamily="34" charset="0"/>
                <a:ea typeface="ＭＳ Ｐゴシック" panose="020B0600070205080204" pitchFamily="34" charset="-128"/>
              </a:defRPr>
            </a:lvl4pPr>
            <a:lvl5pPr marL="2057400" indent="-228600" defTabSz="930275">
              <a:defRPr sz="2400">
                <a:solidFill>
                  <a:schemeClr val="tx1"/>
                </a:solidFill>
                <a:latin typeface="Verdana" panose="020B060403050404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39AFE3D8-3E7E-DB43-BEE5-9FB492FA22E6}" type="slidenum">
              <a:rPr lang="en-US" altLang="sk-SK" sz="1300">
                <a:latin typeface="Times New Roman" panose="02020603050405020304" pitchFamily="18" charset="0"/>
              </a:rPr>
              <a:pPr/>
              <a:t>53</a:t>
            </a:fld>
            <a:endParaRPr lang="en-US" altLang="sk-SK" sz="1300">
              <a:latin typeface="Times New Roman" panose="02020603050405020304" pitchFamily="18" charset="0"/>
            </a:endParaRPr>
          </a:p>
        </p:txBody>
      </p:sp>
      <p:sp>
        <p:nvSpPr>
          <p:cNvPr id="115714" name="Rectangle 2">
            <a:extLst>
              <a:ext uri="{FF2B5EF4-FFF2-40B4-BE49-F238E27FC236}">
                <a16:creationId xmlns:a16="http://schemas.microsoft.com/office/drawing/2014/main" id="{A37354B4-556F-BB49-9823-8496E12298FF}"/>
              </a:ext>
            </a:extLst>
          </p:cNvPr>
          <p:cNvSpPr>
            <a:spLocks noGrp="1" noRot="1" noChangeAspect="1" noChangeArrowheads="1" noTextEdit="1"/>
          </p:cNvSpPr>
          <p:nvPr>
            <p:ph type="sldImg"/>
          </p:nvPr>
        </p:nvSpPr>
        <p:spPr>
          <a:ln/>
        </p:spPr>
      </p:sp>
      <p:sp>
        <p:nvSpPr>
          <p:cNvPr id="115715" name="Rectangle 3">
            <a:extLst>
              <a:ext uri="{FF2B5EF4-FFF2-40B4-BE49-F238E27FC236}">
                <a16:creationId xmlns:a16="http://schemas.microsoft.com/office/drawing/2014/main" id="{2415095B-C691-3C43-9964-5EFC56B5891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sk-SK">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221512017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Rectangle 7">
            <a:extLst>
              <a:ext uri="{FF2B5EF4-FFF2-40B4-BE49-F238E27FC236}">
                <a16:creationId xmlns:a16="http://schemas.microsoft.com/office/drawing/2014/main" id="{B99D0FC7-D846-C94F-B512-4D523ADB592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Verdana" panose="020B0604030504040204" pitchFamily="34" charset="0"/>
                <a:ea typeface="ＭＳ Ｐゴシック" panose="020B0600070205080204" pitchFamily="34" charset="-128"/>
              </a:defRPr>
            </a:lvl1pPr>
            <a:lvl2pPr marL="742950" indent="-285750" defTabSz="930275">
              <a:defRPr sz="2400">
                <a:solidFill>
                  <a:schemeClr val="tx1"/>
                </a:solidFill>
                <a:latin typeface="Verdana" panose="020B0604030504040204" pitchFamily="34" charset="0"/>
                <a:ea typeface="ＭＳ Ｐゴシック" panose="020B0600070205080204" pitchFamily="34" charset="-128"/>
              </a:defRPr>
            </a:lvl2pPr>
            <a:lvl3pPr marL="1143000" indent="-228600" defTabSz="930275">
              <a:defRPr sz="2400">
                <a:solidFill>
                  <a:schemeClr val="tx1"/>
                </a:solidFill>
                <a:latin typeface="Verdana" panose="020B0604030504040204" pitchFamily="34" charset="0"/>
                <a:ea typeface="ＭＳ Ｐゴシック" panose="020B0600070205080204" pitchFamily="34" charset="-128"/>
              </a:defRPr>
            </a:lvl3pPr>
            <a:lvl4pPr marL="1600200" indent="-228600" defTabSz="930275">
              <a:defRPr sz="2400">
                <a:solidFill>
                  <a:schemeClr val="tx1"/>
                </a:solidFill>
                <a:latin typeface="Verdana" panose="020B0604030504040204" pitchFamily="34" charset="0"/>
                <a:ea typeface="ＭＳ Ｐゴシック" panose="020B0600070205080204" pitchFamily="34" charset="-128"/>
              </a:defRPr>
            </a:lvl4pPr>
            <a:lvl5pPr marL="2057400" indent="-228600" defTabSz="930275">
              <a:defRPr sz="2400">
                <a:solidFill>
                  <a:schemeClr val="tx1"/>
                </a:solidFill>
                <a:latin typeface="Verdana" panose="020B060403050404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2B98C08F-2997-574F-BE58-AE422725E839}" type="slidenum">
              <a:rPr lang="en-US" altLang="sk-SK" sz="1300">
                <a:latin typeface="Times New Roman" panose="02020603050405020304" pitchFamily="18" charset="0"/>
              </a:rPr>
              <a:pPr/>
              <a:t>54</a:t>
            </a:fld>
            <a:endParaRPr lang="en-US" altLang="sk-SK" sz="1300">
              <a:latin typeface="Times New Roman" panose="02020603050405020304" pitchFamily="18" charset="0"/>
            </a:endParaRPr>
          </a:p>
        </p:txBody>
      </p:sp>
      <p:sp>
        <p:nvSpPr>
          <p:cNvPr id="117762" name="Rectangle 2">
            <a:extLst>
              <a:ext uri="{FF2B5EF4-FFF2-40B4-BE49-F238E27FC236}">
                <a16:creationId xmlns:a16="http://schemas.microsoft.com/office/drawing/2014/main" id="{AC882AEA-D3C3-9145-9CB4-4FCDB4624D57}"/>
              </a:ext>
            </a:extLst>
          </p:cNvPr>
          <p:cNvSpPr>
            <a:spLocks noGrp="1" noRot="1" noChangeAspect="1" noChangeArrowheads="1" noTextEdit="1"/>
          </p:cNvSpPr>
          <p:nvPr>
            <p:ph type="sldImg"/>
          </p:nvPr>
        </p:nvSpPr>
        <p:spPr>
          <a:ln/>
        </p:spPr>
      </p:sp>
      <p:sp>
        <p:nvSpPr>
          <p:cNvPr id="117763" name="Rectangle 3">
            <a:extLst>
              <a:ext uri="{FF2B5EF4-FFF2-40B4-BE49-F238E27FC236}">
                <a16:creationId xmlns:a16="http://schemas.microsoft.com/office/drawing/2014/main" id="{66C723A4-F48F-504C-8397-3A9C0BD7870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sk-SK">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19222700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Rectangle 7">
            <a:extLst>
              <a:ext uri="{FF2B5EF4-FFF2-40B4-BE49-F238E27FC236}">
                <a16:creationId xmlns:a16="http://schemas.microsoft.com/office/drawing/2014/main" id="{A9999C46-9725-6A42-9B3A-C86162EE887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Verdana" panose="020B0604030504040204" pitchFamily="34" charset="0"/>
                <a:ea typeface="ＭＳ Ｐゴシック" panose="020B0600070205080204" pitchFamily="34" charset="-128"/>
              </a:defRPr>
            </a:lvl1pPr>
            <a:lvl2pPr marL="742950" indent="-285750" defTabSz="930275">
              <a:defRPr sz="2400">
                <a:solidFill>
                  <a:schemeClr val="tx1"/>
                </a:solidFill>
                <a:latin typeface="Verdana" panose="020B0604030504040204" pitchFamily="34" charset="0"/>
                <a:ea typeface="ＭＳ Ｐゴシック" panose="020B0600070205080204" pitchFamily="34" charset="-128"/>
              </a:defRPr>
            </a:lvl2pPr>
            <a:lvl3pPr marL="1143000" indent="-228600" defTabSz="930275">
              <a:defRPr sz="2400">
                <a:solidFill>
                  <a:schemeClr val="tx1"/>
                </a:solidFill>
                <a:latin typeface="Verdana" panose="020B0604030504040204" pitchFamily="34" charset="0"/>
                <a:ea typeface="ＭＳ Ｐゴシック" panose="020B0600070205080204" pitchFamily="34" charset="-128"/>
              </a:defRPr>
            </a:lvl3pPr>
            <a:lvl4pPr marL="1600200" indent="-228600" defTabSz="930275">
              <a:defRPr sz="2400">
                <a:solidFill>
                  <a:schemeClr val="tx1"/>
                </a:solidFill>
                <a:latin typeface="Verdana" panose="020B0604030504040204" pitchFamily="34" charset="0"/>
                <a:ea typeface="ＭＳ Ｐゴシック" panose="020B0600070205080204" pitchFamily="34" charset="-128"/>
              </a:defRPr>
            </a:lvl4pPr>
            <a:lvl5pPr marL="2057400" indent="-228600" defTabSz="930275">
              <a:defRPr sz="2400">
                <a:solidFill>
                  <a:schemeClr val="tx1"/>
                </a:solidFill>
                <a:latin typeface="Verdana" panose="020B060403050404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FFECFD66-10B1-9B4F-BC1C-B4A2B38C20C7}" type="slidenum">
              <a:rPr lang="en-US" altLang="sk-SK" sz="1300">
                <a:latin typeface="Times New Roman" panose="02020603050405020304" pitchFamily="18" charset="0"/>
              </a:rPr>
              <a:pPr/>
              <a:t>55</a:t>
            </a:fld>
            <a:endParaRPr lang="en-US" altLang="sk-SK" sz="1300">
              <a:latin typeface="Times New Roman" panose="02020603050405020304" pitchFamily="18" charset="0"/>
            </a:endParaRPr>
          </a:p>
        </p:txBody>
      </p:sp>
      <p:sp>
        <p:nvSpPr>
          <p:cNvPr id="119810" name="Rectangle 2">
            <a:extLst>
              <a:ext uri="{FF2B5EF4-FFF2-40B4-BE49-F238E27FC236}">
                <a16:creationId xmlns:a16="http://schemas.microsoft.com/office/drawing/2014/main" id="{8D1D4F6C-586F-BD40-B5D6-973DE68891FC}"/>
              </a:ext>
            </a:extLst>
          </p:cNvPr>
          <p:cNvSpPr>
            <a:spLocks noGrp="1" noRot="1" noChangeAspect="1" noChangeArrowheads="1" noTextEdit="1"/>
          </p:cNvSpPr>
          <p:nvPr>
            <p:ph type="sldImg"/>
          </p:nvPr>
        </p:nvSpPr>
        <p:spPr>
          <a:ln/>
        </p:spPr>
      </p:sp>
      <p:sp>
        <p:nvSpPr>
          <p:cNvPr id="119811" name="Rectangle 3">
            <a:extLst>
              <a:ext uri="{FF2B5EF4-FFF2-40B4-BE49-F238E27FC236}">
                <a16:creationId xmlns:a16="http://schemas.microsoft.com/office/drawing/2014/main" id="{9C8FF0FD-76A3-FB41-8D46-9553F27AD91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sk-SK">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59218354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Rectangle 7">
            <a:extLst>
              <a:ext uri="{FF2B5EF4-FFF2-40B4-BE49-F238E27FC236}">
                <a16:creationId xmlns:a16="http://schemas.microsoft.com/office/drawing/2014/main" id="{D0EE9EFA-6F0A-4F4C-9949-F59E7C4599C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Verdana" panose="020B0604030504040204" pitchFamily="34" charset="0"/>
                <a:ea typeface="ＭＳ Ｐゴシック" panose="020B0600070205080204" pitchFamily="34" charset="-128"/>
              </a:defRPr>
            </a:lvl1pPr>
            <a:lvl2pPr marL="742950" indent="-285750" defTabSz="930275">
              <a:defRPr sz="2400">
                <a:solidFill>
                  <a:schemeClr val="tx1"/>
                </a:solidFill>
                <a:latin typeface="Verdana" panose="020B0604030504040204" pitchFamily="34" charset="0"/>
                <a:ea typeface="ＭＳ Ｐゴシック" panose="020B0600070205080204" pitchFamily="34" charset="-128"/>
              </a:defRPr>
            </a:lvl2pPr>
            <a:lvl3pPr marL="1143000" indent="-228600" defTabSz="930275">
              <a:defRPr sz="2400">
                <a:solidFill>
                  <a:schemeClr val="tx1"/>
                </a:solidFill>
                <a:latin typeface="Verdana" panose="020B0604030504040204" pitchFamily="34" charset="0"/>
                <a:ea typeface="ＭＳ Ｐゴシック" panose="020B0600070205080204" pitchFamily="34" charset="-128"/>
              </a:defRPr>
            </a:lvl3pPr>
            <a:lvl4pPr marL="1600200" indent="-228600" defTabSz="930275">
              <a:defRPr sz="2400">
                <a:solidFill>
                  <a:schemeClr val="tx1"/>
                </a:solidFill>
                <a:latin typeface="Verdana" panose="020B0604030504040204" pitchFamily="34" charset="0"/>
                <a:ea typeface="ＭＳ Ｐゴシック" panose="020B0600070205080204" pitchFamily="34" charset="-128"/>
              </a:defRPr>
            </a:lvl4pPr>
            <a:lvl5pPr marL="2057400" indent="-228600" defTabSz="930275">
              <a:defRPr sz="2400">
                <a:solidFill>
                  <a:schemeClr val="tx1"/>
                </a:solidFill>
                <a:latin typeface="Verdana" panose="020B060403050404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C24B42D4-26EA-794B-896F-3902A1214FAA}" type="slidenum">
              <a:rPr lang="en-US" altLang="sk-SK" sz="1300">
                <a:latin typeface="Times New Roman" panose="02020603050405020304" pitchFamily="18" charset="0"/>
              </a:rPr>
              <a:pPr/>
              <a:t>56</a:t>
            </a:fld>
            <a:endParaRPr lang="en-US" altLang="sk-SK" sz="1300">
              <a:latin typeface="Times New Roman" panose="02020603050405020304" pitchFamily="18" charset="0"/>
            </a:endParaRPr>
          </a:p>
        </p:txBody>
      </p:sp>
      <p:sp>
        <p:nvSpPr>
          <p:cNvPr id="121858" name="Rectangle 2">
            <a:extLst>
              <a:ext uri="{FF2B5EF4-FFF2-40B4-BE49-F238E27FC236}">
                <a16:creationId xmlns:a16="http://schemas.microsoft.com/office/drawing/2014/main" id="{7B5434B6-DA26-2B40-AF05-E83AB3839E1F}"/>
              </a:ext>
            </a:extLst>
          </p:cNvPr>
          <p:cNvSpPr>
            <a:spLocks noGrp="1" noRot="1" noChangeAspect="1" noChangeArrowheads="1" noTextEdit="1"/>
          </p:cNvSpPr>
          <p:nvPr>
            <p:ph type="sldImg"/>
          </p:nvPr>
        </p:nvSpPr>
        <p:spPr>
          <a:ln/>
        </p:spPr>
      </p:sp>
      <p:sp>
        <p:nvSpPr>
          <p:cNvPr id="121859" name="Rectangle 3">
            <a:extLst>
              <a:ext uri="{FF2B5EF4-FFF2-40B4-BE49-F238E27FC236}">
                <a16:creationId xmlns:a16="http://schemas.microsoft.com/office/drawing/2014/main" id="{1ADC0F14-AC4C-F44F-992D-AE0CE5DCB41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sk-SK">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334543301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5" name="Rectangle 7">
            <a:extLst>
              <a:ext uri="{FF2B5EF4-FFF2-40B4-BE49-F238E27FC236}">
                <a16:creationId xmlns:a16="http://schemas.microsoft.com/office/drawing/2014/main" id="{B25BEF97-8D89-A948-8A59-7193E58DE10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Verdana" panose="020B0604030504040204" pitchFamily="34" charset="0"/>
                <a:ea typeface="ＭＳ Ｐゴシック" panose="020B0600070205080204" pitchFamily="34" charset="-128"/>
              </a:defRPr>
            </a:lvl1pPr>
            <a:lvl2pPr marL="742950" indent="-285750" defTabSz="930275">
              <a:defRPr sz="2400">
                <a:solidFill>
                  <a:schemeClr val="tx1"/>
                </a:solidFill>
                <a:latin typeface="Verdana" panose="020B0604030504040204" pitchFamily="34" charset="0"/>
                <a:ea typeface="ＭＳ Ｐゴシック" panose="020B0600070205080204" pitchFamily="34" charset="-128"/>
              </a:defRPr>
            </a:lvl2pPr>
            <a:lvl3pPr marL="1143000" indent="-228600" defTabSz="930275">
              <a:defRPr sz="2400">
                <a:solidFill>
                  <a:schemeClr val="tx1"/>
                </a:solidFill>
                <a:latin typeface="Verdana" panose="020B0604030504040204" pitchFamily="34" charset="0"/>
                <a:ea typeface="ＭＳ Ｐゴシック" panose="020B0600070205080204" pitchFamily="34" charset="-128"/>
              </a:defRPr>
            </a:lvl3pPr>
            <a:lvl4pPr marL="1600200" indent="-228600" defTabSz="930275">
              <a:defRPr sz="2400">
                <a:solidFill>
                  <a:schemeClr val="tx1"/>
                </a:solidFill>
                <a:latin typeface="Verdana" panose="020B0604030504040204" pitchFamily="34" charset="0"/>
                <a:ea typeface="ＭＳ Ｐゴシック" panose="020B0600070205080204" pitchFamily="34" charset="-128"/>
              </a:defRPr>
            </a:lvl4pPr>
            <a:lvl5pPr marL="2057400" indent="-228600" defTabSz="930275">
              <a:defRPr sz="2400">
                <a:solidFill>
                  <a:schemeClr val="tx1"/>
                </a:solidFill>
                <a:latin typeface="Verdana" panose="020B060403050404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0BB553FF-3E32-8F44-9284-D8E63E3FF4E7}" type="slidenum">
              <a:rPr lang="en-US" altLang="sk-SK" sz="1300">
                <a:latin typeface="Times New Roman" panose="02020603050405020304" pitchFamily="18" charset="0"/>
              </a:rPr>
              <a:pPr/>
              <a:t>57</a:t>
            </a:fld>
            <a:endParaRPr lang="en-US" altLang="sk-SK" sz="1300">
              <a:latin typeface="Times New Roman" panose="02020603050405020304" pitchFamily="18" charset="0"/>
            </a:endParaRPr>
          </a:p>
        </p:txBody>
      </p:sp>
      <p:sp>
        <p:nvSpPr>
          <p:cNvPr id="123906" name="Rectangle 2">
            <a:extLst>
              <a:ext uri="{FF2B5EF4-FFF2-40B4-BE49-F238E27FC236}">
                <a16:creationId xmlns:a16="http://schemas.microsoft.com/office/drawing/2014/main" id="{036B9486-F07A-DE4F-9A05-C0502A4A7978}"/>
              </a:ext>
            </a:extLst>
          </p:cNvPr>
          <p:cNvSpPr>
            <a:spLocks noGrp="1" noRot="1" noChangeAspect="1" noChangeArrowheads="1" noTextEdit="1"/>
          </p:cNvSpPr>
          <p:nvPr>
            <p:ph type="sldImg"/>
          </p:nvPr>
        </p:nvSpPr>
        <p:spPr>
          <a:ln/>
        </p:spPr>
      </p:sp>
      <p:sp>
        <p:nvSpPr>
          <p:cNvPr id="123907" name="Rectangle 3">
            <a:extLst>
              <a:ext uri="{FF2B5EF4-FFF2-40B4-BE49-F238E27FC236}">
                <a16:creationId xmlns:a16="http://schemas.microsoft.com/office/drawing/2014/main" id="{8ADFDA63-1BBB-FC4F-8DA9-C3C9972D8A6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sk-SK">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283112094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Rectangle 7">
            <a:extLst>
              <a:ext uri="{FF2B5EF4-FFF2-40B4-BE49-F238E27FC236}">
                <a16:creationId xmlns:a16="http://schemas.microsoft.com/office/drawing/2014/main" id="{85DE65B9-55C5-E642-8356-D386A32F887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Verdana" panose="020B0604030504040204" pitchFamily="34" charset="0"/>
                <a:ea typeface="ＭＳ Ｐゴシック" panose="020B0600070205080204" pitchFamily="34" charset="-128"/>
              </a:defRPr>
            </a:lvl1pPr>
            <a:lvl2pPr marL="742950" indent="-285750" defTabSz="930275">
              <a:defRPr sz="2400">
                <a:solidFill>
                  <a:schemeClr val="tx1"/>
                </a:solidFill>
                <a:latin typeface="Verdana" panose="020B0604030504040204" pitchFamily="34" charset="0"/>
                <a:ea typeface="ＭＳ Ｐゴシック" panose="020B0600070205080204" pitchFamily="34" charset="-128"/>
              </a:defRPr>
            </a:lvl2pPr>
            <a:lvl3pPr marL="1143000" indent="-228600" defTabSz="930275">
              <a:defRPr sz="2400">
                <a:solidFill>
                  <a:schemeClr val="tx1"/>
                </a:solidFill>
                <a:latin typeface="Verdana" panose="020B0604030504040204" pitchFamily="34" charset="0"/>
                <a:ea typeface="ＭＳ Ｐゴシック" panose="020B0600070205080204" pitchFamily="34" charset="-128"/>
              </a:defRPr>
            </a:lvl3pPr>
            <a:lvl4pPr marL="1600200" indent="-228600" defTabSz="930275">
              <a:defRPr sz="2400">
                <a:solidFill>
                  <a:schemeClr val="tx1"/>
                </a:solidFill>
                <a:latin typeface="Verdana" panose="020B0604030504040204" pitchFamily="34" charset="0"/>
                <a:ea typeface="ＭＳ Ｐゴシック" panose="020B0600070205080204" pitchFamily="34" charset="-128"/>
              </a:defRPr>
            </a:lvl4pPr>
            <a:lvl5pPr marL="2057400" indent="-228600" defTabSz="930275">
              <a:defRPr sz="2400">
                <a:solidFill>
                  <a:schemeClr val="tx1"/>
                </a:solidFill>
                <a:latin typeface="Verdana" panose="020B060403050404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338238AF-6CFF-C641-BB25-66A4DEBC9E80}" type="slidenum">
              <a:rPr lang="en-US" altLang="sk-SK" sz="1300">
                <a:latin typeface="Times New Roman" panose="02020603050405020304" pitchFamily="18" charset="0"/>
              </a:rPr>
              <a:pPr/>
              <a:t>58</a:t>
            </a:fld>
            <a:endParaRPr lang="en-US" altLang="sk-SK" sz="1300">
              <a:latin typeface="Times New Roman" panose="02020603050405020304" pitchFamily="18" charset="0"/>
            </a:endParaRPr>
          </a:p>
        </p:txBody>
      </p:sp>
      <p:sp>
        <p:nvSpPr>
          <p:cNvPr id="125954" name="Rectangle 2">
            <a:extLst>
              <a:ext uri="{FF2B5EF4-FFF2-40B4-BE49-F238E27FC236}">
                <a16:creationId xmlns:a16="http://schemas.microsoft.com/office/drawing/2014/main" id="{89D3D85A-3315-6C4B-9E75-9ACF2ED28CFD}"/>
              </a:ext>
            </a:extLst>
          </p:cNvPr>
          <p:cNvSpPr>
            <a:spLocks noGrp="1" noRot="1" noChangeAspect="1" noChangeArrowheads="1" noTextEdit="1"/>
          </p:cNvSpPr>
          <p:nvPr>
            <p:ph type="sldImg"/>
          </p:nvPr>
        </p:nvSpPr>
        <p:spPr>
          <a:ln/>
        </p:spPr>
      </p:sp>
      <p:sp>
        <p:nvSpPr>
          <p:cNvPr id="125955" name="Rectangle 3">
            <a:extLst>
              <a:ext uri="{FF2B5EF4-FFF2-40B4-BE49-F238E27FC236}">
                <a16:creationId xmlns:a16="http://schemas.microsoft.com/office/drawing/2014/main" id="{D3D079AE-F187-374D-BAC5-C145D69C871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sk-SK">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208626896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1" name="Rectangle 7">
            <a:extLst>
              <a:ext uri="{FF2B5EF4-FFF2-40B4-BE49-F238E27FC236}">
                <a16:creationId xmlns:a16="http://schemas.microsoft.com/office/drawing/2014/main" id="{C9DD6007-EC8E-9442-BB58-503456A50A0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Verdana" panose="020B0604030504040204" pitchFamily="34" charset="0"/>
                <a:ea typeface="ＭＳ Ｐゴシック" panose="020B0600070205080204" pitchFamily="34" charset="-128"/>
              </a:defRPr>
            </a:lvl1pPr>
            <a:lvl2pPr marL="742950" indent="-285750" defTabSz="930275">
              <a:defRPr sz="2400">
                <a:solidFill>
                  <a:schemeClr val="tx1"/>
                </a:solidFill>
                <a:latin typeface="Verdana" panose="020B0604030504040204" pitchFamily="34" charset="0"/>
                <a:ea typeface="ＭＳ Ｐゴシック" panose="020B0600070205080204" pitchFamily="34" charset="-128"/>
              </a:defRPr>
            </a:lvl2pPr>
            <a:lvl3pPr marL="1143000" indent="-228600" defTabSz="930275">
              <a:defRPr sz="2400">
                <a:solidFill>
                  <a:schemeClr val="tx1"/>
                </a:solidFill>
                <a:latin typeface="Verdana" panose="020B0604030504040204" pitchFamily="34" charset="0"/>
                <a:ea typeface="ＭＳ Ｐゴシック" panose="020B0600070205080204" pitchFamily="34" charset="-128"/>
              </a:defRPr>
            </a:lvl3pPr>
            <a:lvl4pPr marL="1600200" indent="-228600" defTabSz="930275">
              <a:defRPr sz="2400">
                <a:solidFill>
                  <a:schemeClr val="tx1"/>
                </a:solidFill>
                <a:latin typeface="Verdana" panose="020B0604030504040204" pitchFamily="34" charset="0"/>
                <a:ea typeface="ＭＳ Ｐゴシック" panose="020B0600070205080204" pitchFamily="34" charset="-128"/>
              </a:defRPr>
            </a:lvl4pPr>
            <a:lvl5pPr marL="2057400" indent="-228600" defTabSz="930275">
              <a:defRPr sz="2400">
                <a:solidFill>
                  <a:schemeClr val="tx1"/>
                </a:solidFill>
                <a:latin typeface="Verdana" panose="020B060403050404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611D3B54-59D3-C24C-A4AE-7A6F4EA366B6}" type="slidenum">
              <a:rPr lang="en-US" altLang="sk-SK" sz="1300">
                <a:latin typeface="Times New Roman" panose="02020603050405020304" pitchFamily="18" charset="0"/>
              </a:rPr>
              <a:pPr/>
              <a:t>59</a:t>
            </a:fld>
            <a:endParaRPr lang="en-US" altLang="sk-SK" sz="1300">
              <a:latin typeface="Times New Roman" panose="02020603050405020304" pitchFamily="18" charset="0"/>
            </a:endParaRPr>
          </a:p>
        </p:txBody>
      </p:sp>
      <p:sp>
        <p:nvSpPr>
          <p:cNvPr id="128002" name="Rectangle 2">
            <a:extLst>
              <a:ext uri="{FF2B5EF4-FFF2-40B4-BE49-F238E27FC236}">
                <a16:creationId xmlns:a16="http://schemas.microsoft.com/office/drawing/2014/main" id="{A33269B8-3429-B54D-B577-F55108989CC3}"/>
              </a:ext>
            </a:extLst>
          </p:cNvPr>
          <p:cNvSpPr>
            <a:spLocks noGrp="1" noRot="1" noChangeAspect="1" noChangeArrowheads="1" noTextEdit="1"/>
          </p:cNvSpPr>
          <p:nvPr>
            <p:ph type="sldImg"/>
          </p:nvPr>
        </p:nvSpPr>
        <p:spPr>
          <a:ln/>
        </p:spPr>
      </p:sp>
      <p:sp>
        <p:nvSpPr>
          <p:cNvPr id="128003" name="Rectangle 3">
            <a:extLst>
              <a:ext uri="{FF2B5EF4-FFF2-40B4-BE49-F238E27FC236}">
                <a16:creationId xmlns:a16="http://schemas.microsoft.com/office/drawing/2014/main" id="{868236E8-5105-444C-B3F5-9F2061D41F5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sk-SK">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329900101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5" name="Rectangle 7">
            <a:extLst>
              <a:ext uri="{FF2B5EF4-FFF2-40B4-BE49-F238E27FC236}">
                <a16:creationId xmlns:a16="http://schemas.microsoft.com/office/drawing/2014/main" id="{E2A5262E-15D4-204D-9CCC-62BB8EC476B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Verdana" panose="020B0604030504040204" pitchFamily="34" charset="0"/>
                <a:ea typeface="ＭＳ Ｐゴシック" panose="020B0600070205080204" pitchFamily="34" charset="-128"/>
              </a:defRPr>
            </a:lvl1pPr>
            <a:lvl2pPr marL="742950" indent="-285750" defTabSz="930275">
              <a:defRPr sz="2400">
                <a:solidFill>
                  <a:schemeClr val="tx1"/>
                </a:solidFill>
                <a:latin typeface="Verdana" panose="020B0604030504040204" pitchFamily="34" charset="0"/>
                <a:ea typeface="ＭＳ Ｐゴシック" panose="020B0600070205080204" pitchFamily="34" charset="-128"/>
              </a:defRPr>
            </a:lvl2pPr>
            <a:lvl3pPr marL="1143000" indent="-228600" defTabSz="930275">
              <a:defRPr sz="2400">
                <a:solidFill>
                  <a:schemeClr val="tx1"/>
                </a:solidFill>
                <a:latin typeface="Verdana" panose="020B0604030504040204" pitchFamily="34" charset="0"/>
                <a:ea typeface="ＭＳ Ｐゴシック" panose="020B0600070205080204" pitchFamily="34" charset="-128"/>
              </a:defRPr>
            </a:lvl3pPr>
            <a:lvl4pPr marL="1600200" indent="-228600" defTabSz="930275">
              <a:defRPr sz="2400">
                <a:solidFill>
                  <a:schemeClr val="tx1"/>
                </a:solidFill>
                <a:latin typeface="Verdana" panose="020B0604030504040204" pitchFamily="34" charset="0"/>
                <a:ea typeface="ＭＳ Ｐゴシック" panose="020B0600070205080204" pitchFamily="34" charset="-128"/>
              </a:defRPr>
            </a:lvl4pPr>
            <a:lvl5pPr marL="2057400" indent="-228600" defTabSz="930275">
              <a:defRPr sz="2400">
                <a:solidFill>
                  <a:schemeClr val="tx1"/>
                </a:solidFill>
                <a:latin typeface="Verdana" panose="020B060403050404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12508EF4-7C85-AF4F-887B-1B62185B0646}" type="slidenum">
              <a:rPr lang="en-US" altLang="sk-SK" sz="1300">
                <a:latin typeface="Times New Roman" panose="02020603050405020304" pitchFamily="18" charset="0"/>
              </a:rPr>
              <a:pPr/>
              <a:t>61</a:t>
            </a:fld>
            <a:endParaRPr lang="en-US" altLang="sk-SK" sz="1300">
              <a:latin typeface="Times New Roman" panose="02020603050405020304" pitchFamily="18" charset="0"/>
            </a:endParaRPr>
          </a:p>
        </p:txBody>
      </p:sp>
      <p:sp>
        <p:nvSpPr>
          <p:cNvPr id="134146" name="Rectangle 2">
            <a:extLst>
              <a:ext uri="{FF2B5EF4-FFF2-40B4-BE49-F238E27FC236}">
                <a16:creationId xmlns:a16="http://schemas.microsoft.com/office/drawing/2014/main" id="{54594E0E-61EB-1248-94ED-598A0800E7A9}"/>
              </a:ext>
            </a:extLst>
          </p:cNvPr>
          <p:cNvSpPr>
            <a:spLocks noGrp="1" noRot="1" noChangeAspect="1" noChangeArrowheads="1" noTextEdit="1"/>
          </p:cNvSpPr>
          <p:nvPr>
            <p:ph type="sldImg"/>
          </p:nvPr>
        </p:nvSpPr>
        <p:spPr>
          <a:ln/>
        </p:spPr>
      </p:sp>
      <p:sp>
        <p:nvSpPr>
          <p:cNvPr id="134147" name="Rectangle 3">
            <a:extLst>
              <a:ext uri="{FF2B5EF4-FFF2-40B4-BE49-F238E27FC236}">
                <a16:creationId xmlns:a16="http://schemas.microsoft.com/office/drawing/2014/main" id="{85AC19B6-5F2E-474D-8601-D6050372B37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sk-SK">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321369107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3" name="Rectangle 7">
            <a:extLst>
              <a:ext uri="{FF2B5EF4-FFF2-40B4-BE49-F238E27FC236}">
                <a16:creationId xmlns:a16="http://schemas.microsoft.com/office/drawing/2014/main" id="{E2A9F26D-4425-7245-A553-A4575F8BDA0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Verdana" panose="020B0604030504040204" pitchFamily="34" charset="0"/>
                <a:ea typeface="ＭＳ Ｐゴシック" panose="020B0600070205080204" pitchFamily="34" charset="-128"/>
              </a:defRPr>
            </a:lvl1pPr>
            <a:lvl2pPr marL="742950" indent="-285750" defTabSz="930275">
              <a:defRPr sz="2400">
                <a:solidFill>
                  <a:schemeClr val="tx1"/>
                </a:solidFill>
                <a:latin typeface="Verdana" panose="020B0604030504040204" pitchFamily="34" charset="0"/>
                <a:ea typeface="ＭＳ Ｐゴシック" panose="020B0600070205080204" pitchFamily="34" charset="-128"/>
              </a:defRPr>
            </a:lvl2pPr>
            <a:lvl3pPr marL="1143000" indent="-228600" defTabSz="930275">
              <a:defRPr sz="2400">
                <a:solidFill>
                  <a:schemeClr val="tx1"/>
                </a:solidFill>
                <a:latin typeface="Verdana" panose="020B0604030504040204" pitchFamily="34" charset="0"/>
                <a:ea typeface="ＭＳ Ｐゴシック" panose="020B0600070205080204" pitchFamily="34" charset="-128"/>
              </a:defRPr>
            </a:lvl3pPr>
            <a:lvl4pPr marL="1600200" indent="-228600" defTabSz="930275">
              <a:defRPr sz="2400">
                <a:solidFill>
                  <a:schemeClr val="tx1"/>
                </a:solidFill>
                <a:latin typeface="Verdana" panose="020B0604030504040204" pitchFamily="34" charset="0"/>
                <a:ea typeface="ＭＳ Ｐゴシック" panose="020B0600070205080204" pitchFamily="34" charset="-128"/>
              </a:defRPr>
            </a:lvl4pPr>
            <a:lvl5pPr marL="2057400" indent="-228600" defTabSz="930275">
              <a:defRPr sz="2400">
                <a:solidFill>
                  <a:schemeClr val="tx1"/>
                </a:solidFill>
                <a:latin typeface="Verdana" panose="020B060403050404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D782D60F-DBB9-A74B-B766-F678FAF03DF3}" type="slidenum">
              <a:rPr lang="en-US" altLang="sk-SK" sz="1300">
                <a:latin typeface="Times New Roman" panose="02020603050405020304" pitchFamily="18" charset="0"/>
              </a:rPr>
              <a:pPr/>
              <a:t>62</a:t>
            </a:fld>
            <a:endParaRPr lang="en-US" altLang="sk-SK" sz="1300">
              <a:latin typeface="Times New Roman" panose="02020603050405020304" pitchFamily="18" charset="0"/>
            </a:endParaRPr>
          </a:p>
        </p:txBody>
      </p:sp>
      <p:sp>
        <p:nvSpPr>
          <p:cNvPr id="136194" name="Rectangle 2">
            <a:extLst>
              <a:ext uri="{FF2B5EF4-FFF2-40B4-BE49-F238E27FC236}">
                <a16:creationId xmlns:a16="http://schemas.microsoft.com/office/drawing/2014/main" id="{1901AFB6-6335-3440-8B0E-4300899B9E7D}"/>
              </a:ext>
            </a:extLst>
          </p:cNvPr>
          <p:cNvSpPr>
            <a:spLocks noGrp="1" noRot="1" noChangeAspect="1" noChangeArrowheads="1" noTextEdit="1"/>
          </p:cNvSpPr>
          <p:nvPr>
            <p:ph type="sldImg"/>
          </p:nvPr>
        </p:nvSpPr>
        <p:spPr>
          <a:ln/>
        </p:spPr>
      </p:sp>
      <p:sp>
        <p:nvSpPr>
          <p:cNvPr id="136195" name="Rectangle 3">
            <a:extLst>
              <a:ext uri="{FF2B5EF4-FFF2-40B4-BE49-F238E27FC236}">
                <a16:creationId xmlns:a16="http://schemas.microsoft.com/office/drawing/2014/main" id="{F146A47E-3263-F54D-A26A-7281B4B455F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sk-SK">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37962059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1" name="Rectangle 7">
            <a:extLst>
              <a:ext uri="{FF2B5EF4-FFF2-40B4-BE49-F238E27FC236}">
                <a16:creationId xmlns:a16="http://schemas.microsoft.com/office/drawing/2014/main" id="{C2EE387E-B0F6-BD4B-BB8E-61D7F60A429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Verdana" panose="020B0604030504040204" pitchFamily="34" charset="0"/>
                <a:ea typeface="ＭＳ Ｐゴシック" panose="020B0600070205080204" pitchFamily="34" charset="-128"/>
              </a:defRPr>
            </a:lvl1pPr>
            <a:lvl2pPr marL="742950" indent="-285750" defTabSz="930275">
              <a:defRPr sz="2400">
                <a:solidFill>
                  <a:schemeClr val="tx1"/>
                </a:solidFill>
                <a:latin typeface="Verdana" panose="020B0604030504040204" pitchFamily="34" charset="0"/>
                <a:ea typeface="ＭＳ Ｐゴシック" panose="020B0600070205080204" pitchFamily="34" charset="-128"/>
              </a:defRPr>
            </a:lvl2pPr>
            <a:lvl3pPr marL="1143000" indent="-228600" defTabSz="930275">
              <a:defRPr sz="2400">
                <a:solidFill>
                  <a:schemeClr val="tx1"/>
                </a:solidFill>
                <a:latin typeface="Verdana" panose="020B0604030504040204" pitchFamily="34" charset="0"/>
                <a:ea typeface="ＭＳ Ｐゴシック" panose="020B0600070205080204" pitchFamily="34" charset="-128"/>
              </a:defRPr>
            </a:lvl3pPr>
            <a:lvl4pPr marL="1600200" indent="-228600" defTabSz="930275">
              <a:defRPr sz="2400">
                <a:solidFill>
                  <a:schemeClr val="tx1"/>
                </a:solidFill>
                <a:latin typeface="Verdana" panose="020B0604030504040204" pitchFamily="34" charset="0"/>
                <a:ea typeface="ＭＳ Ｐゴシック" panose="020B0600070205080204" pitchFamily="34" charset="-128"/>
              </a:defRPr>
            </a:lvl4pPr>
            <a:lvl5pPr marL="2057400" indent="-228600" defTabSz="930275">
              <a:defRPr sz="2400">
                <a:solidFill>
                  <a:schemeClr val="tx1"/>
                </a:solidFill>
                <a:latin typeface="Verdana" panose="020B060403050404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D7D91210-3623-5349-9257-E87E6F00963D}" type="slidenum">
              <a:rPr lang="en-US" altLang="sk-SK" sz="1300">
                <a:latin typeface="Times New Roman" panose="02020603050405020304" pitchFamily="18" charset="0"/>
              </a:rPr>
              <a:pPr/>
              <a:t>63</a:t>
            </a:fld>
            <a:endParaRPr lang="en-US" altLang="sk-SK" sz="1300">
              <a:latin typeface="Times New Roman" panose="02020603050405020304" pitchFamily="18" charset="0"/>
            </a:endParaRPr>
          </a:p>
        </p:txBody>
      </p:sp>
      <p:sp>
        <p:nvSpPr>
          <p:cNvPr id="138242" name="Rectangle 2">
            <a:extLst>
              <a:ext uri="{FF2B5EF4-FFF2-40B4-BE49-F238E27FC236}">
                <a16:creationId xmlns:a16="http://schemas.microsoft.com/office/drawing/2014/main" id="{A2DE0A9E-471F-C142-8128-12D25914632C}"/>
              </a:ext>
            </a:extLst>
          </p:cNvPr>
          <p:cNvSpPr>
            <a:spLocks noGrp="1" noRot="1" noChangeAspect="1" noChangeArrowheads="1" noTextEdit="1"/>
          </p:cNvSpPr>
          <p:nvPr>
            <p:ph type="sldImg"/>
          </p:nvPr>
        </p:nvSpPr>
        <p:spPr>
          <a:ln/>
        </p:spPr>
      </p:sp>
      <p:sp>
        <p:nvSpPr>
          <p:cNvPr id="138243" name="Rectangle 3">
            <a:extLst>
              <a:ext uri="{FF2B5EF4-FFF2-40B4-BE49-F238E27FC236}">
                <a16:creationId xmlns:a16="http://schemas.microsoft.com/office/drawing/2014/main" id="{08C7FF06-A77D-0E48-883C-029376D6B1C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sk-SK">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139682026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89" name="Rectangle 7">
            <a:extLst>
              <a:ext uri="{FF2B5EF4-FFF2-40B4-BE49-F238E27FC236}">
                <a16:creationId xmlns:a16="http://schemas.microsoft.com/office/drawing/2014/main" id="{2CB2E512-271F-764B-A6BA-CD4BDDB56FF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Verdana" panose="020B0604030504040204" pitchFamily="34" charset="0"/>
                <a:ea typeface="ＭＳ Ｐゴシック" panose="020B0600070205080204" pitchFamily="34" charset="-128"/>
              </a:defRPr>
            </a:lvl1pPr>
            <a:lvl2pPr marL="742950" indent="-285750" defTabSz="930275">
              <a:defRPr sz="2400">
                <a:solidFill>
                  <a:schemeClr val="tx1"/>
                </a:solidFill>
                <a:latin typeface="Verdana" panose="020B0604030504040204" pitchFamily="34" charset="0"/>
                <a:ea typeface="ＭＳ Ｐゴシック" panose="020B0600070205080204" pitchFamily="34" charset="-128"/>
              </a:defRPr>
            </a:lvl2pPr>
            <a:lvl3pPr marL="1143000" indent="-228600" defTabSz="930275">
              <a:defRPr sz="2400">
                <a:solidFill>
                  <a:schemeClr val="tx1"/>
                </a:solidFill>
                <a:latin typeface="Verdana" panose="020B0604030504040204" pitchFamily="34" charset="0"/>
                <a:ea typeface="ＭＳ Ｐゴシック" panose="020B0600070205080204" pitchFamily="34" charset="-128"/>
              </a:defRPr>
            </a:lvl3pPr>
            <a:lvl4pPr marL="1600200" indent="-228600" defTabSz="930275">
              <a:defRPr sz="2400">
                <a:solidFill>
                  <a:schemeClr val="tx1"/>
                </a:solidFill>
                <a:latin typeface="Verdana" panose="020B0604030504040204" pitchFamily="34" charset="0"/>
                <a:ea typeface="ＭＳ Ｐゴシック" panose="020B0600070205080204" pitchFamily="34" charset="-128"/>
              </a:defRPr>
            </a:lvl4pPr>
            <a:lvl5pPr marL="2057400" indent="-228600" defTabSz="930275">
              <a:defRPr sz="2400">
                <a:solidFill>
                  <a:schemeClr val="tx1"/>
                </a:solidFill>
                <a:latin typeface="Verdana" panose="020B060403050404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1FB4BF92-155A-AC4B-AA78-5C5CDBDABD15}" type="slidenum">
              <a:rPr lang="en-US" altLang="sk-SK" sz="1300">
                <a:latin typeface="Times New Roman" panose="02020603050405020304" pitchFamily="18" charset="0"/>
              </a:rPr>
              <a:pPr/>
              <a:t>64</a:t>
            </a:fld>
            <a:endParaRPr lang="en-US" altLang="sk-SK" sz="1300">
              <a:latin typeface="Times New Roman" panose="02020603050405020304" pitchFamily="18" charset="0"/>
            </a:endParaRPr>
          </a:p>
        </p:txBody>
      </p:sp>
      <p:sp>
        <p:nvSpPr>
          <p:cNvPr id="140290" name="Rectangle 2">
            <a:extLst>
              <a:ext uri="{FF2B5EF4-FFF2-40B4-BE49-F238E27FC236}">
                <a16:creationId xmlns:a16="http://schemas.microsoft.com/office/drawing/2014/main" id="{34AC9443-A5A5-DD4B-95B8-8EC3ED6C9350}"/>
              </a:ext>
            </a:extLst>
          </p:cNvPr>
          <p:cNvSpPr>
            <a:spLocks noGrp="1" noRot="1" noChangeAspect="1" noChangeArrowheads="1" noTextEdit="1"/>
          </p:cNvSpPr>
          <p:nvPr>
            <p:ph type="sldImg"/>
          </p:nvPr>
        </p:nvSpPr>
        <p:spPr>
          <a:ln/>
        </p:spPr>
      </p:sp>
      <p:sp>
        <p:nvSpPr>
          <p:cNvPr id="140291" name="Rectangle 3">
            <a:extLst>
              <a:ext uri="{FF2B5EF4-FFF2-40B4-BE49-F238E27FC236}">
                <a16:creationId xmlns:a16="http://schemas.microsoft.com/office/drawing/2014/main" id="{0DD36D7F-05DD-A941-B542-9612508C23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sk-SK">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263481022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7" name="Rectangle 7">
            <a:extLst>
              <a:ext uri="{FF2B5EF4-FFF2-40B4-BE49-F238E27FC236}">
                <a16:creationId xmlns:a16="http://schemas.microsoft.com/office/drawing/2014/main" id="{3870DEE8-CCD2-1A48-829C-21FDB13373D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Verdana" panose="020B0604030504040204" pitchFamily="34" charset="0"/>
                <a:ea typeface="ＭＳ Ｐゴシック" panose="020B0600070205080204" pitchFamily="34" charset="-128"/>
              </a:defRPr>
            </a:lvl1pPr>
            <a:lvl2pPr marL="742950" indent="-285750" defTabSz="930275">
              <a:defRPr sz="2400">
                <a:solidFill>
                  <a:schemeClr val="tx1"/>
                </a:solidFill>
                <a:latin typeface="Verdana" panose="020B0604030504040204" pitchFamily="34" charset="0"/>
                <a:ea typeface="ＭＳ Ｐゴシック" panose="020B0600070205080204" pitchFamily="34" charset="-128"/>
              </a:defRPr>
            </a:lvl2pPr>
            <a:lvl3pPr marL="1143000" indent="-228600" defTabSz="930275">
              <a:defRPr sz="2400">
                <a:solidFill>
                  <a:schemeClr val="tx1"/>
                </a:solidFill>
                <a:latin typeface="Verdana" panose="020B0604030504040204" pitchFamily="34" charset="0"/>
                <a:ea typeface="ＭＳ Ｐゴシック" panose="020B0600070205080204" pitchFamily="34" charset="-128"/>
              </a:defRPr>
            </a:lvl3pPr>
            <a:lvl4pPr marL="1600200" indent="-228600" defTabSz="930275">
              <a:defRPr sz="2400">
                <a:solidFill>
                  <a:schemeClr val="tx1"/>
                </a:solidFill>
                <a:latin typeface="Verdana" panose="020B0604030504040204" pitchFamily="34" charset="0"/>
                <a:ea typeface="ＭＳ Ｐゴシック" panose="020B0600070205080204" pitchFamily="34" charset="-128"/>
              </a:defRPr>
            </a:lvl4pPr>
            <a:lvl5pPr marL="2057400" indent="-228600" defTabSz="930275">
              <a:defRPr sz="2400">
                <a:solidFill>
                  <a:schemeClr val="tx1"/>
                </a:solidFill>
                <a:latin typeface="Verdana" panose="020B060403050404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C018CB57-56B5-9747-B262-3E2876D10868}" type="slidenum">
              <a:rPr lang="en-US" altLang="sk-SK" sz="1300">
                <a:latin typeface="Times New Roman" panose="02020603050405020304" pitchFamily="18" charset="0"/>
              </a:rPr>
              <a:pPr/>
              <a:t>65</a:t>
            </a:fld>
            <a:endParaRPr lang="en-US" altLang="sk-SK" sz="1300">
              <a:latin typeface="Times New Roman" panose="02020603050405020304" pitchFamily="18" charset="0"/>
            </a:endParaRPr>
          </a:p>
        </p:txBody>
      </p:sp>
      <p:sp>
        <p:nvSpPr>
          <p:cNvPr id="142338" name="Rectangle 2">
            <a:extLst>
              <a:ext uri="{FF2B5EF4-FFF2-40B4-BE49-F238E27FC236}">
                <a16:creationId xmlns:a16="http://schemas.microsoft.com/office/drawing/2014/main" id="{18C66E7B-2E10-BE43-863F-437E97355852}"/>
              </a:ext>
            </a:extLst>
          </p:cNvPr>
          <p:cNvSpPr>
            <a:spLocks noGrp="1" noRot="1" noChangeAspect="1" noChangeArrowheads="1" noTextEdit="1"/>
          </p:cNvSpPr>
          <p:nvPr>
            <p:ph type="sldImg"/>
          </p:nvPr>
        </p:nvSpPr>
        <p:spPr>
          <a:ln/>
        </p:spPr>
      </p:sp>
      <p:sp>
        <p:nvSpPr>
          <p:cNvPr id="142339" name="Rectangle 3">
            <a:extLst>
              <a:ext uri="{FF2B5EF4-FFF2-40B4-BE49-F238E27FC236}">
                <a16:creationId xmlns:a16="http://schemas.microsoft.com/office/drawing/2014/main" id="{AE939072-AAE9-484B-B545-370F846E4D2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k-SK" altLang="sk-SK">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243762020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endParaRPr lang="en-US"/>
          </a:p>
        </p:txBody>
      </p:sp>
      <p:sp>
        <p:nvSpPr>
          <p:cNvPr id="4" name="Zástupný objekt pre číslo snímky 3"/>
          <p:cNvSpPr>
            <a:spLocks noGrp="1"/>
          </p:cNvSpPr>
          <p:nvPr>
            <p:ph type="sldNum" sz="quarter" idx="5"/>
          </p:nvPr>
        </p:nvSpPr>
        <p:spPr/>
        <p:txBody>
          <a:bodyPr/>
          <a:lstStyle/>
          <a:p>
            <a:fld id="{48712BB7-8B62-4D58-8B0D-DA00C2F7A4FF}" type="slidenum">
              <a:rPr lang="sk-SK" smtClean="0"/>
              <a:t>66</a:t>
            </a:fld>
            <a:endParaRPr lang="sk-SK"/>
          </a:p>
        </p:txBody>
      </p:sp>
    </p:spTree>
    <p:extLst>
      <p:ext uri="{BB962C8B-B14F-4D97-AF65-F5344CB8AC3E}">
        <p14:creationId xmlns:p14="http://schemas.microsoft.com/office/powerpoint/2010/main" val="18854768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sk-SK"/>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sk-SK"/>
          </a:p>
        </p:txBody>
      </p:sp>
      <p:sp>
        <p:nvSpPr>
          <p:cNvPr id="4" name="Date Placeholder 3"/>
          <p:cNvSpPr>
            <a:spLocks noGrp="1"/>
          </p:cNvSpPr>
          <p:nvPr>
            <p:ph type="dt" sz="half" idx="10"/>
          </p:nvPr>
        </p:nvSpPr>
        <p:spPr/>
        <p:txBody>
          <a:bodyPr/>
          <a:lstStyle/>
          <a:p>
            <a:fld id="{D36E510E-7675-4B9B-B9C4-765C646DF757}" type="datetimeFigureOut">
              <a:rPr lang="sk-SK" smtClean="0"/>
              <a:t>23.2.2026</a:t>
            </a:fld>
            <a:endParaRPr lang="sk-SK"/>
          </a:p>
        </p:txBody>
      </p:sp>
      <p:sp>
        <p:nvSpPr>
          <p:cNvPr id="5" name="Footer Placeholder 4"/>
          <p:cNvSpPr>
            <a:spLocks noGrp="1"/>
          </p:cNvSpPr>
          <p:nvPr>
            <p:ph type="ftr" sz="quarter" idx="11"/>
          </p:nvPr>
        </p:nvSpPr>
        <p:spPr/>
        <p:txBody>
          <a:bodyPr/>
          <a:lstStyle/>
          <a:p>
            <a:endParaRPr lang="sk-SK"/>
          </a:p>
        </p:txBody>
      </p:sp>
      <p:sp>
        <p:nvSpPr>
          <p:cNvPr id="6" name="Slide Number Placeholder 5"/>
          <p:cNvSpPr>
            <a:spLocks noGrp="1"/>
          </p:cNvSpPr>
          <p:nvPr>
            <p:ph type="sldNum" sz="quarter" idx="12"/>
          </p:nvPr>
        </p:nvSpPr>
        <p:spPr/>
        <p:txBody>
          <a:bodyPr/>
          <a:lstStyle/>
          <a:p>
            <a:fld id="{4DD9EA4A-04E3-41FF-80D3-D0C439A1E93E}" type="slidenum">
              <a:rPr lang="sk-SK" smtClean="0"/>
              <a:t>‹#›</a:t>
            </a:fld>
            <a:endParaRPr lang="sk-SK"/>
          </a:p>
        </p:txBody>
      </p:sp>
    </p:spTree>
    <p:extLst>
      <p:ext uri="{BB962C8B-B14F-4D97-AF65-F5344CB8AC3E}">
        <p14:creationId xmlns:p14="http://schemas.microsoft.com/office/powerpoint/2010/main" val="3036638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sk-SK"/>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k-SK"/>
          </a:p>
        </p:txBody>
      </p:sp>
      <p:sp>
        <p:nvSpPr>
          <p:cNvPr id="4" name="Date Placeholder 3"/>
          <p:cNvSpPr>
            <a:spLocks noGrp="1"/>
          </p:cNvSpPr>
          <p:nvPr>
            <p:ph type="dt" sz="half" idx="10"/>
          </p:nvPr>
        </p:nvSpPr>
        <p:spPr/>
        <p:txBody>
          <a:bodyPr/>
          <a:lstStyle/>
          <a:p>
            <a:fld id="{D36E510E-7675-4B9B-B9C4-765C646DF757}" type="datetimeFigureOut">
              <a:rPr lang="sk-SK" smtClean="0"/>
              <a:t>23.2.2026</a:t>
            </a:fld>
            <a:endParaRPr lang="sk-SK"/>
          </a:p>
        </p:txBody>
      </p:sp>
      <p:sp>
        <p:nvSpPr>
          <p:cNvPr id="5" name="Footer Placeholder 4"/>
          <p:cNvSpPr>
            <a:spLocks noGrp="1"/>
          </p:cNvSpPr>
          <p:nvPr>
            <p:ph type="ftr" sz="quarter" idx="11"/>
          </p:nvPr>
        </p:nvSpPr>
        <p:spPr/>
        <p:txBody>
          <a:bodyPr/>
          <a:lstStyle/>
          <a:p>
            <a:endParaRPr lang="sk-SK"/>
          </a:p>
        </p:txBody>
      </p:sp>
      <p:sp>
        <p:nvSpPr>
          <p:cNvPr id="6" name="Slide Number Placeholder 5"/>
          <p:cNvSpPr>
            <a:spLocks noGrp="1"/>
          </p:cNvSpPr>
          <p:nvPr>
            <p:ph type="sldNum" sz="quarter" idx="12"/>
          </p:nvPr>
        </p:nvSpPr>
        <p:spPr/>
        <p:txBody>
          <a:bodyPr/>
          <a:lstStyle/>
          <a:p>
            <a:fld id="{4DD9EA4A-04E3-41FF-80D3-D0C439A1E93E}" type="slidenum">
              <a:rPr lang="sk-SK" smtClean="0"/>
              <a:t>‹#›</a:t>
            </a:fld>
            <a:endParaRPr lang="sk-SK"/>
          </a:p>
        </p:txBody>
      </p:sp>
    </p:spTree>
    <p:extLst>
      <p:ext uri="{BB962C8B-B14F-4D97-AF65-F5344CB8AC3E}">
        <p14:creationId xmlns:p14="http://schemas.microsoft.com/office/powerpoint/2010/main" val="27545358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sk-SK"/>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36E510E-7675-4B9B-B9C4-765C646DF757}" type="datetimeFigureOut">
              <a:rPr lang="sk-SK" smtClean="0"/>
              <a:t>23.2.2026</a:t>
            </a:fld>
            <a:endParaRPr lang="sk-SK"/>
          </a:p>
        </p:txBody>
      </p:sp>
      <p:sp>
        <p:nvSpPr>
          <p:cNvPr id="5" name="Footer Placeholder 4"/>
          <p:cNvSpPr>
            <a:spLocks noGrp="1"/>
          </p:cNvSpPr>
          <p:nvPr>
            <p:ph type="ftr" sz="quarter" idx="11"/>
          </p:nvPr>
        </p:nvSpPr>
        <p:spPr/>
        <p:txBody>
          <a:bodyPr/>
          <a:lstStyle/>
          <a:p>
            <a:endParaRPr lang="sk-SK"/>
          </a:p>
        </p:txBody>
      </p:sp>
      <p:sp>
        <p:nvSpPr>
          <p:cNvPr id="6" name="Slide Number Placeholder 5"/>
          <p:cNvSpPr>
            <a:spLocks noGrp="1"/>
          </p:cNvSpPr>
          <p:nvPr>
            <p:ph type="sldNum" sz="quarter" idx="12"/>
          </p:nvPr>
        </p:nvSpPr>
        <p:spPr/>
        <p:txBody>
          <a:bodyPr/>
          <a:lstStyle/>
          <a:p>
            <a:fld id="{4DD9EA4A-04E3-41FF-80D3-D0C439A1E93E}" type="slidenum">
              <a:rPr lang="sk-SK" smtClean="0"/>
              <a:t>‹#›</a:t>
            </a:fld>
            <a:endParaRPr lang="sk-SK"/>
          </a:p>
        </p:txBody>
      </p:sp>
    </p:spTree>
    <p:extLst>
      <p:ext uri="{BB962C8B-B14F-4D97-AF65-F5344CB8AC3E}">
        <p14:creationId xmlns:p14="http://schemas.microsoft.com/office/powerpoint/2010/main" val="4575933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sk-SK"/>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k-SK"/>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k-SK"/>
          </a:p>
        </p:txBody>
      </p:sp>
      <p:sp>
        <p:nvSpPr>
          <p:cNvPr id="5" name="Date Placeholder 4"/>
          <p:cNvSpPr>
            <a:spLocks noGrp="1"/>
          </p:cNvSpPr>
          <p:nvPr>
            <p:ph type="dt" sz="half" idx="10"/>
          </p:nvPr>
        </p:nvSpPr>
        <p:spPr/>
        <p:txBody>
          <a:bodyPr/>
          <a:lstStyle/>
          <a:p>
            <a:fld id="{D36E510E-7675-4B9B-B9C4-765C646DF757}" type="datetimeFigureOut">
              <a:rPr lang="sk-SK" smtClean="0"/>
              <a:t>23.2.2026</a:t>
            </a:fld>
            <a:endParaRPr lang="sk-SK"/>
          </a:p>
        </p:txBody>
      </p:sp>
      <p:sp>
        <p:nvSpPr>
          <p:cNvPr id="6" name="Footer Placeholder 5"/>
          <p:cNvSpPr>
            <a:spLocks noGrp="1"/>
          </p:cNvSpPr>
          <p:nvPr>
            <p:ph type="ftr" sz="quarter" idx="11"/>
          </p:nvPr>
        </p:nvSpPr>
        <p:spPr/>
        <p:txBody>
          <a:bodyPr/>
          <a:lstStyle/>
          <a:p>
            <a:endParaRPr lang="sk-SK"/>
          </a:p>
        </p:txBody>
      </p:sp>
      <p:sp>
        <p:nvSpPr>
          <p:cNvPr id="7" name="Slide Number Placeholder 6"/>
          <p:cNvSpPr>
            <a:spLocks noGrp="1"/>
          </p:cNvSpPr>
          <p:nvPr>
            <p:ph type="sldNum" sz="quarter" idx="12"/>
          </p:nvPr>
        </p:nvSpPr>
        <p:spPr/>
        <p:txBody>
          <a:bodyPr/>
          <a:lstStyle/>
          <a:p>
            <a:fld id="{4DD9EA4A-04E3-41FF-80D3-D0C439A1E93E}" type="slidenum">
              <a:rPr lang="sk-SK" smtClean="0"/>
              <a:t>‹#›</a:t>
            </a:fld>
            <a:endParaRPr lang="sk-SK"/>
          </a:p>
        </p:txBody>
      </p:sp>
    </p:spTree>
    <p:extLst>
      <p:ext uri="{BB962C8B-B14F-4D97-AF65-F5344CB8AC3E}">
        <p14:creationId xmlns:p14="http://schemas.microsoft.com/office/powerpoint/2010/main" val="34212221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sk-SK"/>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k-SK"/>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k-SK"/>
          </a:p>
        </p:txBody>
      </p:sp>
      <p:sp>
        <p:nvSpPr>
          <p:cNvPr id="7" name="Date Placeholder 6"/>
          <p:cNvSpPr>
            <a:spLocks noGrp="1"/>
          </p:cNvSpPr>
          <p:nvPr>
            <p:ph type="dt" sz="half" idx="10"/>
          </p:nvPr>
        </p:nvSpPr>
        <p:spPr/>
        <p:txBody>
          <a:bodyPr/>
          <a:lstStyle/>
          <a:p>
            <a:fld id="{D36E510E-7675-4B9B-B9C4-765C646DF757}" type="datetimeFigureOut">
              <a:rPr lang="sk-SK" smtClean="0"/>
              <a:t>23.2.2026</a:t>
            </a:fld>
            <a:endParaRPr lang="sk-SK"/>
          </a:p>
        </p:txBody>
      </p:sp>
      <p:sp>
        <p:nvSpPr>
          <p:cNvPr id="8" name="Footer Placeholder 7"/>
          <p:cNvSpPr>
            <a:spLocks noGrp="1"/>
          </p:cNvSpPr>
          <p:nvPr>
            <p:ph type="ftr" sz="quarter" idx="11"/>
          </p:nvPr>
        </p:nvSpPr>
        <p:spPr/>
        <p:txBody>
          <a:bodyPr/>
          <a:lstStyle/>
          <a:p>
            <a:endParaRPr lang="sk-SK"/>
          </a:p>
        </p:txBody>
      </p:sp>
      <p:sp>
        <p:nvSpPr>
          <p:cNvPr id="9" name="Slide Number Placeholder 8"/>
          <p:cNvSpPr>
            <a:spLocks noGrp="1"/>
          </p:cNvSpPr>
          <p:nvPr>
            <p:ph type="sldNum" sz="quarter" idx="12"/>
          </p:nvPr>
        </p:nvSpPr>
        <p:spPr/>
        <p:txBody>
          <a:bodyPr/>
          <a:lstStyle/>
          <a:p>
            <a:fld id="{4DD9EA4A-04E3-41FF-80D3-D0C439A1E93E}" type="slidenum">
              <a:rPr lang="sk-SK" smtClean="0"/>
              <a:t>‹#›</a:t>
            </a:fld>
            <a:endParaRPr lang="sk-SK"/>
          </a:p>
        </p:txBody>
      </p:sp>
    </p:spTree>
    <p:extLst>
      <p:ext uri="{BB962C8B-B14F-4D97-AF65-F5344CB8AC3E}">
        <p14:creationId xmlns:p14="http://schemas.microsoft.com/office/powerpoint/2010/main" val="11281497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sk-SK"/>
          </a:p>
        </p:txBody>
      </p:sp>
      <p:sp>
        <p:nvSpPr>
          <p:cNvPr id="3" name="Date Placeholder 2"/>
          <p:cNvSpPr>
            <a:spLocks noGrp="1"/>
          </p:cNvSpPr>
          <p:nvPr>
            <p:ph type="dt" sz="half" idx="10"/>
          </p:nvPr>
        </p:nvSpPr>
        <p:spPr/>
        <p:txBody>
          <a:bodyPr/>
          <a:lstStyle/>
          <a:p>
            <a:fld id="{D36E510E-7675-4B9B-B9C4-765C646DF757}" type="datetimeFigureOut">
              <a:rPr lang="sk-SK" smtClean="0"/>
              <a:t>23.2.2026</a:t>
            </a:fld>
            <a:endParaRPr lang="sk-SK"/>
          </a:p>
        </p:txBody>
      </p:sp>
      <p:sp>
        <p:nvSpPr>
          <p:cNvPr id="4" name="Footer Placeholder 3"/>
          <p:cNvSpPr>
            <a:spLocks noGrp="1"/>
          </p:cNvSpPr>
          <p:nvPr>
            <p:ph type="ftr" sz="quarter" idx="11"/>
          </p:nvPr>
        </p:nvSpPr>
        <p:spPr/>
        <p:txBody>
          <a:bodyPr/>
          <a:lstStyle/>
          <a:p>
            <a:endParaRPr lang="sk-SK"/>
          </a:p>
        </p:txBody>
      </p:sp>
      <p:sp>
        <p:nvSpPr>
          <p:cNvPr id="5" name="Slide Number Placeholder 4"/>
          <p:cNvSpPr>
            <a:spLocks noGrp="1"/>
          </p:cNvSpPr>
          <p:nvPr>
            <p:ph type="sldNum" sz="quarter" idx="12"/>
          </p:nvPr>
        </p:nvSpPr>
        <p:spPr/>
        <p:txBody>
          <a:bodyPr/>
          <a:lstStyle/>
          <a:p>
            <a:fld id="{4DD9EA4A-04E3-41FF-80D3-D0C439A1E93E}" type="slidenum">
              <a:rPr lang="sk-SK" smtClean="0"/>
              <a:t>‹#›</a:t>
            </a:fld>
            <a:endParaRPr lang="sk-SK"/>
          </a:p>
        </p:txBody>
      </p:sp>
    </p:spTree>
    <p:extLst>
      <p:ext uri="{BB962C8B-B14F-4D97-AF65-F5344CB8AC3E}">
        <p14:creationId xmlns:p14="http://schemas.microsoft.com/office/powerpoint/2010/main" val="488363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36E510E-7675-4B9B-B9C4-765C646DF757}" type="datetimeFigureOut">
              <a:rPr lang="sk-SK" smtClean="0"/>
              <a:t>23.2.2026</a:t>
            </a:fld>
            <a:endParaRPr lang="sk-SK"/>
          </a:p>
        </p:txBody>
      </p:sp>
      <p:sp>
        <p:nvSpPr>
          <p:cNvPr id="3" name="Footer Placeholder 2"/>
          <p:cNvSpPr>
            <a:spLocks noGrp="1"/>
          </p:cNvSpPr>
          <p:nvPr>
            <p:ph type="ftr" sz="quarter" idx="11"/>
          </p:nvPr>
        </p:nvSpPr>
        <p:spPr/>
        <p:txBody>
          <a:bodyPr/>
          <a:lstStyle/>
          <a:p>
            <a:endParaRPr lang="sk-SK"/>
          </a:p>
        </p:txBody>
      </p:sp>
      <p:sp>
        <p:nvSpPr>
          <p:cNvPr id="4" name="Slide Number Placeholder 3"/>
          <p:cNvSpPr>
            <a:spLocks noGrp="1"/>
          </p:cNvSpPr>
          <p:nvPr>
            <p:ph type="sldNum" sz="quarter" idx="12"/>
          </p:nvPr>
        </p:nvSpPr>
        <p:spPr/>
        <p:txBody>
          <a:bodyPr/>
          <a:lstStyle/>
          <a:p>
            <a:fld id="{4DD9EA4A-04E3-41FF-80D3-D0C439A1E93E}" type="slidenum">
              <a:rPr lang="sk-SK" smtClean="0"/>
              <a:t>‹#›</a:t>
            </a:fld>
            <a:endParaRPr lang="sk-SK"/>
          </a:p>
        </p:txBody>
      </p:sp>
    </p:spTree>
    <p:extLst>
      <p:ext uri="{BB962C8B-B14F-4D97-AF65-F5344CB8AC3E}">
        <p14:creationId xmlns:p14="http://schemas.microsoft.com/office/powerpoint/2010/main" val="21088358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sk-SK"/>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k-SK"/>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36E510E-7675-4B9B-B9C4-765C646DF757}" type="datetimeFigureOut">
              <a:rPr lang="sk-SK" smtClean="0"/>
              <a:t>23.2.2026</a:t>
            </a:fld>
            <a:endParaRPr lang="sk-SK"/>
          </a:p>
        </p:txBody>
      </p:sp>
      <p:sp>
        <p:nvSpPr>
          <p:cNvPr id="6" name="Footer Placeholder 5"/>
          <p:cNvSpPr>
            <a:spLocks noGrp="1"/>
          </p:cNvSpPr>
          <p:nvPr>
            <p:ph type="ftr" sz="quarter" idx="11"/>
          </p:nvPr>
        </p:nvSpPr>
        <p:spPr/>
        <p:txBody>
          <a:bodyPr/>
          <a:lstStyle/>
          <a:p>
            <a:endParaRPr lang="sk-SK"/>
          </a:p>
        </p:txBody>
      </p:sp>
      <p:sp>
        <p:nvSpPr>
          <p:cNvPr id="7" name="Slide Number Placeholder 6"/>
          <p:cNvSpPr>
            <a:spLocks noGrp="1"/>
          </p:cNvSpPr>
          <p:nvPr>
            <p:ph type="sldNum" sz="quarter" idx="12"/>
          </p:nvPr>
        </p:nvSpPr>
        <p:spPr/>
        <p:txBody>
          <a:bodyPr/>
          <a:lstStyle/>
          <a:p>
            <a:fld id="{4DD9EA4A-04E3-41FF-80D3-D0C439A1E93E}" type="slidenum">
              <a:rPr lang="sk-SK" smtClean="0"/>
              <a:t>‹#›</a:t>
            </a:fld>
            <a:endParaRPr lang="sk-SK"/>
          </a:p>
        </p:txBody>
      </p:sp>
    </p:spTree>
    <p:extLst>
      <p:ext uri="{BB962C8B-B14F-4D97-AF65-F5344CB8AC3E}">
        <p14:creationId xmlns:p14="http://schemas.microsoft.com/office/powerpoint/2010/main" val="11027064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sk-SK"/>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sk-SK"/>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36E510E-7675-4B9B-B9C4-765C646DF757}" type="datetimeFigureOut">
              <a:rPr lang="sk-SK" smtClean="0"/>
              <a:t>23.2.2026</a:t>
            </a:fld>
            <a:endParaRPr lang="sk-SK"/>
          </a:p>
        </p:txBody>
      </p:sp>
      <p:sp>
        <p:nvSpPr>
          <p:cNvPr id="6" name="Footer Placeholder 5"/>
          <p:cNvSpPr>
            <a:spLocks noGrp="1"/>
          </p:cNvSpPr>
          <p:nvPr>
            <p:ph type="ftr" sz="quarter" idx="11"/>
          </p:nvPr>
        </p:nvSpPr>
        <p:spPr/>
        <p:txBody>
          <a:bodyPr/>
          <a:lstStyle/>
          <a:p>
            <a:endParaRPr lang="sk-SK"/>
          </a:p>
        </p:txBody>
      </p:sp>
      <p:sp>
        <p:nvSpPr>
          <p:cNvPr id="7" name="Slide Number Placeholder 6"/>
          <p:cNvSpPr>
            <a:spLocks noGrp="1"/>
          </p:cNvSpPr>
          <p:nvPr>
            <p:ph type="sldNum" sz="quarter" idx="12"/>
          </p:nvPr>
        </p:nvSpPr>
        <p:spPr/>
        <p:txBody>
          <a:bodyPr/>
          <a:lstStyle/>
          <a:p>
            <a:fld id="{4DD9EA4A-04E3-41FF-80D3-D0C439A1E93E}" type="slidenum">
              <a:rPr lang="sk-SK" smtClean="0"/>
              <a:t>‹#›</a:t>
            </a:fld>
            <a:endParaRPr lang="sk-SK"/>
          </a:p>
        </p:txBody>
      </p:sp>
    </p:spTree>
    <p:extLst>
      <p:ext uri="{BB962C8B-B14F-4D97-AF65-F5344CB8AC3E}">
        <p14:creationId xmlns:p14="http://schemas.microsoft.com/office/powerpoint/2010/main" val="23025074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sk-SK"/>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k-SK"/>
          </a:p>
        </p:txBody>
      </p:sp>
      <p:sp>
        <p:nvSpPr>
          <p:cNvPr id="4" name="Date Placeholder 3"/>
          <p:cNvSpPr>
            <a:spLocks noGrp="1"/>
          </p:cNvSpPr>
          <p:nvPr>
            <p:ph type="dt" sz="half" idx="10"/>
          </p:nvPr>
        </p:nvSpPr>
        <p:spPr/>
        <p:txBody>
          <a:bodyPr/>
          <a:lstStyle/>
          <a:p>
            <a:fld id="{D36E510E-7675-4B9B-B9C4-765C646DF757}" type="datetimeFigureOut">
              <a:rPr lang="sk-SK" smtClean="0"/>
              <a:t>23.2.2026</a:t>
            </a:fld>
            <a:endParaRPr lang="sk-SK"/>
          </a:p>
        </p:txBody>
      </p:sp>
      <p:sp>
        <p:nvSpPr>
          <p:cNvPr id="5" name="Footer Placeholder 4"/>
          <p:cNvSpPr>
            <a:spLocks noGrp="1"/>
          </p:cNvSpPr>
          <p:nvPr>
            <p:ph type="ftr" sz="quarter" idx="11"/>
          </p:nvPr>
        </p:nvSpPr>
        <p:spPr/>
        <p:txBody>
          <a:bodyPr/>
          <a:lstStyle/>
          <a:p>
            <a:endParaRPr lang="sk-SK"/>
          </a:p>
        </p:txBody>
      </p:sp>
      <p:sp>
        <p:nvSpPr>
          <p:cNvPr id="6" name="Slide Number Placeholder 5"/>
          <p:cNvSpPr>
            <a:spLocks noGrp="1"/>
          </p:cNvSpPr>
          <p:nvPr>
            <p:ph type="sldNum" sz="quarter" idx="12"/>
          </p:nvPr>
        </p:nvSpPr>
        <p:spPr/>
        <p:txBody>
          <a:bodyPr/>
          <a:lstStyle/>
          <a:p>
            <a:fld id="{4DD9EA4A-04E3-41FF-80D3-D0C439A1E93E}" type="slidenum">
              <a:rPr lang="sk-SK" smtClean="0"/>
              <a:t>‹#›</a:t>
            </a:fld>
            <a:endParaRPr lang="sk-SK"/>
          </a:p>
        </p:txBody>
      </p:sp>
    </p:spTree>
    <p:extLst>
      <p:ext uri="{BB962C8B-B14F-4D97-AF65-F5344CB8AC3E}">
        <p14:creationId xmlns:p14="http://schemas.microsoft.com/office/powerpoint/2010/main" val="21482704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sk-SK"/>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k-SK"/>
          </a:p>
        </p:txBody>
      </p:sp>
      <p:sp>
        <p:nvSpPr>
          <p:cNvPr id="4" name="Date Placeholder 3"/>
          <p:cNvSpPr>
            <a:spLocks noGrp="1"/>
          </p:cNvSpPr>
          <p:nvPr>
            <p:ph type="dt" sz="half" idx="10"/>
          </p:nvPr>
        </p:nvSpPr>
        <p:spPr/>
        <p:txBody>
          <a:bodyPr/>
          <a:lstStyle/>
          <a:p>
            <a:fld id="{D36E510E-7675-4B9B-B9C4-765C646DF757}" type="datetimeFigureOut">
              <a:rPr lang="sk-SK" smtClean="0"/>
              <a:t>23.2.2026</a:t>
            </a:fld>
            <a:endParaRPr lang="sk-SK"/>
          </a:p>
        </p:txBody>
      </p:sp>
      <p:sp>
        <p:nvSpPr>
          <p:cNvPr id="5" name="Footer Placeholder 4"/>
          <p:cNvSpPr>
            <a:spLocks noGrp="1"/>
          </p:cNvSpPr>
          <p:nvPr>
            <p:ph type="ftr" sz="quarter" idx="11"/>
          </p:nvPr>
        </p:nvSpPr>
        <p:spPr/>
        <p:txBody>
          <a:bodyPr/>
          <a:lstStyle/>
          <a:p>
            <a:endParaRPr lang="sk-SK"/>
          </a:p>
        </p:txBody>
      </p:sp>
      <p:sp>
        <p:nvSpPr>
          <p:cNvPr id="6" name="Slide Number Placeholder 5"/>
          <p:cNvSpPr>
            <a:spLocks noGrp="1"/>
          </p:cNvSpPr>
          <p:nvPr>
            <p:ph type="sldNum" sz="quarter" idx="12"/>
          </p:nvPr>
        </p:nvSpPr>
        <p:spPr/>
        <p:txBody>
          <a:bodyPr/>
          <a:lstStyle/>
          <a:p>
            <a:fld id="{4DD9EA4A-04E3-41FF-80D3-D0C439A1E93E}" type="slidenum">
              <a:rPr lang="sk-SK" smtClean="0"/>
              <a:t>‹#›</a:t>
            </a:fld>
            <a:endParaRPr lang="sk-SK"/>
          </a:p>
        </p:txBody>
      </p:sp>
    </p:spTree>
    <p:extLst>
      <p:ext uri="{BB962C8B-B14F-4D97-AF65-F5344CB8AC3E}">
        <p14:creationId xmlns:p14="http://schemas.microsoft.com/office/powerpoint/2010/main" val="15932594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sk-SK"/>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k-SK"/>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36E510E-7675-4B9B-B9C4-765C646DF757}" type="datetimeFigureOut">
              <a:rPr lang="sk-SK" smtClean="0"/>
              <a:t>23.2.2026</a:t>
            </a:fld>
            <a:endParaRPr lang="sk-SK"/>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sk-SK"/>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DD9EA4A-04E3-41FF-80D3-D0C439A1E93E}" type="slidenum">
              <a:rPr lang="sk-SK" smtClean="0"/>
              <a:t>‹#›</a:t>
            </a:fld>
            <a:endParaRPr lang="sk-SK"/>
          </a:p>
        </p:txBody>
      </p:sp>
    </p:spTree>
    <p:extLst>
      <p:ext uri="{BB962C8B-B14F-4D97-AF65-F5344CB8AC3E}">
        <p14:creationId xmlns:p14="http://schemas.microsoft.com/office/powerpoint/2010/main" val="19266030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k-S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4.xml"/><Relationship Id="rId1" Type="http://schemas.openxmlformats.org/officeDocument/2006/relationships/slideLayout" Target="../slideLayouts/slideLayout6.xml"/><Relationship Id="rId4" Type="http://schemas.openxmlformats.org/officeDocument/2006/relationships/image" Target="../media/image8.jpe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30.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46.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4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ctrTitle"/>
          </p:nvPr>
        </p:nvSpPr>
        <p:spPr/>
        <p:txBody>
          <a:bodyPr/>
          <a:lstStyle/>
          <a:p>
            <a:r>
              <a:rPr lang="sk-SK" dirty="0"/>
              <a:t>Správa virtuálnej pamäti</a:t>
            </a:r>
          </a:p>
        </p:txBody>
      </p:sp>
      <p:sp>
        <p:nvSpPr>
          <p:cNvPr id="10243" name="Rectangle 3"/>
          <p:cNvSpPr>
            <a:spLocks noGrp="1" noChangeArrowheads="1"/>
          </p:cNvSpPr>
          <p:nvPr>
            <p:ph type="subTitle" idx="1"/>
          </p:nvPr>
        </p:nvSpPr>
        <p:spPr/>
        <p:txBody>
          <a:bodyPr vert="horz" lIns="91440" tIns="45720" rIns="91440" bIns="45720" rtlCol="0" anchor="t">
            <a:normAutofit lnSpcReduction="10000"/>
          </a:bodyPr>
          <a:lstStyle/>
          <a:p>
            <a:r>
              <a:rPr lang="sk-SK"/>
              <a:t>doc. Ing. Július BARÁTH, PhD.</a:t>
            </a:r>
          </a:p>
          <a:p>
            <a:r>
              <a:rPr lang="sk-SK"/>
              <a:t>Katedra Informatiky</a:t>
            </a:r>
          </a:p>
          <a:p>
            <a:r>
              <a:rPr lang="sk-SK"/>
              <a:t>Akadémia ozbrojených síl,</a:t>
            </a:r>
          </a:p>
          <a:p>
            <a:r>
              <a:rPr lang="sk-SK"/>
              <a:t>e-mail: julius.barath@aos.sk</a:t>
            </a:r>
          </a:p>
          <a:p>
            <a:endParaRPr lang="sk-SK"/>
          </a:p>
        </p:txBody>
      </p:sp>
    </p:spTree>
    <p:extLst>
      <p:ext uri="{BB962C8B-B14F-4D97-AF65-F5344CB8AC3E}">
        <p14:creationId xmlns:p14="http://schemas.microsoft.com/office/powerpoint/2010/main" val="13314179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2">
            <a:extLst>
              <a:ext uri="{FF2B5EF4-FFF2-40B4-BE49-F238E27FC236}">
                <a16:creationId xmlns:a16="http://schemas.microsoft.com/office/drawing/2014/main" id="{7A44A284-303F-CE42-BD53-62A50E733915}"/>
              </a:ext>
            </a:extLst>
          </p:cNvPr>
          <p:cNvSpPr>
            <a:spLocks noGrp="1" noChangeArrowheads="1"/>
          </p:cNvSpPr>
          <p:nvPr>
            <p:ph type="title"/>
          </p:nvPr>
        </p:nvSpPr>
        <p:spPr/>
        <p:txBody>
          <a:bodyPr/>
          <a:lstStyle/>
          <a:p>
            <a:r>
              <a:rPr lang="en-US" altLang="sk-SK"/>
              <a:t>Background</a:t>
            </a:r>
          </a:p>
        </p:txBody>
      </p:sp>
      <p:sp>
        <p:nvSpPr>
          <p:cNvPr id="11266" name="Rectangle 3">
            <a:extLst>
              <a:ext uri="{FF2B5EF4-FFF2-40B4-BE49-F238E27FC236}">
                <a16:creationId xmlns:a16="http://schemas.microsoft.com/office/drawing/2014/main" id="{68B4477E-4296-8247-AB13-02D1BC889ACD}"/>
              </a:ext>
            </a:extLst>
          </p:cNvPr>
          <p:cNvSpPr>
            <a:spLocks noGrp="1" noChangeArrowheads="1"/>
          </p:cNvSpPr>
          <p:nvPr>
            <p:ph type="body" idx="1"/>
          </p:nvPr>
        </p:nvSpPr>
        <p:spPr/>
        <p:txBody>
          <a:bodyPr>
            <a:normAutofit fontScale="92500" lnSpcReduction="20000"/>
          </a:bodyPr>
          <a:lstStyle/>
          <a:p>
            <a:r>
              <a:rPr lang="en-US" altLang="sk-SK"/>
              <a:t>Code needs to be in memory to execute, but entire program rarely used</a:t>
            </a:r>
          </a:p>
          <a:p>
            <a:pPr lvl="1"/>
            <a:r>
              <a:rPr lang="en-US" altLang="sk-SK"/>
              <a:t>Error code, unusual routines, large data structures</a:t>
            </a:r>
          </a:p>
          <a:p>
            <a:pPr lvl="1"/>
            <a:endParaRPr lang="en-US" altLang="sk-SK"/>
          </a:p>
          <a:p>
            <a:r>
              <a:rPr lang="en-US" altLang="sk-SK"/>
              <a:t>Entire program code not needed at same time</a:t>
            </a:r>
          </a:p>
          <a:p>
            <a:endParaRPr lang="en-US" altLang="sk-SK"/>
          </a:p>
          <a:p>
            <a:r>
              <a:rPr lang="en-US" altLang="sk-SK"/>
              <a:t>Consider ability to execute partially-loaded program</a:t>
            </a:r>
          </a:p>
          <a:p>
            <a:pPr lvl="1"/>
            <a:r>
              <a:rPr lang="en-US" altLang="sk-SK"/>
              <a:t>Program no longer constrained by limits of physical memory</a:t>
            </a:r>
          </a:p>
          <a:p>
            <a:pPr lvl="1"/>
            <a:r>
              <a:rPr lang="en-US" altLang="sk-SK"/>
              <a:t>Each program takes less memory while running -&gt; more programs run at the same time</a:t>
            </a:r>
          </a:p>
          <a:p>
            <a:pPr lvl="2"/>
            <a:r>
              <a:rPr lang="en-US" altLang="sk-SK"/>
              <a:t>Increased CPU utilization and throughput with no increase in response time or turnaround time</a:t>
            </a:r>
          </a:p>
          <a:p>
            <a:pPr lvl="1"/>
            <a:r>
              <a:rPr lang="en-US" altLang="sk-SK"/>
              <a:t>Less I/O needed to load or swap programs into memory -&gt; each user program runs faster</a:t>
            </a:r>
          </a:p>
          <a:p>
            <a:pPr lvl="1"/>
            <a:endParaRPr lang="en-US" altLang="sk-SK"/>
          </a:p>
        </p:txBody>
      </p:sp>
    </p:spTree>
    <p:extLst>
      <p:ext uri="{BB962C8B-B14F-4D97-AF65-F5344CB8AC3E}">
        <p14:creationId xmlns:p14="http://schemas.microsoft.com/office/powerpoint/2010/main" val="42040661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a:extLst>
              <a:ext uri="{FF2B5EF4-FFF2-40B4-BE49-F238E27FC236}">
                <a16:creationId xmlns:a16="http://schemas.microsoft.com/office/drawing/2014/main" id="{F97F1BB7-5213-9247-BF5F-9E85A091E698}"/>
              </a:ext>
            </a:extLst>
          </p:cNvPr>
          <p:cNvSpPr>
            <a:spLocks noGrp="1" noChangeArrowheads="1"/>
          </p:cNvSpPr>
          <p:nvPr>
            <p:ph type="title"/>
          </p:nvPr>
        </p:nvSpPr>
        <p:spPr/>
        <p:txBody>
          <a:bodyPr/>
          <a:lstStyle/>
          <a:p>
            <a:r>
              <a:rPr lang="en-US" altLang="sk-SK"/>
              <a:t>Background</a:t>
            </a:r>
          </a:p>
        </p:txBody>
      </p:sp>
      <p:sp>
        <p:nvSpPr>
          <p:cNvPr id="13314" name="Rectangle 3">
            <a:extLst>
              <a:ext uri="{FF2B5EF4-FFF2-40B4-BE49-F238E27FC236}">
                <a16:creationId xmlns:a16="http://schemas.microsoft.com/office/drawing/2014/main" id="{A9071F5B-C1C8-E742-8435-7AB039A67473}"/>
              </a:ext>
            </a:extLst>
          </p:cNvPr>
          <p:cNvSpPr>
            <a:spLocks noGrp="1" noChangeArrowheads="1"/>
          </p:cNvSpPr>
          <p:nvPr>
            <p:ph type="body" idx="1"/>
          </p:nvPr>
        </p:nvSpPr>
        <p:spPr/>
        <p:txBody>
          <a:bodyPr>
            <a:normAutofit fontScale="70000" lnSpcReduction="20000"/>
          </a:bodyPr>
          <a:lstStyle/>
          <a:p>
            <a:r>
              <a:rPr lang="en-US" altLang="sk-SK" dirty="0"/>
              <a:t>Virtual memory – separation of user logical memory from physical memory</a:t>
            </a:r>
          </a:p>
          <a:p>
            <a:pPr lvl="1"/>
            <a:r>
              <a:rPr lang="en-US" altLang="sk-SK" dirty="0"/>
              <a:t>Only part of the program needs to be in memory for execution</a:t>
            </a:r>
          </a:p>
          <a:p>
            <a:pPr lvl="1"/>
            <a:r>
              <a:rPr lang="en-US" altLang="sk-SK" dirty="0"/>
              <a:t>Logical address space can therefore be much larger than physical address space</a:t>
            </a:r>
          </a:p>
          <a:p>
            <a:pPr lvl="1"/>
            <a:r>
              <a:rPr lang="en-US" altLang="sk-SK" dirty="0"/>
              <a:t>Allows address spaces to be shared by several processes</a:t>
            </a:r>
          </a:p>
          <a:p>
            <a:pPr lvl="1"/>
            <a:r>
              <a:rPr lang="en-US" altLang="sk-SK" dirty="0"/>
              <a:t>Allows for more efficient process creation</a:t>
            </a:r>
          </a:p>
          <a:p>
            <a:pPr lvl="1"/>
            <a:r>
              <a:rPr lang="en-US" altLang="sk-SK" dirty="0"/>
              <a:t>More programs running concurrently</a:t>
            </a:r>
          </a:p>
          <a:p>
            <a:pPr lvl="1"/>
            <a:r>
              <a:rPr lang="en-US" altLang="sk-SK" dirty="0"/>
              <a:t>Less I/O needed to load or swap processes</a:t>
            </a:r>
            <a:br>
              <a:rPr lang="en-US" altLang="sk-SK" dirty="0"/>
            </a:br>
            <a:endParaRPr lang="en-US" altLang="sk-SK" dirty="0"/>
          </a:p>
          <a:p>
            <a:r>
              <a:rPr lang="en-US" altLang="sk-SK" dirty="0"/>
              <a:t>Virtual address space – logical view of how process is stored in memory</a:t>
            </a:r>
          </a:p>
          <a:p>
            <a:pPr lvl="1"/>
            <a:r>
              <a:rPr lang="en-US" altLang="sk-SK" dirty="0"/>
              <a:t>Usually start at address 0, contiguous addresses until end of space</a:t>
            </a:r>
          </a:p>
          <a:p>
            <a:pPr lvl="1"/>
            <a:r>
              <a:rPr lang="en-US" altLang="sk-SK" dirty="0"/>
              <a:t>Meanwhile, physical memory organized in page frames</a:t>
            </a:r>
          </a:p>
          <a:p>
            <a:pPr lvl="1"/>
            <a:r>
              <a:rPr lang="en-US" altLang="sk-SK" dirty="0"/>
              <a:t>MMU must map logical to physical</a:t>
            </a:r>
          </a:p>
          <a:p>
            <a:pPr lvl="1"/>
            <a:endParaRPr lang="en-US" altLang="sk-SK" dirty="0"/>
          </a:p>
          <a:p>
            <a:r>
              <a:rPr lang="en-US" altLang="sk-SK" dirty="0"/>
              <a:t>Virtual memory can be implemented via:</a:t>
            </a:r>
          </a:p>
          <a:p>
            <a:pPr lvl="1"/>
            <a:r>
              <a:rPr lang="en-US" altLang="sk-SK" dirty="0"/>
              <a:t>Demand paging (</a:t>
            </a:r>
            <a:r>
              <a:rPr lang="en-US" altLang="sk-SK" dirty="0" err="1"/>
              <a:t>stránkovanie</a:t>
            </a:r>
            <a:r>
              <a:rPr lang="en-US" altLang="sk-SK" dirty="0"/>
              <a:t> </a:t>
            </a:r>
            <a:r>
              <a:rPr lang="en-US" altLang="sk-SK" dirty="0" err="1"/>
              <a:t>na</a:t>
            </a:r>
            <a:r>
              <a:rPr lang="en-US" altLang="sk-SK" dirty="0"/>
              <a:t> </a:t>
            </a:r>
            <a:r>
              <a:rPr lang="en-US" altLang="sk-SK" dirty="0" err="1"/>
              <a:t>žiadosť</a:t>
            </a:r>
            <a:r>
              <a:rPr lang="en-US" altLang="sk-SK" dirty="0"/>
              <a:t>)</a:t>
            </a:r>
          </a:p>
          <a:p>
            <a:pPr lvl="1"/>
            <a:r>
              <a:rPr lang="en-US" altLang="sk-SK" dirty="0"/>
              <a:t>Demand segmentation (</a:t>
            </a:r>
            <a:r>
              <a:rPr lang="en-US" altLang="sk-SK" dirty="0" err="1"/>
              <a:t>segmentácia</a:t>
            </a:r>
            <a:r>
              <a:rPr lang="en-US" altLang="sk-SK" dirty="0"/>
              <a:t> </a:t>
            </a:r>
            <a:r>
              <a:rPr lang="en-US" altLang="sk-SK" dirty="0" err="1"/>
              <a:t>na</a:t>
            </a:r>
            <a:r>
              <a:rPr lang="en-US" altLang="sk-SK" dirty="0"/>
              <a:t> </a:t>
            </a:r>
            <a:r>
              <a:rPr lang="en-US" altLang="sk-SK" dirty="0" err="1"/>
              <a:t>žiadosť</a:t>
            </a:r>
            <a:r>
              <a:rPr lang="en-US" altLang="sk-SK" dirty="0"/>
              <a:t>)</a:t>
            </a:r>
          </a:p>
        </p:txBody>
      </p:sp>
    </p:spTree>
    <p:extLst>
      <p:ext uri="{BB962C8B-B14F-4D97-AF65-F5344CB8AC3E}">
        <p14:creationId xmlns:p14="http://schemas.microsoft.com/office/powerpoint/2010/main" val="22795377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BEEE1BCE-98DD-124B-ABFF-74CFAFE84AA4}"/>
              </a:ext>
            </a:extLst>
          </p:cNvPr>
          <p:cNvSpPr>
            <a:spLocks noGrp="1" noChangeArrowheads="1"/>
          </p:cNvSpPr>
          <p:nvPr>
            <p:ph type="title"/>
          </p:nvPr>
        </p:nvSpPr>
        <p:spPr/>
        <p:txBody>
          <a:bodyPr/>
          <a:lstStyle/>
          <a:p>
            <a:r>
              <a:rPr lang="en-US" altLang="sk-SK"/>
              <a:t>Virtual Memory That is </a:t>
            </a:r>
            <a:br>
              <a:rPr lang="en-US" altLang="sk-SK"/>
            </a:br>
            <a:r>
              <a:rPr lang="en-US" altLang="sk-SK"/>
              <a:t>Larger Than Physical Memory</a:t>
            </a:r>
          </a:p>
        </p:txBody>
      </p:sp>
      <p:pic>
        <p:nvPicPr>
          <p:cNvPr id="15362" name="Picture 5" descr="9">
            <a:extLst>
              <a:ext uri="{FF2B5EF4-FFF2-40B4-BE49-F238E27FC236}">
                <a16:creationId xmlns:a16="http://schemas.microsoft.com/office/drawing/2014/main" id="{96F8128B-4F09-A549-A8F2-63BC55B790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3218" y="1690688"/>
            <a:ext cx="6405563" cy="451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899925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a:extLst>
              <a:ext uri="{FF2B5EF4-FFF2-40B4-BE49-F238E27FC236}">
                <a16:creationId xmlns:a16="http://schemas.microsoft.com/office/drawing/2014/main" id="{E1F49789-3C93-4C47-ABF1-639507C1167D}"/>
              </a:ext>
            </a:extLst>
          </p:cNvPr>
          <p:cNvSpPr>
            <a:spLocks noGrp="1" noChangeArrowheads="1"/>
          </p:cNvSpPr>
          <p:nvPr>
            <p:ph type="title"/>
          </p:nvPr>
        </p:nvSpPr>
        <p:spPr/>
        <p:txBody>
          <a:bodyPr/>
          <a:lstStyle/>
          <a:p>
            <a:r>
              <a:rPr lang="en-US" altLang="sk-SK"/>
              <a:t>Virtual-address Space</a:t>
            </a:r>
          </a:p>
        </p:txBody>
      </p:sp>
      <p:sp>
        <p:nvSpPr>
          <p:cNvPr id="3" name="Zástupný objekt pre obsah 2">
            <a:extLst>
              <a:ext uri="{FF2B5EF4-FFF2-40B4-BE49-F238E27FC236}">
                <a16:creationId xmlns:a16="http://schemas.microsoft.com/office/drawing/2014/main" id="{98C2D97F-A832-604B-A137-EC1B32090A7E}"/>
              </a:ext>
            </a:extLst>
          </p:cNvPr>
          <p:cNvSpPr>
            <a:spLocks noGrp="1"/>
          </p:cNvSpPr>
          <p:nvPr>
            <p:ph sz="half" idx="1"/>
          </p:nvPr>
        </p:nvSpPr>
        <p:spPr>
          <a:xfrm>
            <a:off x="358657" y="1825625"/>
            <a:ext cx="4663314" cy="4351338"/>
          </a:xfrm>
        </p:spPr>
        <p:txBody>
          <a:bodyPr>
            <a:normAutofit fontScale="70000" lnSpcReduction="20000"/>
          </a:bodyPr>
          <a:lstStyle/>
          <a:p>
            <a:r>
              <a:rPr lang="en-US" altLang="sk-SK"/>
              <a:t>Usually design logical address space for </a:t>
            </a:r>
            <a:r>
              <a:rPr lang="en-US" altLang="sk-SK" b="1"/>
              <a:t>stack</a:t>
            </a:r>
            <a:r>
              <a:rPr lang="en-US" altLang="sk-SK"/>
              <a:t> to start at Max logical address and grow </a:t>
            </a:r>
            <a:r>
              <a:rPr lang="en-US" altLang="en-US"/>
              <a:t>“</a:t>
            </a:r>
            <a:r>
              <a:rPr lang="en-US" altLang="sk-SK"/>
              <a:t>down</a:t>
            </a:r>
            <a:r>
              <a:rPr lang="en-US" altLang="en-US"/>
              <a:t>”</a:t>
            </a:r>
            <a:r>
              <a:rPr lang="en-US" altLang="sk-SK"/>
              <a:t> while </a:t>
            </a:r>
            <a:r>
              <a:rPr lang="en-US" altLang="sk-SK" b="1"/>
              <a:t>heap</a:t>
            </a:r>
            <a:r>
              <a:rPr lang="en-US" altLang="sk-SK"/>
              <a:t> grows </a:t>
            </a:r>
            <a:r>
              <a:rPr lang="en-US" altLang="en-US"/>
              <a:t>“</a:t>
            </a:r>
            <a:r>
              <a:rPr lang="en-US" altLang="sk-SK"/>
              <a:t>up</a:t>
            </a:r>
            <a:r>
              <a:rPr lang="en-US" altLang="en-US"/>
              <a:t>”</a:t>
            </a:r>
            <a:endParaRPr lang="en-US" altLang="sk-SK"/>
          </a:p>
          <a:p>
            <a:pPr lvl="1"/>
            <a:r>
              <a:rPr lang="en-US" altLang="sk-SK"/>
              <a:t>Maximizes address space use</a:t>
            </a:r>
          </a:p>
          <a:p>
            <a:pPr lvl="1"/>
            <a:r>
              <a:rPr lang="en-US" altLang="sk-SK"/>
              <a:t>Unused address space between the two is hole</a:t>
            </a:r>
          </a:p>
          <a:p>
            <a:pPr lvl="2"/>
            <a:r>
              <a:rPr lang="en-US" altLang="sk-SK"/>
              <a:t>No physical memory needed until heap or stack grows to a given new page</a:t>
            </a:r>
          </a:p>
          <a:p>
            <a:r>
              <a:rPr lang="en-US" altLang="sk-SK"/>
              <a:t>Enables </a:t>
            </a:r>
            <a:r>
              <a:rPr lang="en-US" altLang="sk-SK">
                <a:solidFill>
                  <a:srgbClr val="0070C0"/>
                </a:solidFill>
              </a:rPr>
              <a:t>sparse</a:t>
            </a:r>
            <a:r>
              <a:rPr lang="en-US" altLang="sk-SK"/>
              <a:t> address spaces with holes left for growth, dynamically linked libraries, </a:t>
            </a:r>
            <a:r>
              <a:rPr lang="en-US" altLang="sk-SK" err="1"/>
              <a:t>etc</a:t>
            </a:r>
            <a:endParaRPr lang="en-US" altLang="sk-SK"/>
          </a:p>
          <a:p>
            <a:r>
              <a:rPr lang="en-US" altLang="sk-SK" b="1"/>
              <a:t>System libraries </a:t>
            </a:r>
            <a:r>
              <a:rPr lang="en-US" altLang="sk-SK"/>
              <a:t>shared via mapping into virtual address space</a:t>
            </a:r>
          </a:p>
          <a:p>
            <a:r>
              <a:rPr lang="en-US" altLang="sk-SK" b="1"/>
              <a:t>Shared memory </a:t>
            </a:r>
            <a:r>
              <a:rPr lang="en-US" altLang="sk-SK"/>
              <a:t>by mapping pages read-write into virtual address space</a:t>
            </a:r>
          </a:p>
          <a:p>
            <a:r>
              <a:rPr lang="en-US" altLang="sk-SK"/>
              <a:t>Pages can be shared during fork(), speeding process creation</a:t>
            </a:r>
          </a:p>
          <a:p>
            <a:pPr lvl="1"/>
            <a:endParaRPr lang="en-US" altLang="sk-SK"/>
          </a:p>
          <a:p>
            <a:endParaRPr lang="en-US"/>
          </a:p>
        </p:txBody>
      </p:sp>
      <p:pic>
        <p:nvPicPr>
          <p:cNvPr id="8" name="Picture 5">
            <a:extLst>
              <a:ext uri="{FF2B5EF4-FFF2-40B4-BE49-F238E27FC236}">
                <a16:creationId xmlns:a16="http://schemas.microsoft.com/office/drawing/2014/main" id="{8AFA44F0-84AA-AE4F-A3E1-65944CABF12F}"/>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5021971" y="1825625"/>
            <a:ext cx="1964145" cy="4351338"/>
          </a:xfrm>
        </p:spPr>
      </p:pic>
      <p:sp>
        <p:nvSpPr>
          <p:cNvPr id="4" name="Rectangle 3">
            <a:extLst>
              <a:ext uri="{FF2B5EF4-FFF2-40B4-BE49-F238E27FC236}">
                <a16:creationId xmlns:a16="http://schemas.microsoft.com/office/drawing/2014/main" id="{59C45783-C2FD-274E-957E-98E64832DF92}"/>
              </a:ext>
            </a:extLst>
          </p:cNvPr>
          <p:cNvSpPr txBox="1">
            <a:spLocks noChangeArrowheads="1"/>
          </p:cNvSpPr>
          <p:nvPr/>
        </p:nvSpPr>
        <p:spPr>
          <a:xfrm>
            <a:off x="1865710" y="1233487"/>
            <a:ext cx="4818459" cy="4530329"/>
          </a:xfrm>
          <a:prstGeom prst="rect">
            <a:avLst/>
          </a:prstGeom>
        </p:spPr>
        <p:txBody>
          <a:bodyPr/>
          <a:lstStyle>
            <a:lvl1pPr marL="488950" indent="-488950">
              <a:defRPr sz="2400">
                <a:solidFill>
                  <a:schemeClr val="tx1"/>
                </a:solidFill>
                <a:latin typeface="Verdana" panose="020B0604030504040204" pitchFamily="34" charset="0"/>
                <a:ea typeface="ＭＳ Ｐゴシック" panose="020B0600070205080204" pitchFamily="34" charset="-128"/>
              </a:defRPr>
            </a:lvl1pPr>
            <a:lvl2pPr marL="1060450" indent="-407988">
              <a:defRPr sz="2400">
                <a:solidFill>
                  <a:schemeClr val="tx1"/>
                </a:solidFill>
                <a:latin typeface="Verdana" panose="020B0604030504040204" pitchFamily="34" charset="0"/>
                <a:ea typeface="ＭＳ Ｐゴシック" panose="020B0600070205080204" pitchFamily="34" charset="-128"/>
              </a:defRPr>
            </a:lvl2pPr>
            <a:lvl3pPr marL="1550988" indent="-325438">
              <a:defRPr sz="2400">
                <a:solidFill>
                  <a:schemeClr val="tx1"/>
                </a:solidFill>
                <a:latin typeface="Verdana" panose="020B0604030504040204" pitchFamily="34" charset="0"/>
                <a:ea typeface="ＭＳ Ｐゴシック" panose="020B0600070205080204" pitchFamily="34" charset="-128"/>
              </a:defRPr>
            </a:lvl3pPr>
            <a:lvl4pPr marL="1600200" indent="-228600">
              <a:defRPr sz="2400">
                <a:solidFill>
                  <a:schemeClr val="tx1"/>
                </a:solidFill>
                <a:latin typeface="Verdana" panose="020B0604030504040204" pitchFamily="34" charset="0"/>
                <a:ea typeface="ＭＳ Ｐゴシック" panose="020B0600070205080204" pitchFamily="34" charset="-128"/>
              </a:defRPr>
            </a:lvl4pPr>
            <a:lvl5pPr marL="2057400" indent="-228600">
              <a:defRPr sz="2400">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pPr lvl="1">
              <a:spcBef>
                <a:spcPct val="35000"/>
              </a:spcBef>
              <a:buClr>
                <a:srgbClr val="CC6600"/>
              </a:buClr>
              <a:buSzPct val="80000"/>
              <a:buFont typeface="Monotype Sorts" pitchFamily="2" charset="2"/>
              <a:buNone/>
            </a:pPr>
            <a:endParaRPr kumimoji="1" lang="en-US" altLang="sk-SK" sz="1350">
              <a:latin typeface="Helvetica" pitchFamily="2" charset="0"/>
            </a:endParaRPr>
          </a:p>
        </p:txBody>
      </p:sp>
      <p:pic>
        <p:nvPicPr>
          <p:cNvPr id="6" name="Picture 6">
            <a:extLst>
              <a:ext uri="{FF2B5EF4-FFF2-40B4-BE49-F238E27FC236}">
                <a16:creationId xmlns:a16="http://schemas.microsoft.com/office/drawing/2014/main" id="{BDC01D5E-DD15-4DE2-8D02-0F57B80F357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87282" y="2887980"/>
            <a:ext cx="4778534" cy="2804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213294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a:extLst>
              <a:ext uri="{FF2B5EF4-FFF2-40B4-BE49-F238E27FC236}">
                <a16:creationId xmlns:a16="http://schemas.microsoft.com/office/drawing/2014/main" id="{4AF55B30-AB45-3842-AD41-8906BDB0162A}"/>
              </a:ext>
            </a:extLst>
          </p:cNvPr>
          <p:cNvSpPr>
            <a:spLocks noGrp="1" noChangeArrowheads="1"/>
          </p:cNvSpPr>
          <p:nvPr>
            <p:ph type="title"/>
          </p:nvPr>
        </p:nvSpPr>
        <p:spPr/>
        <p:txBody>
          <a:bodyPr/>
          <a:lstStyle/>
          <a:p>
            <a:r>
              <a:rPr lang="en-US" altLang="sk-SK"/>
              <a:t>Demand Paging </a:t>
            </a:r>
            <a:r>
              <a:rPr lang="en-US" altLang="sk-SK" sz="1800"/>
              <a:t>(</a:t>
            </a:r>
            <a:r>
              <a:rPr lang="en-US" altLang="sk-SK" sz="1800" err="1"/>
              <a:t>stránkovanie</a:t>
            </a:r>
            <a:r>
              <a:rPr lang="en-US" altLang="sk-SK" sz="1800"/>
              <a:t> </a:t>
            </a:r>
            <a:r>
              <a:rPr lang="en-US" altLang="sk-SK" sz="1800" err="1"/>
              <a:t>na</a:t>
            </a:r>
            <a:r>
              <a:rPr lang="en-US" altLang="sk-SK" sz="1800"/>
              <a:t> </a:t>
            </a:r>
            <a:r>
              <a:rPr lang="en-US" altLang="sk-SK" sz="1800" err="1"/>
              <a:t>žiadosť</a:t>
            </a:r>
            <a:r>
              <a:rPr lang="en-US" altLang="sk-SK" sz="1800"/>
              <a:t>)</a:t>
            </a:r>
            <a:endParaRPr lang="en-US" altLang="sk-SK"/>
          </a:p>
        </p:txBody>
      </p:sp>
      <p:sp>
        <p:nvSpPr>
          <p:cNvPr id="4" name="Zástupný objekt pre obsah 3">
            <a:extLst>
              <a:ext uri="{FF2B5EF4-FFF2-40B4-BE49-F238E27FC236}">
                <a16:creationId xmlns:a16="http://schemas.microsoft.com/office/drawing/2014/main" id="{1B866889-B333-0E43-B912-54DA752283AF}"/>
              </a:ext>
            </a:extLst>
          </p:cNvPr>
          <p:cNvSpPr>
            <a:spLocks noGrp="1"/>
          </p:cNvSpPr>
          <p:nvPr>
            <p:ph sz="half" idx="1"/>
          </p:nvPr>
        </p:nvSpPr>
        <p:spPr/>
        <p:txBody>
          <a:bodyPr>
            <a:normAutofit fontScale="70000" lnSpcReduction="20000"/>
          </a:bodyPr>
          <a:lstStyle/>
          <a:p>
            <a:r>
              <a:rPr lang="en-US" altLang="sk-SK" dirty="0"/>
              <a:t>Could bring entire process into memory at load time</a:t>
            </a:r>
          </a:p>
          <a:p>
            <a:r>
              <a:rPr lang="en-US" altLang="sk-SK" dirty="0"/>
              <a:t>Or bring a page into memory only when it is needed</a:t>
            </a:r>
          </a:p>
          <a:p>
            <a:pPr lvl="1"/>
            <a:r>
              <a:rPr lang="en-US" altLang="sk-SK" dirty="0"/>
              <a:t>Less I/O needed, no unnecessary I/O</a:t>
            </a:r>
          </a:p>
          <a:p>
            <a:pPr lvl="1"/>
            <a:r>
              <a:rPr lang="en-US" altLang="sk-SK" dirty="0"/>
              <a:t>Less memory needed </a:t>
            </a:r>
          </a:p>
          <a:p>
            <a:pPr lvl="1"/>
            <a:r>
              <a:rPr lang="en-US" altLang="sk-SK" dirty="0"/>
              <a:t>Faster response</a:t>
            </a:r>
          </a:p>
          <a:p>
            <a:pPr lvl="1"/>
            <a:r>
              <a:rPr lang="en-US" altLang="sk-SK" dirty="0"/>
              <a:t>More users</a:t>
            </a:r>
          </a:p>
          <a:p>
            <a:r>
              <a:rPr lang="en-US" altLang="sk-SK" dirty="0"/>
              <a:t>Similar to paging system with swapping (diagram on right)</a:t>
            </a:r>
          </a:p>
          <a:p>
            <a:r>
              <a:rPr lang="en-US" altLang="sk-SK" dirty="0"/>
              <a:t>Page is needed </a:t>
            </a:r>
            <a:r>
              <a:rPr lang="en-US" altLang="sk-SK" dirty="0">
                <a:sym typeface="Symbol" pitchFamily="2" charset="2"/>
              </a:rPr>
              <a:t> reference to it</a:t>
            </a:r>
          </a:p>
          <a:p>
            <a:pPr lvl="1"/>
            <a:r>
              <a:rPr lang="en-US" altLang="sk-SK" dirty="0"/>
              <a:t>invalid reference </a:t>
            </a:r>
            <a:r>
              <a:rPr lang="en-US" altLang="sk-SK" dirty="0">
                <a:sym typeface="Symbol" pitchFamily="2" charset="2"/>
              </a:rPr>
              <a:t> abort</a:t>
            </a:r>
          </a:p>
          <a:p>
            <a:pPr lvl="1"/>
            <a:r>
              <a:rPr lang="en-US" altLang="sk-SK" dirty="0">
                <a:sym typeface="Symbol" pitchFamily="2" charset="2"/>
              </a:rPr>
              <a:t>not-in-memory  bring to memory</a:t>
            </a:r>
          </a:p>
          <a:p>
            <a:r>
              <a:rPr lang="en-US" altLang="sk-SK" dirty="0">
                <a:solidFill>
                  <a:srgbClr val="0070C0"/>
                </a:solidFill>
                <a:sym typeface="Symbol" pitchFamily="2" charset="2"/>
              </a:rPr>
              <a:t>Lazy swapper </a:t>
            </a:r>
            <a:r>
              <a:rPr lang="en-US" altLang="sk-SK" dirty="0">
                <a:sym typeface="Symbol" pitchFamily="2" charset="2"/>
              </a:rPr>
              <a:t>– never swaps a page into memory unless page will be needed</a:t>
            </a:r>
          </a:p>
          <a:p>
            <a:pPr lvl="1"/>
            <a:r>
              <a:rPr lang="en-US" altLang="sk-SK" dirty="0">
                <a:sym typeface="Symbol" pitchFamily="2" charset="2"/>
              </a:rPr>
              <a:t>Swapper that deals with pages is a </a:t>
            </a:r>
            <a:r>
              <a:rPr lang="en-US" altLang="sk-SK" dirty="0">
                <a:solidFill>
                  <a:srgbClr val="0070C0"/>
                </a:solidFill>
                <a:sym typeface="Symbol" pitchFamily="2" charset="2"/>
              </a:rPr>
              <a:t>pager</a:t>
            </a:r>
          </a:p>
          <a:p>
            <a:pPr marL="0" indent="0">
              <a:buNone/>
            </a:pPr>
            <a:endParaRPr lang="en-US" dirty="0"/>
          </a:p>
        </p:txBody>
      </p:sp>
      <p:pic>
        <p:nvPicPr>
          <p:cNvPr id="9" name="Picture 4" descr="9">
            <a:extLst>
              <a:ext uri="{FF2B5EF4-FFF2-40B4-BE49-F238E27FC236}">
                <a16:creationId xmlns:a16="http://schemas.microsoft.com/office/drawing/2014/main" id="{1D1FD6BB-5717-4943-B7F1-519ACA6B1048}"/>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6550211" y="1825625"/>
            <a:ext cx="4162612" cy="38053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BlokTextu 2">
            <a:extLst>
              <a:ext uri="{FF2B5EF4-FFF2-40B4-BE49-F238E27FC236}">
                <a16:creationId xmlns:a16="http://schemas.microsoft.com/office/drawing/2014/main" id="{F12F5A9F-CD8C-A550-3B52-0D5F935BAE93}"/>
              </a:ext>
            </a:extLst>
          </p:cNvPr>
          <p:cNvSpPr txBox="1"/>
          <p:nvPr/>
        </p:nvSpPr>
        <p:spPr>
          <a:xfrm>
            <a:off x="984343" y="6169709"/>
            <a:ext cx="10601325" cy="646331"/>
          </a:xfrm>
          <a:prstGeom prst="rect">
            <a:avLst/>
          </a:prstGeom>
          <a:noFill/>
        </p:spPr>
        <p:txBody>
          <a:bodyPr wrap="square">
            <a:spAutoFit/>
          </a:bodyPr>
          <a:lstStyle/>
          <a:p>
            <a:r>
              <a:rPr lang="sk-SK" err="1"/>
              <a:t>https</a:t>
            </a:r>
            <a:r>
              <a:rPr lang="sk-SK"/>
              <a:t>://</a:t>
            </a:r>
            <a:r>
              <a:rPr lang="sk-SK" err="1"/>
              <a:t>www.idc-online.com</a:t>
            </a:r>
            <a:r>
              <a:rPr lang="sk-SK"/>
              <a:t>/</a:t>
            </a:r>
            <a:r>
              <a:rPr lang="sk-SK" err="1"/>
              <a:t>technical_references</a:t>
            </a:r>
            <a:r>
              <a:rPr lang="sk-SK"/>
              <a:t>/</a:t>
            </a:r>
            <a:r>
              <a:rPr lang="sk-SK" err="1"/>
              <a:t>pdfs</a:t>
            </a:r>
            <a:r>
              <a:rPr lang="sk-SK"/>
              <a:t>/</a:t>
            </a:r>
            <a:r>
              <a:rPr lang="sk-SK" err="1"/>
              <a:t>information_technology</a:t>
            </a:r>
            <a:r>
              <a:rPr lang="sk-SK"/>
              <a:t>/</a:t>
            </a:r>
            <a:r>
              <a:rPr lang="sk-SK" err="1"/>
              <a:t>Operating_System_Virtual_Memory.pdf</a:t>
            </a:r>
            <a:endParaRPr lang="sk-SK"/>
          </a:p>
        </p:txBody>
      </p:sp>
    </p:spTree>
    <p:extLst>
      <p:ext uri="{BB962C8B-B14F-4D97-AF65-F5344CB8AC3E}">
        <p14:creationId xmlns:p14="http://schemas.microsoft.com/office/powerpoint/2010/main" val="21618609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itle 1">
            <a:extLst>
              <a:ext uri="{FF2B5EF4-FFF2-40B4-BE49-F238E27FC236}">
                <a16:creationId xmlns:a16="http://schemas.microsoft.com/office/drawing/2014/main" id="{5A2B60EE-A40A-834A-9FED-85F1DEB201EF}"/>
              </a:ext>
            </a:extLst>
          </p:cNvPr>
          <p:cNvSpPr>
            <a:spLocks noGrp="1"/>
          </p:cNvSpPr>
          <p:nvPr>
            <p:ph type="title"/>
          </p:nvPr>
        </p:nvSpPr>
        <p:spPr/>
        <p:txBody>
          <a:bodyPr/>
          <a:lstStyle/>
          <a:p>
            <a:r>
              <a:rPr lang="en-US" altLang="sk-SK"/>
              <a:t>Basic Concepts of Demand Paging</a:t>
            </a:r>
          </a:p>
        </p:txBody>
      </p:sp>
      <p:sp>
        <p:nvSpPr>
          <p:cNvPr id="23554" name="Content Placeholder 2">
            <a:extLst>
              <a:ext uri="{FF2B5EF4-FFF2-40B4-BE49-F238E27FC236}">
                <a16:creationId xmlns:a16="http://schemas.microsoft.com/office/drawing/2014/main" id="{914CCACA-1A9A-D643-93ED-F8758C4B0FE6}"/>
              </a:ext>
            </a:extLst>
          </p:cNvPr>
          <p:cNvSpPr>
            <a:spLocks noGrp="1"/>
          </p:cNvSpPr>
          <p:nvPr>
            <p:ph idx="1"/>
          </p:nvPr>
        </p:nvSpPr>
        <p:spPr/>
        <p:txBody>
          <a:bodyPr>
            <a:normAutofit fontScale="92500" lnSpcReduction="20000"/>
          </a:bodyPr>
          <a:lstStyle/>
          <a:p>
            <a:pPr marL="0" indent="0">
              <a:buNone/>
            </a:pPr>
            <a:r>
              <a:rPr lang="sk-SK" dirty="0" err="1"/>
              <a:t>When</a:t>
            </a:r>
            <a:r>
              <a:rPr lang="sk-SK" dirty="0"/>
              <a:t> a </a:t>
            </a:r>
            <a:r>
              <a:rPr lang="sk-SK" dirty="0" err="1"/>
              <a:t>process</a:t>
            </a:r>
            <a:r>
              <a:rPr lang="sk-SK" dirty="0"/>
              <a:t> </a:t>
            </a:r>
            <a:r>
              <a:rPr lang="sk-SK" dirty="0" err="1"/>
              <a:t>is</a:t>
            </a:r>
            <a:r>
              <a:rPr lang="sk-SK" dirty="0"/>
              <a:t> to </a:t>
            </a:r>
            <a:r>
              <a:rPr lang="sk-SK" dirty="0" err="1"/>
              <a:t>be</a:t>
            </a:r>
            <a:r>
              <a:rPr lang="sk-SK" dirty="0"/>
              <a:t> </a:t>
            </a:r>
            <a:r>
              <a:rPr lang="sk-SK" dirty="0" err="1"/>
              <a:t>swapped</a:t>
            </a:r>
            <a:r>
              <a:rPr lang="sk-SK" dirty="0"/>
              <a:t> in, </a:t>
            </a:r>
            <a:r>
              <a:rPr lang="sk-SK" dirty="0" err="1"/>
              <a:t>the</a:t>
            </a:r>
            <a:r>
              <a:rPr lang="sk-SK" dirty="0"/>
              <a:t> </a:t>
            </a:r>
            <a:r>
              <a:rPr lang="sk-SK" dirty="0" err="1"/>
              <a:t>pager</a:t>
            </a:r>
            <a:r>
              <a:rPr lang="sk-SK" dirty="0"/>
              <a:t> </a:t>
            </a:r>
            <a:r>
              <a:rPr lang="sk-SK" dirty="0" err="1"/>
              <a:t>guesses</a:t>
            </a:r>
            <a:r>
              <a:rPr lang="sk-SK" dirty="0"/>
              <a:t> </a:t>
            </a:r>
            <a:r>
              <a:rPr lang="sk-SK" dirty="0" err="1"/>
              <a:t>which</a:t>
            </a:r>
            <a:r>
              <a:rPr lang="sk-SK" dirty="0"/>
              <a:t> </a:t>
            </a:r>
            <a:r>
              <a:rPr lang="sk-SK" dirty="0" err="1"/>
              <a:t>pages</a:t>
            </a:r>
            <a:r>
              <a:rPr lang="sk-SK" dirty="0"/>
              <a:t> </a:t>
            </a:r>
            <a:r>
              <a:rPr lang="sk-SK" dirty="0" err="1"/>
              <a:t>will</a:t>
            </a:r>
            <a:r>
              <a:rPr lang="sk-SK" dirty="0"/>
              <a:t> </a:t>
            </a:r>
            <a:r>
              <a:rPr lang="sk-SK" dirty="0" err="1"/>
              <a:t>be</a:t>
            </a:r>
            <a:r>
              <a:rPr lang="sk-SK" dirty="0"/>
              <a:t> </a:t>
            </a:r>
            <a:r>
              <a:rPr lang="sk-SK" dirty="0" err="1"/>
              <a:t>used</a:t>
            </a:r>
            <a:r>
              <a:rPr lang="sk-SK" dirty="0"/>
              <a:t> </a:t>
            </a:r>
            <a:r>
              <a:rPr lang="sk-SK" dirty="0" err="1"/>
              <a:t>before</a:t>
            </a:r>
            <a:r>
              <a:rPr lang="sk-SK" dirty="0"/>
              <a:t> </a:t>
            </a:r>
            <a:r>
              <a:rPr lang="sk-SK" dirty="0" err="1"/>
              <a:t>the</a:t>
            </a:r>
            <a:r>
              <a:rPr lang="sk-SK" dirty="0"/>
              <a:t> </a:t>
            </a:r>
            <a:r>
              <a:rPr lang="sk-SK" dirty="0" err="1"/>
              <a:t>process</a:t>
            </a:r>
            <a:r>
              <a:rPr lang="sk-SK" dirty="0"/>
              <a:t> </a:t>
            </a:r>
            <a:r>
              <a:rPr lang="sk-SK" dirty="0" err="1"/>
              <a:t>is</a:t>
            </a:r>
            <a:r>
              <a:rPr lang="sk-SK" dirty="0"/>
              <a:t> </a:t>
            </a:r>
            <a:r>
              <a:rPr lang="sk-SK" dirty="0" err="1"/>
              <a:t>swapped</a:t>
            </a:r>
            <a:r>
              <a:rPr lang="sk-SK" dirty="0"/>
              <a:t> </a:t>
            </a:r>
            <a:r>
              <a:rPr lang="sk-SK" dirty="0" err="1"/>
              <a:t>out</a:t>
            </a:r>
            <a:r>
              <a:rPr lang="sk-SK" dirty="0"/>
              <a:t> </a:t>
            </a:r>
            <a:r>
              <a:rPr lang="sk-SK" dirty="0" err="1"/>
              <a:t>again</a:t>
            </a:r>
            <a:r>
              <a:rPr lang="sk-SK" dirty="0"/>
              <a:t>. </a:t>
            </a:r>
            <a:r>
              <a:rPr lang="sk-SK" dirty="0" err="1"/>
              <a:t>Instead</a:t>
            </a:r>
            <a:r>
              <a:rPr lang="sk-SK" dirty="0"/>
              <a:t> of </a:t>
            </a:r>
            <a:r>
              <a:rPr lang="sk-SK" dirty="0" err="1"/>
              <a:t>swapping</a:t>
            </a:r>
            <a:r>
              <a:rPr lang="sk-SK" dirty="0"/>
              <a:t> in a </a:t>
            </a:r>
            <a:r>
              <a:rPr lang="sk-SK" dirty="0" err="1"/>
              <a:t>whole</a:t>
            </a:r>
            <a:r>
              <a:rPr lang="sk-SK" dirty="0"/>
              <a:t> </a:t>
            </a:r>
            <a:r>
              <a:rPr lang="sk-SK" dirty="0" err="1"/>
              <a:t>process</a:t>
            </a:r>
            <a:r>
              <a:rPr lang="sk-SK" dirty="0"/>
              <a:t>, </a:t>
            </a:r>
            <a:r>
              <a:rPr lang="sk-SK" u="sng" dirty="0" err="1"/>
              <a:t>the</a:t>
            </a:r>
            <a:r>
              <a:rPr lang="sk-SK" u="sng" dirty="0"/>
              <a:t> </a:t>
            </a:r>
            <a:r>
              <a:rPr lang="sk-SK" u="sng" dirty="0" err="1"/>
              <a:t>pager</a:t>
            </a:r>
            <a:r>
              <a:rPr lang="sk-SK" u="sng" dirty="0"/>
              <a:t> </a:t>
            </a:r>
            <a:r>
              <a:rPr lang="sk-SK" u="sng" dirty="0" err="1"/>
              <a:t>brings</a:t>
            </a:r>
            <a:r>
              <a:rPr lang="sk-SK" u="sng" dirty="0"/>
              <a:t> </a:t>
            </a:r>
            <a:r>
              <a:rPr lang="sk-SK" u="sng" dirty="0" err="1"/>
              <a:t>only</a:t>
            </a:r>
            <a:r>
              <a:rPr lang="sk-SK" u="sng" dirty="0"/>
              <a:t> </a:t>
            </a:r>
            <a:r>
              <a:rPr lang="sk-SK" u="sng" dirty="0" err="1"/>
              <a:t>those</a:t>
            </a:r>
            <a:r>
              <a:rPr lang="sk-SK" u="sng" dirty="0"/>
              <a:t> </a:t>
            </a:r>
            <a:r>
              <a:rPr lang="sk-SK" u="sng" dirty="0" err="1"/>
              <a:t>necessary</a:t>
            </a:r>
            <a:r>
              <a:rPr lang="sk-SK" u="sng" dirty="0"/>
              <a:t> </a:t>
            </a:r>
            <a:r>
              <a:rPr lang="sk-SK" u="sng" dirty="0" err="1"/>
              <a:t>pages</a:t>
            </a:r>
            <a:r>
              <a:rPr lang="sk-SK" u="sng" dirty="0"/>
              <a:t> </a:t>
            </a:r>
            <a:r>
              <a:rPr lang="sk-SK" u="sng" dirty="0" err="1"/>
              <a:t>into</a:t>
            </a:r>
            <a:r>
              <a:rPr lang="sk-SK" u="sng" dirty="0"/>
              <a:t> </a:t>
            </a:r>
            <a:r>
              <a:rPr lang="sk-SK" u="sng" dirty="0" err="1"/>
              <a:t>memory</a:t>
            </a:r>
            <a:r>
              <a:rPr lang="sk-SK" dirty="0"/>
              <a:t>. </a:t>
            </a:r>
            <a:r>
              <a:rPr lang="sk-SK" dirty="0" err="1"/>
              <a:t>Thus</a:t>
            </a:r>
            <a:r>
              <a:rPr lang="sk-SK" dirty="0"/>
              <a:t>, </a:t>
            </a:r>
            <a:r>
              <a:rPr lang="sk-SK" dirty="0" err="1"/>
              <a:t>it</a:t>
            </a:r>
            <a:r>
              <a:rPr lang="sk-SK" dirty="0"/>
              <a:t> </a:t>
            </a:r>
            <a:r>
              <a:rPr lang="sk-SK" dirty="0" err="1"/>
              <a:t>avoids</a:t>
            </a:r>
            <a:r>
              <a:rPr lang="sk-SK" dirty="0"/>
              <a:t> </a:t>
            </a:r>
            <a:r>
              <a:rPr lang="sk-SK" dirty="0" err="1"/>
              <a:t>reading</a:t>
            </a:r>
            <a:r>
              <a:rPr lang="sk-SK" dirty="0"/>
              <a:t> </a:t>
            </a:r>
            <a:r>
              <a:rPr lang="sk-SK" dirty="0" err="1"/>
              <a:t>into</a:t>
            </a:r>
            <a:r>
              <a:rPr lang="sk-SK" dirty="0"/>
              <a:t> </a:t>
            </a:r>
            <a:r>
              <a:rPr lang="sk-SK" dirty="0" err="1"/>
              <a:t>memory</a:t>
            </a:r>
            <a:r>
              <a:rPr lang="sk-SK" dirty="0"/>
              <a:t> </a:t>
            </a:r>
            <a:r>
              <a:rPr lang="sk-SK" dirty="0" err="1"/>
              <a:t>pages</a:t>
            </a:r>
            <a:r>
              <a:rPr lang="sk-SK" dirty="0"/>
              <a:t> </a:t>
            </a:r>
            <a:r>
              <a:rPr lang="sk-SK" dirty="0" err="1"/>
              <a:t>that</a:t>
            </a:r>
            <a:r>
              <a:rPr lang="sk-SK" dirty="0"/>
              <a:t> </a:t>
            </a:r>
            <a:r>
              <a:rPr lang="sk-SK" dirty="0" err="1"/>
              <a:t>will</a:t>
            </a:r>
            <a:r>
              <a:rPr lang="sk-SK" dirty="0"/>
              <a:t> </a:t>
            </a:r>
            <a:r>
              <a:rPr lang="sk-SK" dirty="0" err="1"/>
              <a:t>not</a:t>
            </a:r>
            <a:r>
              <a:rPr lang="sk-SK" dirty="0"/>
              <a:t> </a:t>
            </a:r>
            <a:r>
              <a:rPr lang="sk-SK" dirty="0" err="1"/>
              <a:t>be</a:t>
            </a:r>
            <a:r>
              <a:rPr lang="sk-SK" dirty="0"/>
              <a:t> </a:t>
            </a:r>
            <a:r>
              <a:rPr lang="sk-SK" dirty="0" err="1"/>
              <a:t>used</a:t>
            </a:r>
            <a:r>
              <a:rPr lang="sk-SK" dirty="0"/>
              <a:t> in </a:t>
            </a:r>
            <a:r>
              <a:rPr lang="sk-SK" dirty="0" err="1"/>
              <a:t>anyway</a:t>
            </a:r>
            <a:r>
              <a:rPr lang="sk-SK" dirty="0"/>
              <a:t>, </a:t>
            </a:r>
            <a:r>
              <a:rPr lang="sk-SK" dirty="0" err="1"/>
              <a:t>decreasing</a:t>
            </a:r>
            <a:r>
              <a:rPr lang="sk-SK" dirty="0"/>
              <a:t> </a:t>
            </a:r>
            <a:r>
              <a:rPr lang="sk-SK" dirty="0" err="1"/>
              <a:t>the</a:t>
            </a:r>
            <a:r>
              <a:rPr lang="sk-SK" dirty="0"/>
              <a:t> swap </a:t>
            </a:r>
            <a:r>
              <a:rPr lang="sk-SK" dirty="0" err="1"/>
              <a:t>time</a:t>
            </a:r>
            <a:r>
              <a:rPr lang="sk-SK" dirty="0"/>
              <a:t> and </a:t>
            </a:r>
            <a:r>
              <a:rPr lang="sk-SK" dirty="0" err="1"/>
              <a:t>the</a:t>
            </a:r>
            <a:r>
              <a:rPr lang="sk-SK" dirty="0"/>
              <a:t> </a:t>
            </a:r>
            <a:r>
              <a:rPr lang="sk-SK" dirty="0" err="1"/>
              <a:t>amount</a:t>
            </a:r>
            <a:r>
              <a:rPr lang="sk-SK" dirty="0"/>
              <a:t> of </a:t>
            </a:r>
            <a:r>
              <a:rPr lang="sk-SK" dirty="0" err="1"/>
              <a:t>physical</a:t>
            </a:r>
            <a:r>
              <a:rPr lang="sk-SK" dirty="0"/>
              <a:t> </a:t>
            </a:r>
            <a:r>
              <a:rPr lang="sk-SK" dirty="0" err="1"/>
              <a:t>memory</a:t>
            </a:r>
            <a:r>
              <a:rPr lang="sk-SK" dirty="0"/>
              <a:t> </a:t>
            </a:r>
            <a:r>
              <a:rPr lang="sk-SK" dirty="0" err="1"/>
              <a:t>needed</a:t>
            </a:r>
            <a:r>
              <a:rPr lang="sk-SK" dirty="0"/>
              <a:t>.</a:t>
            </a:r>
            <a:endParaRPr lang="en-US" altLang="sk-SK" dirty="0"/>
          </a:p>
          <a:p>
            <a:r>
              <a:rPr lang="en-US" altLang="sk-SK" dirty="0"/>
              <a:t>How to determine that set of pages?</a:t>
            </a:r>
          </a:p>
          <a:p>
            <a:pPr lvl="1"/>
            <a:r>
              <a:rPr lang="en-US" altLang="sk-SK" dirty="0"/>
              <a:t>Need new MMU functionality to implement demand paging</a:t>
            </a:r>
          </a:p>
          <a:p>
            <a:r>
              <a:rPr lang="en-US" altLang="sk-SK" dirty="0"/>
              <a:t>If pages needed are already </a:t>
            </a:r>
            <a:r>
              <a:rPr lang="en-US" altLang="sk-SK" b="1" dirty="0"/>
              <a:t>memory resident</a:t>
            </a:r>
          </a:p>
          <a:p>
            <a:pPr lvl="1"/>
            <a:r>
              <a:rPr lang="en-US" altLang="sk-SK" dirty="0"/>
              <a:t>No difference from non demand-paging</a:t>
            </a:r>
          </a:p>
          <a:p>
            <a:r>
              <a:rPr lang="en-US" altLang="sk-SK" dirty="0"/>
              <a:t>If page needed and not memory resident</a:t>
            </a:r>
          </a:p>
          <a:p>
            <a:pPr lvl="1"/>
            <a:r>
              <a:rPr lang="en-US" altLang="sk-SK" dirty="0"/>
              <a:t>Need to detect and load the page into memory from storage</a:t>
            </a:r>
          </a:p>
          <a:p>
            <a:pPr lvl="2"/>
            <a:r>
              <a:rPr lang="en-US" altLang="sk-SK" dirty="0"/>
              <a:t>Without changing program behavior</a:t>
            </a:r>
          </a:p>
          <a:p>
            <a:pPr lvl="2"/>
            <a:r>
              <a:rPr lang="en-US" altLang="sk-SK" dirty="0"/>
              <a:t>Without programmer needing to change code</a:t>
            </a:r>
          </a:p>
          <a:p>
            <a:endParaRPr lang="en-US" altLang="sk-SK" dirty="0"/>
          </a:p>
        </p:txBody>
      </p:sp>
    </p:spTree>
    <p:extLst>
      <p:ext uri="{BB962C8B-B14F-4D97-AF65-F5344CB8AC3E}">
        <p14:creationId xmlns:p14="http://schemas.microsoft.com/office/powerpoint/2010/main" val="24048202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a:extLst>
              <a:ext uri="{FF2B5EF4-FFF2-40B4-BE49-F238E27FC236}">
                <a16:creationId xmlns:a16="http://schemas.microsoft.com/office/drawing/2014/main" id="{A11D13B7-D04C-8042-950A-EED99EDC4BB3}"/>
              </a:ext>
            </a:extLst>
          </p:cNvPr>
          <p:cNvSpPr>
            <a:spLocks noGrp="1" noChangeArrowheads="1"/>
          </p:cNvSpPr>
          <p:nvPr>
            <p:ph type="title"/>
          </p:nvPr>
        </p:nvSpPr>
        <p:spPr/>
        <p:txBody>
          <a:bodyPr/>
          <a:lstStyle/>
          <a:p>
            <a:r>
              <a:rPr lang="en-US" altLang="sk-SK"/>
              <a:t>Valid-Invalid Bit</a:t>
            </a:r>
          </a:p>
        </p:txBody>
      </p:sp>
      <p:sp>
        <p:nvSpPr>
          <p:cNvPr id="24578" name="Rectangle 3">
            <a:extLst>
              <a:ext uri="{FF2B5EF4-FFF2-40B4-BE49-F238E27FC236}">
                <a16:creationId xmlns:a16="http://schemas.microsoft.com/office/drawing/2014/main" id="{50C0FB41-44CC-4E40-BFE8-86AB0DBBF229}"/>
              </a:ext>
            </a:extLst>
          </p:cNvPr>
          <p:cNvSpPr>
            <a:spLocks noGrp="1" noChangeArrowheads="1"/>
          </p:cNvSpPr>
          <p:nvPr>
            <p:ph type="body" idx="1"/>
          </p:nvPr>
        </p:nvSpPr>
        <p:spPr>
          <a:xfrm>
            <a:off x="838200" y="1825625"/>
            <a:ext cx="5112891" cy="4351338"/>
          </a:xfrm>
        </p:spPr>
        <p:txBody>
          <a:bodyPr>
            <a:normAutofit fontScale="92500" lnSpcReduction="10000"/>
          </a:bodyPr>
          <a:lstStyle/>
          <a:p>
            <a:r>
              <a:rPr lang="en-US" altLang="sk-SK"/>
              <a:t>With each page table entry a valid–invalid bit is associated</a:t>
            </a:r>
            <a:br>
              <a:rPr lang="en-US" altLang="sk-SK"/>
            </a:br>
            <a:r>
              <a:rPr lang="en-US" altLang="sk-SK"/>
              <a:t>(</a:t>
            </a:r>
            <a:r>
              <a:rPr lang="en-US" altLang="sk-SK">
                <a:solidFill>
                  <a:srgbClr val="FF0000"/>
                </a:solidFill>
              </a:rPr>
              <a:t>v</a:t>
            </a:r>
            <a:r>
              <a:rPr lang="en-US" altLang="sk-SK"/>
              <a:t> </a:t>
            </a:r>
            <a:r>
              <a:rPr lang="en-US" altLang="sk-SK">
                <a:sym typeface="Symbol" pitchFamily="2" charset="2"/>
              </a:rPr>
              <a:t> in-memory – memory resident, </a:t>
            </a:r>
            <a:r>
              <a:rPr lang="en-US" altLang="sk-SK" err="1">
                <a:solidFill>
                  <a:srgbClr val="FF0000"/>
                </a:solidFill>
                <a:sym typeface="Symbol" pitchFamily="2" charset="2"/>
              </a:rPr>
              <a:t>i</a:t>
            </a:r>
            <a:r>
              <a:rPr lang="en-US" altLang="sk-SK">
                <a:sym typeface="Symbol" pitchFamily="2" charset="2"/>
              </a:rPr>
              <a:t>  not-in-memory)</a:t>
            </a:r>
          </a:p>
          <a:p>
            <a:r>
              <a:rPr lang="en-US" altLang="sk-SK">
                <a:sym typeface="Symbol" pitchFamily="2" charset="2"/>
              </a:rPr>
              <a:t>Initially valid–invalid bit is set to </a:t>
            </a:r>
            <a:r>
              <a:rPr lang="en-US" altLang="sk-SK" err="1">
                <a:sym typeface="Symbol" pitchFamily="2" charset="2"/>
              </a:rPr>
              <a:t>i</a:t>
            </a:r>
            <a:r>
              <a:rPr lang="en-US" altLang="sk-SK">
                <a:sym typeface="Symbol" pitchFamily="2" charset="2"/>
              </a:rPr>
              <a:t> on all entries</a:t>
            </a:r>
          </a:p>
          <a:p>
            <a:r>
              <a:rPr lang="en-US" altLang="sk-SK">
                <a:sym typeface="Symbol" pitchFamily="2" charset="2"/>
              </a:rPr>
              <a:t>Example of a page table snapshot:</a:t>
            </a:r>
            <a:br>
              <a:rPr lang="en-US" altLang="sk-SK">
                <a:sym typeface="Symbol" pitchFamily="2" charset="2"/>
              </a:rPr>
            </a:br>
            <a:br>
              <a:rPr lang="en-US" altLang="sk-SK">
                <a:sym typeface="Symbol" pitchFamily="2" charset="2"/>
              </a:rPr>
            </a:br>
            <a:r>
              <a:rPr lang="en-US" altLang="sk-SK">
                <a:sym typeface="Symbol" pitchFamily="2" charset="2"/>
              </a:rPr>
              <a:t>During MMU address translation, if valid–invalid bit in page table entry</a:t>
            </a:r>
          </a:p>
          <a:p>
            <a:r>
              <a:rPr lang="en-US" altLang="sk-SK">
                <a:sym typeface="Symbol" pitchFamily="2" charset="2"/>
              </a:rPr>
              <a:t>      is </a:t>
            </a:r>
            <a:r>
              <a:rPr lang="en-US" altLang="sk-SK" err="1">
                <a:sym typeface="Symbol" pitchFamily="2" charset="2"/>
              </a:rPr>
              <a:t>i</a:t>
            </a:r>
            <a:r>
              <a:rPr lang="en-US" altLang="sk-SK">
                <a:sym typeface="Symbol" pitchFamily="2" charset="2"/>
              </a:rPr>
              <a:t>  page fault</a:t>
            </a:r>
          </a:p>
        </p:txBody>
      </p:sp>
      <p:grpSp>
        <p:nvGrpSpPr>
          <p:cNvPr id="6" name="Skupina 5">
            <a:extLst>
              <a:ext uri="{FF2B5EF4-FFF2-40B4-BE49-F238E27FC236}">
                <a16:creationId xmlns:a16="http://schemas.microsoft.com/office/drawing/2014/main" id="{25A98AE2-EA44-5543-AF68-7E010783CA4F}"/>
              </a:ext>
            </a:extLst>
          </p:cNvPr>
          <p:cNvGrpSpPr/>
          <p:nvPr/>
        </p:nvGrpSpPr>
        <p:grpSpPr>
          <a:xfrm>
            <a:off x="6670625" y="1825625"/>
            <a:ext cx="4478238" cy="3498639"/>
            <a:chOff x="4217194" y="2386037"/>
            <a:chExt cx="3145507" cy="3301555"/>
          </a:xfrm>
        </p:grpSpPr>
        <p:sp>
          <p:nvSpPr>
            <p:cNvPr id="24579" name="Rectangle 4">
              <a:extLst>
                <a:ext uri="{FF2B5EF4-FFF2-40B4-BE49-F238E27FC236}">
                  <a16:creationId xmlns:a16="http://schemas.microsoft.com/office/drawing/2014/main" id="{E5714BF7-3DDE-E94F-BC21-1D523A87BD0C}"/>
                </a:ext>
              </a:extLst>
            </p:cNvPr>
            <p:cNvSpPr>
              <a:spLocks noChangeArrowheads="1"/>
            </p:cNvSpPr>
            <p:nvPr/>
          </p:nvSpPr>
          <p:spPr bwMode="auto">
            <a:xfrm>
              <a:off x="4273154" y="2724150"/>
              <a:ext cx="2112169" cy="2667000"/>
            </a:xfrm>
            <a:prstGeom prst="rect">
              <a:avLst/>
            </a:prstGeom>
            <a:solidFill>
              <a:schemeClr val="bg1"/>
            </a:solidFill>
            <a:ln w="57150" cmpd="thickThin">
              <a:solidFill>
                <a:schemeClr val="tx1"/>
              </a:solidFill>
              <a:miter lim="800000"/>
              <a:headEnd/>
              <a:tailEnd/>
            </a:ln>
          </p:spPr>
          <p:txBody>
            <a:bodyPr wrap="none" lIns="97967" tIns="48983" rIns="97967" bIns="48983" anchor="ctr"/>
            <a:lstStyle>
              <a:lvl1pPr>
                <a:defRPr sz="2400">
                  <a:solidFill>
                    <a:schemeClr val="tx1"/>
                  </a:solidFill>
                  <a:latin typeface="Verdana" panose="020B0604030504040204" pitchFamily="34" charset="0"/>
                  <a:ea typeface="ＭＳ Ｐゴシック" panose="020B0600070205080204" pitchFamily="34" charset="-128"/>
                </a:defRPr>
              </a:lvl1pPr>
              <a:lvl2pPr marL="742950" indent="-285750">
                <a:defRPr sz="2400">
                  <a:solidFill>
                    <a:schemeClr val="tx1"/>
                  </a:solidFill>
                  <a:latin typeface="Verdana" panose="020B0604030504040204" pitchFamily="34" charset="0"/>
                  <a:ea typeface="ＭＳ Ｐゴシック" panose="020B0600070205080204" pitchFamily="34" charset="-128"/>
                </a:defRPr>
              </a:lvl2pPr>
              <a:lvl3pPr marL="1143000" indent="-228600">
                <a:defRPr sz="2400">
                  <a:solidFill>
                    <a:schemeClr val="tx1"/>
                  </a:solidFill>
                  <a:latin typeface="Verdana" panose="020B0604030504040204" pitchFamily="34" charset="0"/>
                  <a:ea typeface="ＭＳ Ｐゴシック" panose="020B0600070205080204" pitchFamily="34" charset="-128"/>
                </a:defRPr>
              </a:lvl3pPr>
              <a:lvl4pPr marL="1600200" indent="-228600">
                <a:defRPr sz="2400">
                  <a:solidFill>
                    <a:schemeClr val="tx1"/>
                  </a:solidFill>
                  <a:latin typeface="Verdana" panose="020B0604030504040204" pitchFamily="34" charset="0"/>
                  <a:ea typeface="ＭＳ Ｐゴシック" panose="020B0600070205080204" pitchFamily="34" charset="-128"/>
                </a:defRPr>
              </a:lvl4pPr>
              <a:lvl5pPr marL="2057400" indent="-228600">
                <a:defRPr sz="2400">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endParaRPr lang="sk-SK" altLang="sk-SK" sz="1350"/>
            </a:p>
          </p:txBody>
        </p:sp>
        <p:sp>
          <p:nvSpPr>
            <p:cNvPr id="24580" name="Line 5">
              <a:extLst>
                <a:ext uri="{FF2B5EF4-FFF2-40B4-BE49-F238E27FC236}">
                  <a16:creationId xmlns:a16="http://schemas.microsoft.com/office/drawing/2014/main" id="{D78CAECC-2C6D-DD4C-8462-7D3B4EA56E71}"/>
                </a:ext>
              </a:extLst>
            </p:cNvPr>
            <p:cNvSpPr>
              <a:spLocks noChangeShapeType="1"/>
            </p:cNvSpPr>
            <p:nvPr/>
          </p:nvSpPr>
          <p:spPr bwMode="auto">
            <a:xfrm>
              <a:off x="4217194" y="3008710"/>
              <a:ext cx="21431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7967" tIns="48983" rIns="97967" bIns="48983" anchor="ctr"/>
            <a:lstStyle/>
            <a:p>
              <a:endParaRPr lang="en-US" sz="1350"/>
            </a:p>
          </p:txBody>
        </p:sp>
        <p:sp>
          <p:nvSpPr>
            <p:cNvPr id="24581" name="Line 6">
              <a:extLst>
                <a:ext uri="{FF2B5EF4-FFF2-40B4-BE49-F238E27FC236}">
                  <a16:creationId xmlns:a16="http://schemas.microsoft.com/office/drawing/2014/main" id="{ABA1EFAC-3632-8C40-811B-D676D49412F3}"/>
                </a:ext>
              </a:extLst>
            </p:cNvPr>
            <p:cNvSpPr>
              <a:spLocks noChangeShapeType="1"/>
            </p:cNvSpPr>
            <p:nvPr/>
          </p:nvSpPr>
          <p:spPr bwMode="auto">
            <a:xfrm>
              <a:off x="4217194" y="3313510"/>
              <a:ext cx="21431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7967" tIns="48983" rIns="97967" bIns="48983" anchor="ctr"/>
            <a:lstStyle/>
            <a:p>
              <a:endParaRPr lang="en-US" sz="1350"/>
            </a:p>
          </p:txBody>
        </p:sp>
        <p:sp>
          <p:nvSpPr>
            <p:cNvPr id="24582" name="Line 7">
              <a:extLst>
                <a:ext uri="{FF2B5EF4-FFF2-40B4-BE49-F238E27FC236}">
                  <a16:creationId xmlns:a16="http://schemas.microsoft.com/office/drawing/2014/main" id="{40BA49AD-FD74-5942-AC17-F4ED1F896122}"/>
                </a:ext>
              </a:extLst>
            </p:cNvPr>
            <p:cNvSpPr>
              <a:spLocks noChangeShapeType="1"/>
            </p:cNvSpPr>
            <p:nvPr/>
          </p:nvSpPr>
          <p:spPr bwMode="auto">
            <a:xfrm>
              <a:off x="4217194" y="3618310"/>
              <a:ext cx="21431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7967" tIns="48983" rIns="97967" bIns="48983" anchor="ctr"/>
            <a:lstStyle/>
            <a:p>
              <a:endParaRPr lang="en-US" sz="1350"/>
            </a:p>
          </p:txBody>
        </p:sp>
        <p:sp>
          <p:nvSpPr>
            <p:cNvPr id="24583" name="Line 8">
              <a:extLst>
                <a:ext uri="{FF2B5EF4-FFF2-40B4-BE49-F238E27FC236}">
                  <a16:creationId xmlns:a16="http://schemas.microsoft.com/office/drawing/2014/main" id="{C7EAD336-C45E-674D-A8CF-82F0558C41D2}"/>
                </a:ext>
              </a:extLst>
            </p:cNvPr>
            <p:cNvSpPr>
              <a:spLocks noChangeShapeType="1"/>
            </p:cNvSpPr>
            <p:nvPr/>
          </p:nvSpPr>
          <p:spPr bwMode="auto">
            <a:xfrm>
              <a:off x="4217194" y="3923110"/>
              <a:ext cx="21431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7967" tIns="48983" rIns="97967" bIns="48983" anchor="ctr"/>
            <a:lstStyle/>
            <a:p>
              <a:endParaRPr lang="en-US" sz="1350"/>
            </a:p>
          </p:txBody>
        </p:sp>
        <p:sp>
          <p:nvSpPr>
            <p:cNvPr id="24584" name="Line 10">
              <a:extLst>
                <a:ext uri="{FF2B5EF4-FFF2-40B4-BE49-F238E27FC236}">
                  <a16:creationId xmlns:a16="http://schemas.microsoft.com/office/drawing/2014/main" id="{A8DCCF14-F8AB-2347-9ABB-49023DEFBB17}"/>
                </a:ext>
              </a:extLst>
            </p:cNvPr>
            <p:cNvSpPr>
              <a:spLocks noChangeShapeType="1"/>
            </p:cNvSpPr>
            <p:nvPr/>
          </p:nvSpPr>
          <p:spPr bwMode="auto">
            <a:xfrm>
              <a:off x="4217194" y="4227910"/>
              <a:ext cx="21431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7967" tIns="48983" rIns="97967" bIns="48983" anchor="ctr"/>
            <a:lstStyle/>
            <a:p>
              <a:endParaRPr lang="en-US" sz="1350"/>
            </a:p>
          </p:txBody>
        </p:sp>
        <p:sp>
          <p:nvSpPr>
            <p:cNvPr id="24585" name="Line 11">
              <a:extLst>
                <a:ext uri="{FF2B5EF4-FFF2-40B4-BE49-F238E27FC236}">
                  <a16:creationId xmlns:a16="http://schemas.microsoft.com/office/drawing/2014/main" id="{E09D25B4-1ADF-714E-87D2-3589285CE990}"/>
                </a:ext>
              </a:extLst>
            </p:cNvPr>
            <p:cNvSpPr>
              <a:spLocks noChangeShapeType="1"/>
            </p:cNvSpPr>
            <p:nvPr/>
          </p:nvSpPr>
          <p:spPr bwMode="auto">
            <a:xfrm>
              <a:off x="4217194" y="4785122"/>
              <a:ext cx="21431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7967" tIns="48983" rIns="97967" bIns="48983" anchor="ctr"/>
            <a:lstStyle/>
            <a:p>
              <a:endParaRPr lang="en-US" sz="1350"/>
            </a:p>
          </p:txBody>
        </p:sp>
        <p:sp>
          <p:nvSpPr>
            <p:cNvPr id="24586" name="Line 12">
              <a:extLst>
                <a:ext uri="{FF2B5EF4-FFF2-40B4-BE49-F238E27FC236}">
                  <a16:creationId xmlns:a16="http://schemas.microsoft.com/office/drawing/2014/main" id="{BD6C8C25-255B-5B4C-9D15-24FEDC97C358}"/>
                </a:ext>
              </a:extLst>
            </p:cNvPr>
            <p:cNvSpPr>
              <a:spLocks noChangeShapeType="1"/>
            </p:cNvSpPr>
            <p:nvPr/>
          </p:nvSpPr>
          <p:spPr bwMode="auto">
            <a:xfrm>
              <a:off x="4217194" y="5066110"/>
              <a:ext cx="21431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7967" tIns="48983" rIns="97967" bIns="48983" anchor="ctr"/>
            <a:lstStyle/>
            <a:p>
              <a:endParaRPr lang="en-US" sz="1350"/>
            </a:p>
          </p:txBody>
        </p:sp>
        <p:sp>
          <p:nvSpPr>
            <p:cNvPr id="24587" name="Line 13">
              <a:extLst>
                <a:ext uri="{FF2B5EF4-FFF2-40B4-BE49-F238E27FC236}">
                  <a16:creationId xmlns:a16="http://schemas.microsoft.com/office/drawing/2014/main" id="{8B197B20-EE9C-BD4F-84C3-5F63404E3F46}"/>
                </a:ext>
              </a:extLst>
            </p:cNvPr>
            <p:cNvSpPr>
              <a:spLocks noChangeShapeType="1"/>
            </p:cNvSpPr>
            <p:nvPr/>
          </p:nvSpPr>
          <p:spPr bwMode="auto">
            <a:xfrm>
              <a:off x="5845969" y="2399110"/>
              <a:ext cx="0" cy="2971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7967" tIns="48983" rIns="97967" bIns="48983" anchor="ctr"/>
            <a:lstStyle/>
            <a:p>
              <a:endParaRPr lang="en-US" sz="1350"/>
            </a:p>
          </p:txBody>
        </p:sp>
        <p:sp>
          <p:nvSpPr>
            <p:cNvPr id="24588" name="Text Box 14">
              <a:extLst>
                <a:ext uri="{FF2B5EF4-FFF2-40B4-BE49-F238E27FC236}">
                  <a16:creationId xmlns:a16="http://schemas.microsoft.com/office/drawing/2014/main" id="{A22D22DC-8F43-CF4D-B634-BBFF6BFFB101}"/>
                </a:ext>
              </a:extLst>
            </p:cNvPr>
            <p:cNvSpPr txBox="1">
              <a:spLocks noChangeArrowheads="1"/>
            </p:cNvSpPr>
            <p:nvPr/>
          </p:nvSpPr>
          <p:spPr bwMode="auto">
            <a:xfrm>
              <a:off x="5959702" y="2704760"/>
              <a:ext cx="294029" cy="3066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7967" tIns="48983" rIns="97967" bIns="48983" anchor="ctr">
              <a:spAutoFit/>
            </a:bodyPr>
            <a:lstStyle>
              <a:lvl1pPr>
                <a:defRPr sz="2400">
                  <a:solidFill>
                    <a:schemeClr val="tx1"/>
                  </a:solidFill>
                  <a:latin typeface="Verdana" panose="020B0604030504040204" pitchFamily="34" charset="0"/>
                  <a:ea typeface="ＭＳ Ｐゴシック" panose="020B0600070205080204" pitchFamily="34" charset="-128"/>
                </a:defRPr>
              </a:lvl1pPr>
              <a:lvl2pPr marL="742950" indent="-285750">
                <a:defRPr sz="2400">
                  <a:solidFill>
                    <a:schemeClr val="tx1"/>
                  </a:solidFill>
                  <a:latin typeface="Verdana" panose="020B0604030504040204" pitchFamily="34" charset="0"/>
                  <a:ea typeface="ＭＳ Ｐゴシック" panose="020B0600070205080204" pitchFamily="34" charset="-128"/>
                </a:defRPr>
              </a:lvl2pPr>
              <a:lvl3pPr marL="1143000" indent="-228600">
                <a:defRPr sz="2400">
                  <a:solidFill>
                    <a:schemeClr val="tx1"/>
                  </a:solidFill>
                  <a:latin typeface="Verdana" panose="020B0604030504040204" pitchFamily="34" charset="0"/>
                  <a:ea typeface="ＭＳ Ｐゴシック" panose="020B0600070205080204" pitchFamily="34" charset="-128"/>
                </a:defRPr>
              </a:lvl3pPr>
              <a:lvl4pPr marL="1600200" indent="-228600">
                <a:defRPr sz="2400">
                  <a:solidFill>
                    <a:schemeClr val="tx1"/>
                  </a:solidFill>
                  <a:latin typeface="Verdana" panose="020B0604030504040204" pitchFamily="34" charset="0"/>
                  <a:ea typeface="ＭＳ Ｐゴシック" panose="020B0600070205080204" pitchFamily="34" charset="-128"/>
                </a:defRPr>
              </a:lvl4pPr>
              <a:lvl5pPr marL="2057400" indent="-228600">
                <a:defRPr sz="2400">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pPr algn="ctr">
                <a:spcBef>
                  <a:spcPct val="50000"/>
                </a:spcBef>
              </a:pPr>
              <a:r>
                <a:rPr lang="en-US" altLang="sk-SK" sz="1350" b="1">
                  <a:solidFill>
                    <a:srgbClr val="FF0000"/>
                  </a:solidFill>
                  <a:latin typeface="Helvetica" pitchFamily="2" charset="0"/>
                </a:rPr>
                <a:t>v</a:t>
              </a:r>
            </a:p>
          </p:txBody>
        </p:sp>
        <p:sp>
          <p:nvSpPr>
            <p:cNvPr id="24589" name="Text Box 15">
              <a:extLst>
                <a:ext uri="{FF2B5EF4-FFF2-40B4-BE49-F238E27FC236}">
                  <a16:creationId xmlns:a16="http://schemas.microsoft.com/office/drawing/2014/main" id="{6228548F-7B2A-3842-810A-A4D0FFB90CA8}"/>
                </a:ext>
              </a:extLst>
            </p:cNvPr>
            <p:cNvSpPr txBox="1">
              <a:spLocks noChangeArrowheads="1"/>
            </p:cNvSpPr>
            <p:nvPr/>
          </p:nvSpPr>
          <p:spPr bwMode="auto">
            <a:xfrm>
              <a:off x="5961487" y="3004798"/>
              <a:ext cx="294029" cy="3066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7967" tIns="48983" rIns="97967" bIns="48983" anchor="ctr">
              <a:spAutoFit/>
            </a:bodyPr>
            <a:lstStyle>
              <a:lvl1pPr>
                <a:defRPr sz="2400">
                  <a:solidFill>
                    <a:schemeClr val="tx1"/>
                  </a:solidFill>
                  <a:latin typeface="Verdana" panose="020B0604030504040204" pitchFamily="34" charset="0"/>
                  <a:ea typeface="ＭＳ Ｐゴシック" panose="020B0600070205080204" pitchFamily="34" charset="-128"/>
                </a:defRPr>
              </a:lvl1pPr>
              <a:lvl2pPr marL="742950" indent="-285750">
                <a:defRPr sz="2400">
                  <a:solidFill>
                    <a:schemeClr val="tx1"/>
                  </a:solidFill>
                  <a:latin typeface="Verdana" panose="020B0604030504040204" pitchFamily="34" charset="0"/>
                  <a:ea typeface="ＭＳ Ｐゴシック" panose="020B0600070205080204" pitchFamily="34" charset="-128"/>
                </a:defRPr>
              </a:lvl2pPr>
              <a:lvl3pPr marL="1143000" indent="-228600">
                <a:defRPr sz="2400">
                  <a:solidFill>
                    <a:schemeClr val="tx1"/>
                  </a:solidFill>
                  <a:latin typeface="Verdana" panose="020B0604030504040204" pitchFamily="34" charset="0"/>
                  <a:ea typeface="ＭＳ Ｐゴシック" panose="020B0600070205080204" pitchFamily="34" charset="-128"/>
                </a:defRPr>
              </a:lvl3pPr>
              <a:lvl4pPr marL="1600200" indent="-228600">
                <a:defRPr sz="2400">
                  <a:solidFill>
                    <a:schemeClr val="tx1"/>
                  </a:solidFill>
                  <a:latin typeface="Verdana" panose="020B0604030504040204" pitchFamily="34" charset="0"/>
                  <a:ea typeface="ＭＳ Ｐゴシック" panose="020B0600070205080204" pitchFamily="34" charset="-128"/>
                </a:defRPr>
              </a:lvl4pPr>
              <a:lvl5pPr marL="2057400" indent="-228600">
                <a:defRPr sz="2400">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pPr algn="ctr">
                <a:spcBef>
                  <a:spcPct val="50000"/>
                </a:spcBef>
              </a:pPr>
              <a:r>
                <a:rPr lang="en-US" altLang="sk-SK" sz="1350" b="1">
                  <a:solidFill>
                    <a:srgbClr val="FF0000"/>
                  </a:solidFill>
                  <a:latin typeface="Helvetica" pitchFamily="2" charset="0"/>
                </a:rPr>
                <a:t>v</a:t>
              </a:r>
            </a:p>
          </p:txBody>
        </p:sp>
        <p:sp>
          <p:nvSpPr>
            <p:cNvPr id="24590" name="Text Box 16">
              <a:extLst>
                <a:ext uri="{FF2B5EF4-FFF2-40B4-BE49-F238E27FC236}">
                  <a16:creationId xmlns:a16="http://schemas.microsoft.com/office/drawing/2014/main" id="{3061807C-9C65-BD43-A120-A92BEB6B734F}"/>
                </a:ext>
              </a:extLst>
            </p:cNvPr>
            <p:cNvSpPr txBox="1">
              <a:spLocks noChangeArrowheads="1"/>
            </p:cNvSpPr>
            <p:nvPr/>
          </p:nvSpPr>
          <p:spPr bwMode="auto">
            <a:xfrm>
              <a:off x="5959702" y="3304835"/>
              <a:ext cx="294029" cy="3066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7967" tIns="48983" rIns="97967" bIns="48983" anchor="ctr">
              <a:spAutoFit/>
            </a:bodyPr>
            <a:lstStyle>
              <a:lvl1pPr>
                <a:defRPr sz="2400">
                  <a:solidFill>
                    <a:schemeClr val="tx1"/>
                  </a:solidFill>
                  <a:latin typeface="Verdana" panose="020B0604030504040204" pitchFamily="34" charset="0"/>
                  <a:ea typeface="ＭＳ Ｐゴシック" panose="020B0600070205080204" pitchFamily="34" charset="-128"/>
                </a:defRPr>
              </a:lvl1pPr>
              <a:lvl2pPr marL="742950" indent="-285750">
                <a:defRPr sz="2400">
                  <a:solidFill>
                    <a:schemeClr val="tx1"/>
                  </a:solidFill>
                  <a:latin typeface="Verdana" panose="020B0604030504040204" pitchFamily="34" charset="0"/>
                  <a:ea typeface="ＭＳ Ｐゴシック" panose="020B0600070205080204" pitchFamily="34" charset="-128"/>
                </a:defRPr>
              </a:lvl2pPr>
              <a:lvl3pPr marL="1143000" indent="-228600">
                <a:defRPr sz="2400">
                  <a:solidFill>
                    <a:schemeClr val="tx1"/>
                  </a:solidFill>
                  <a:latin typeface="Verdana" panose="020B0604030504040204" pitchFamily="34" charset="0"/>
                  <a:ea typeface="ＭＳ Ｐゴシック" panose="020B0600070205080204" pitchFamily="34" charset="-128"/>
                </a:defRPr>
              </a:lvl3pPr>
              <a:lvl4pPr marL="1600200" indent="-228600">
                <a:defRPr sz="2400">
                  <a:solidFill>
                    <a:schemeClr val="tx1"/>
                  </a:solidFill>
                  <a:latin typeface="Verdana" panose="020B0604030504040204" pitchFamily="34" charset="0"/>
                  <a:ea typeface="ＭＳ Ｐゴシック" panose="020B0600070205080204" pitchFamily="34" charset="-128"/>
                </a:defRPr>
              </a:lvl4pPr>
              <a:lvl5pPr marL="2057400" indent="-228600">
                <a:defRPr sz="2400">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pPr algn="ctr">
                <a:spcBef>
                  <a:spcPct val="50000"/>
                </a:spcBef>
              </a:pPr>
              <a:r>
                <a:rPr lang="en-US" altLang="sk-SK" sz="1350" b="1">
                  <a:solidFill>
                    <a:srgbClr val="FF0000"/>
                  </a:solidFill>
                  <a:latin typeface="Helvetica" pitchFamily="2" charset="0"/>
                </a:rPr>
                <a:t>v</a:t>
              </a:r>
            </a:p>
          </p:txBody>
        </p:sp>
        <p:sp>
          <p:nvSpPr>
            <p:cNvPr id="24591" name="Text Box 17">
              <a:extLst>
                <a:ext uri="{FF2B5EF4-FFF2-40B4-BE49-F238E27FC236}">
                  <a16:creationId xmlns:a16="http://schemas.microsoft.com/office/drawing/2014/main" id="{E1AE4222-BC91-5240-8E89-31737C8AD393}"/>
                </a:ext>
              </a:extLst>
            </p:cNvPr>
            <p:cNvSpPr txBox="1">
              <a:spLocks noChangeArrowheads="1"/>
            </p:cNvSpPr>
            <p:nvPr/>
          </p:nvSpPr>
          <p:spPr bwMode="auto">
            <a:xfrm>
              <a:off x="5961487" y="3633448"/>
              <a:ext cx="294029" cy="3066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7967" tIns="48983" rIns="97967" bIns="48983" anchor="ctr">
              <a:spAutoFit/>
            </a:bodyPr>
            <a:lstStyle>
              <a:lvl1pPr>
                <a:defRPr sz="2400">
                  <a:solidFill>
                    <a:schemeClr val="tx1"/>
                  </a:solidFill>
                  <a:latin typeface="Verdana" panose="020B0604030504040204" pitchFamily="34" charset="0"/>
                  <a:ea typeface="ＭＳ Ｐゴシック" panose="020B0600070205080204" pitchFamily="34" charset="-128"/>
                </a:defRPr>
              </a:lvl1pPr>
              <a:lvl2pPr marL="742950" indent="-285750">
                <a:defRPr sz="2400">
                  <a:solidFill>
                    <a:schemeClr val="tx1"/>
                  </a:solidFill>
                  <a:latin typeface="Verdana" panose="020B0604030504040204" pitchFamily="34" charset="0"/>
                  <a:ea typeface="ＭＳ Ｐゴシック" panose="020B0600070205080204" pitchFamily="34" charset="-128"/>
                </a:defRPr>
              </a:lvl2pPr>
              <a:lvl3pPr marL="1143000" indent="-228600">
                <a:defRPr sz="2400">
                  <a:solidFill>
                    <a:schemeClr val="tx1"/>
                  </a:solidFill>
                  <a:latin typeface="Verdana" panose="020B0604030504040204" pitchFamily="34" charset="0"/>
                  <a:ea typeface="ＭＳ Ｐゴシック" panose="020B0600070205080204" pitchFamily="34" charset="-128"/>
                </a:defRPr>
              </a:lvl3pPr>
              <a:lvl4pPr marL="1600200" indent="-228600">
                <a:defRPr sz="2400">
                  <a:solidFill>
                    <a:schemeClr val="tx1"/>
                  </a:solidFill>
                  <a:latin typeface="Verdana" panose="020B0604030504040204" pitchFamily="34" charset="0"/>
                  <a:ea typeface="ＭＳ Ｐゴシック" panose="020B0600070205080204" pitchFamily="34" charset="-128"/>
                </a:defRPr>
              </a:lvl4pPr>
              <a:lvl5pPr marL="2057400" indent="-228600">
                <a:defRPr sz="2400">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pPr algn="ctr">
                <a:spcBef>
                  <a:spcPct val="50000"/>
                </a:spcBef>
              </a:pPr>
              <a:r>
                <a:rPr lang="en-US" altLang="sk-SK" sz="1350" b="1">
                  <a:solidFill>
                    <a:srgbClr val="FF0000"/>
                  </a:solidFill>
                  <a:latin typeface="Helvetica" pitchFamily="2" charset="0"/>
                </a:rPr>
                <a:t>v</a:t>
              </a:r>
            </a:p>
          </p:txBody>
        </p:sp>
        <p:sp>
          <p:nvSpPr>
            <p:cNvPr id="24592" name="Text Box 18">
              <a:extLst>
                <a:ext uri="{FF2B5EF4-FFF2-40B4-BE49-F238E27FC236}">
                  <a16:creationId xmlns:a16="http://schemas.microsoft.com/office/drawing/2014/main" id="{417BDF6B-FAC7-CD44-927C-781F1CDD2A27}"/>
                </a:ext>
              </a:extLst>
            </p:cNvPr>
            <p:cNvSpPr txBox="1">
              <a:spLocks noChangeArrowheads="1"/>
            </p:cNvSpPr>
            <p:nvPr/>
          </p:nvSpPr>
          <p:spPr bwMode="auto">
            <a:xfrm>
              <a:off x="5983747" y="3952535"/>
              <a:ext cx="245939" cy="3066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7967" tIns="48983" rIns="97967" bIns="48983" anchor="ctr">
              <a:spAutoFit/>
            </a:bodyPr>
            <a:lstStyle>
              <a:lvl1pPr>
                <a:defRPr sz="2400">
                  <a:solidFill>
                    <a:schemeClr val="tx1"/>
                  </a:solidFill>
                  <a:latin typeface="Verdana" panose="020B0604030504040204" pitchFamily="34" charset="0"/>
                  <a:ea typeface="ＭＳ Ｐゴシック" panose="020B0600070205080204" pitchFamily="34" charset="-128"/>
                </a:defRPr>
              </a:lvl1pPr>
              <a:lvl2pPr marL="742950" indent="-285750">
                <a:defRPr sz="2400">
                  <a:solidFill>
                    <a:schemeClr val="tx1"/>
                  </a:solidFill>
                  <a:latin typeface="Verdana" panose="020B0604030504040204" pitchFamily="34" charset="0"/>
                  <a:ea typeface="ＭＳ Ｐゴシック" panose="020B0600070205080204" pitchFamily="34" charset="-128"/>
                </a:defRPr>
              </a:lvl2pPr>
              <a:lvl3pPr marL="1143000" indent="-228600">
                <a:defRPr sz="2400">
                  <a:solidFill>
                    <a:schemeClr val="tx1"/>
                  </a:solidFill>
                  <a:latin typeface="Verdana" panose="020B0604030504040204" pitchFamily="34" charset="0"/>
                  <a:ea typeface="ＭＳ Ｐゴシック" panose="020B0600070205080204" pitchFamily="34" charset="-128"/>
                </a:defRPr>
              </a:lvl3pPr>
              <a:lvl4pPr marL="1600200" indent="-228600">
                <a:defRPr sz="2400">
                  <a:solidFill>
                    <a:schemeClr val="tx1"/>
                  </a:solidFill>
                  <a:latin typeface="Verdana" panose="020B0604030504040204" pitchFamily="34" charset="0"/>
                  <a:ea typeface="ＭＳ Ｐゴシック" panose="020B0600070205080204" pitchFamily="34" charset="-128"/>
                </a:defRPr>
              </a:lvl4pPr>
              <a:lvl5pPr marL="2057400" indent="-228600">
                <a:defRPr sz="2400">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pPr algn="ctr">
                <a:spcBef>
                  <a:spcPct val="50000"/>
                </a:spcBef>
              </a:pPr>
              <a:r>
                <a:rPr lang="en-US" altLang="sk-SK" sz="1350" b="1">
                  <a:solidFill>
                    <a:srgbClr val="FF0000"/>
                  </a:solidFill>
                  <a:latin typeface="Helvetica" pitchFamily="2" charset="0"/>
                </a:rPr>
                <a:t>i</a:t>
              </a:r>
            </a:p>
          </p:txBody>
        </p:sp>
        <p:sp>
          <p:nvSpPr>
            <p:cNvPr id="24593" name="Text Box 19">
              <a:extLst>
                <a:ext uri="{FF2B5EF4-FFF2-40B4-BE49-F238E27FC236}">
                  <a16:creationId xmlns:a16="http://schemas.microsoft.com/office/drawing/2014/main" id="{1F54C2F8-3EC9-0C44-8C5B-B38A7FC5C351}"/>
                </a:ext>
              </a:extLst>
            </p:cNvPr>
            <p:cNvSpPr txBox="1">
              <a:spLocks noChangeArrowheads="1"/>
            </p:cNvSpPr>
            <p:nvPr/>
          </p:nvSpPr>
          <p:spPr bwMode="auto">
            <a:xfrm>
              <a:off x="5983747" y="4790735"/>
              <a:ext cx="245939" cy="3066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7967" tIns="48983" rIns="97967" bIns="48983" anchor="ctr">
              <a:spAutoFit/>
            </a:bodyPr>
            <a:lstStyle>
              <a:lvl1pPr>
                <a:defRPr sz="2400">
                  <a:solidFill>
                    <a:schemeClr val="tx1"/>
                  </a:solidFill>
                  <a:latin typeface="Verdana" panose="020B0604030504040204" pitchFamily="34" charset="0"/>
                  <a:ea typeface="ＭＳ Ｐゴシック" panose="020B0600070205080204" pitchFamily="34" charset="-128"/>
                </a:defRPr>
              </a:lvl1pPr>
              <a:lvl2pPr marL="742950" indent="-285750">
                <a:defRPr sz="2400">
                  <a:solidFill>
                    <a:schemeClr val="tx1"/>
                  </a:solidFill>
                  <a:latin typeface="Verdana" panose="020B0604030504040204" pitchFamily="34" charset="0"/>
                  <a:ea typeface="ＭＳ Ｐゴシック" panose="020B0600070205080204" pitchFamily="34" charset="-128"/>
                </a:defRPr>
              </a:lvl2pPr>
              <a:lvl3pPr marL="1143000" indent="-228600">
                <a:defRPr sz="2400">
                  <a:solidFill>
                    <a:schemeClr val="tx1"/>
                  </a:solidFill>
                  <a:latin typeface="Verdana" panose="020B0604030504040204" pitchFamily="34" charset="0"/>
                  <a:ea typeface="ＭＳ Ｐゴシック" panose="020B0600070205080204" pitchFamily="34" charset="-128"/>
                </a:defRPr>
              </a:lvl3pPr>
              <a:lvl4pPr marL="1600200" indent="-228600">
                <a:defRPr sz="2400">
                  <a:solidFill>
                    <a:schemeClr val="tx1"/>
                  </a:solidFill>
                  <a:latin typeface="Verdana" panose="020B0604030504040204" pitchFamily="34" charset="0"/>
                  <a:ea typeface="ＭＳ Ｐゴシック" panose="020B0600070205080204" pitchFamily="34" charset="-128"/>
                </a:defRPr>
              </a:lvl4pPr>
              <a:lvl5pPr marL="2057400" indent="-228600">
                <a:defRPr sz="2400">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pPr algn="ctr">
                <a:spcBef>
                  <a:spcPct val="50000"/>
                </a:spcBef>
              </a:pPr>
              <a:r>
                <a:rPr lang="en-US" altLang="sk-SK" sz="1350" b="1">
                  <a:solidFill>
                    <a:srgbClr val="FF0000"/>
                  </a:solidFill>
                  <a:latin typeface="Helvetica" pitchFamily="2" charset="0"/>
                </a:rPr>
                <a:t>i</a:t>
              </a:r>
            </a:p>
          </p:txBody>
        </p:sp>
        <p:sp>
          <p:nvSpPr>
            <p:cNvPr id="24594" name="Text Box 20">
              <a:extLst>
                <a:ext uri="{FF2B5EF4-FFF2-40B4-BE49-F238E27FC236}">
                  <a16:creationId xmlns:a16="http://schemas.microsoft.com/office/drawing/2014/main" id="{C1C6B9FF-27AF-0743-92AC-DCFF28C5671F}"/>
                </a:ext>
              </a:extLst>
            </p:cNvPr>
            <p:cNvSpPr txBox="1">
              <a:spLocks noChangeArrowheads="1"/>
            </p:cNvSpPr>
            <p:nvPr/>
          </p:nvSpPr>
          <p:spPr bwMode="auto">
            <a:xfrm>
              <a:off x="5983747" y="5095535"/>
              <a:ext cx="245939" cy="3066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7967" tIns="48983" rIns="97967" bIns="48983" anchor="ctr">
              <a:spAutoFit/>
            </a:bodyPr>
            <a:lstStyle>
              <a:lvl1pPr>
                <a:defRPr sz="2400">
                  <a:solidFill>
                    <a:schemeClr val="tx1"/>
                  </a:solidFill>
                  <a:latin typeface="Verdana" panose="020B0604030504040204" pitchFamily="34" charset="0"/>
                  <a:ea typeface="ＭＳ Ｐゴシック" panose="020B0600070205080204" pitchFamily="34" charset="-128"/>
                </a:defRPr>
              </a:lvl1pPr>
              <a:lvl2pPr marL="742950" indent="-285750">
                <a:defRPr sz="2400">
                  <a:solidFill>
                    <a:schemeClr val="tx1"/>
                  </a:solidFill>
                  <a:latin typeface="Verdana" panose="020B0604030504040204" pitchFamily="34" charset="0"/>
                  <a:ea typeface="ＭＳ Ｐゴシック" panose="020B0600070205080204" pitchFamily="34" charset="-128"/>
                </a:defRPr>
              </a:lvl2pPr>
              <a:lvl3pPr marL="1143000" indent="-228600">
                <a:defRPr sz="2400">
                  <a:solidFill>
                    <a:schemeClr val="tx1"/>
                  </a:solidFill>
                  <a:latin typeface="Verdana" panose="020B0604030504040204" pitchFamily="34" charset="0"/>
                  <a:ea typeface="ＭＳ Ｐゴシック" panose="020B0600070205080204" pitchFamily="34" charset="-128"/>
                </a:defRPr>
              </a:lvl3pPr>
              <a:lvl4pPr marL="1600200" indent="-228600">
                <a:defRPr sz="2400">
                  <a:solidFill>
                    <a:schemeClr val="tx1"/>
                  </a:solidFill>
                  <a:latin typeface="Verdana" panose="020B0604030504040204" pitchFamily="34" charset="0"/>
                  <a:ea typeface="ＭＳ Ｐゴシック" panose="020B0600070205080204" pitchFamily="34" charset="-128"/>
                </a:defRPr>
              </a:lvl4pPr>
              <a:lvl5pPr marL="2057400" indent="-228600">
                <a:defRPr sz="2400">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pPr algn="ctr">
                <a:spcBef>
                  <a:spcPct val="50000"/>
                </a:spcBef>
              </a:pPr>
              <a:r>
                <a:rPr lang="en-US" altLang="sk-SK" sz="1350" b="1">
                  <a:solidFill>
                    <a:srgbClr val="FF0000"/>
                  </a:solidFill>
                  <a:latin typeface="Helvetica" pitchFamily="2" charset="0"/>
                </a:rPr>
                <a:t>i</a:t>
              </a:r>
            </a:p>
          </p:txBody>
        </p:sp>
        <p:sp>
          <p:nvSpPr>
            <p:cNvPr id="24595" name="Text Box 21">
              <a:extLst>
                <a:ext uri="{FF2B5EF4-FFF2-40B4-BE49-F238E27FC236}">
                  <a16:creationId xmlns:a16="http://schemas.microsoft.com/office/drawing/2014/main" id="{14BD4732-8E46-0243-BE03-BE6FC394DAA3}"/>
                </a:ext>
              </a:extLst>
            </p:cNvPr>
            <p:cNvSpPr txBox="1">
              <a:spLocks noChangeArrowheads="1"/>
            </p:cNvSpPr>
            <p:nvPr/>
          </p:nvSpPr>
          <p:spPr bwMode="auto">
            <a:xfrm>
              <a:off x="4839910" y="4333535"/>
              <a:ext cx="419062" cy="3066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7967" tIns="48983" rIns="97967" bIns="48983" anchor="ctr">
              <a:spAutoFit/>
            </a:bodyPr>
            <a:lstStyle>
              <a:lvl1pPr>
                <a:defRPr sz="2400">
                  <a:solidFill>
                    <a:schemeClr val="tx1"/>
                  </a:solidFill>
                  <a:latin typeface="Verdana" panose="020B0604030504040204" pitchFamily="34" charset="0"/>
                  <a:ea typeface="ＭＳ Ｐゴシック" panose="020B0600070205080204" pitchFamily="34" charset="-128"/>
                </a:defRPr>
              </a:lvl1pPr>
              <a:lvl2pPr marL="742950" indent="-285750">
                <a:defRPr sz="2400">
                  <a:solidFill>
                    <a:schemeClr val="tx1"/>
                  </a:solidFill>
                  <a:latin typeface="Verdana" panose="020B0604030504040204" pitchFamily="34" charset="0"/>
                  <a:ea typeface="ＭＳ Ｐゴシック" panose="020B0600070205080204" pitchFamily="34" charset="-128"/>
                </a:defRPr>
              </a:lvl2pPr>
              <a:lvl3pPr marL="1143000" indent="-228600">
                <a:defRPr sz="2400">
                  <a:solidFill>
                    <a:schemeClr val="tx1"/>
                  </a:solidFill>
                  <a:latin typeface="Verdana" panose="020B0604030504040204" pitchFamily="34" charset="0"/>
                  <a:ea typeface="ＭＳ Ｐゴシック" panose="020B0600070205080204" pitchFamily="34" charset="-128"/>
                </a:defRPr>
              </a:lvl3pPr>
              <a:lvl4pPr marL="1600200" indent="-228600">
                <a:defRPr sz="2400">
                  <a:solidFill>
                    <a:schemeClr val="tx1"/>
                  </a:solidFill>
                  <a:latin typeface="Verdana" panose="020B0604030504040204" pitchFamily="34" charset="0"/>
                  <a:ea typeface="ＭＳ Ｐゴシック" panose="020B0600070205080204" pitchFamily="34" charset="-128"/>
                </a:defRPr>
              </a:lvl4pPr>
              <a:lvl5pPr marL="2057400" indent="-228600">
                <a:defRPr sz="2400">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pPr algn="ctr">
                <a:spcBef>
                  <a:spcPct val="50000"/>
                </a:spcBef>
              </a:pPr>
              <a:r>
                <a:rPr lang="en-US" altLang="sk-SK" sz="1350">
                  <a:latin typeface="Helvetica" pitchFamily="2" charset="0"/>
                </a:rPr>
                <a:t>….</a:t>
              </a:r>
            </a:p>
          </p:txBody>
        </p:sp>
        <p:sp>
          <p:nvSpPr>
            <p:cNvPr id="24596" name="Text Box 22">
              <a:extLst>
                <a:ext uri="{FF2B5EF4-FFF2-40B4-BE49-F238E27FC236}">
                  <a16:creationId xmlns:a16="http://schemas.microsoft.com/office/drawing/2014/main" id="{2E7EFEA2-845C-6E44-8620-5A537780FC12}"/>
                </a:ext>
              </a:extLst>
            </p:cNvPr>
            <p:cNvSpPr txBox="1">
              <a:spLocks noChangeArrowheads="1"/>
            </p:cNvSpPr>
            <p:nvPr/>
          </p:nvSpPr>
          <p:spPr bwMode="auto">
            <a:xfrm>
              <a:off x="4633918" y="2386037"/>
              <a:ext cx="914390" cy="329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7967" tIns="48983" rIns="97967" bIns="48983" anchor="ctr">
              <a:spAutoFit/>
            </a:bodyPr>
            <a:lstStyle>
              <a:lvl1pPr>
                <a:defRPr sz="2400">
                  <a:solidFill>
                    <a:schemeClr val="tx1"/>
                  </a:solidFill>
                  <a:latin typeface="Verdana" panose="020B0604030504040204" pitchFamily="34" charset="0"/>
                  <a:ea typeface="ＭＳ Ｐゴシック" panose="020B0600070205080204" pitchFamily="34" charset="-128"/>
                </a:defRPr>
              </a:lvl1pPr>
              <a:lvl2pPr marL="742950" indent="-285750">
                <a:defRPr sz="2400">
                  <a:solidFill>
                    <a:schemeClr val="tx1"/>
                  </a:solidFill>
                  <a:latin typeface="Verdana" panose="020B0604030504040204" pitchFamily="34" charset="0"/>
                  <a:ea typeface="ＭＳ Ｐゴシック" panose="020B0600070205080204" pitchFamily="34" charset="-128"/>
                </a:defRPr>
              </a:lvl2pPr>
              <a:lvl3pPr marL="1143000" indent="-228600">
                <a:defRPr sz="2400">
                  <a:solidFill>
                    <a:schemeClr val="tx1"/>
                  </a:solidFill>
                  <a:latin typeface="Verdana" panose="020B0604030504040204" pitchFamily="34" charset="0"/>
                  <a:ea typeface="ＭＳ Ｐゴシック" panose="020B0600070205080204" pitchFamily="34" charset="-128"/>
                </a:defRPr>
              </a:lvl3pPr>
              <a:lvl4pPr marL="1600200" indent="-228600">
                <a:defRPr sz="2400">
                  <a:solidFill>
                    <a:schemeClr val="tx1"/>
                  </a:solidFill>
                  <a:latin typeface="Verdana" panose="020B0604030504040204" pitchFamily="34" charset="0"/>
                  <a:ea typeface="ＭＳ Ｐゴシック" panose="020B0600070205080204" pitchFamily="34" charset="-128"/>
                </a:defRPr>
              </a:lvl4pPr>
              <a:lvl5pPr marL="2057400" indent="-228600">
                <a:defRPr sz="2400">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pPr algn="ctr">
                <a:spcBef>
                  <a:spcPct val="50000"/>
                </a:spcBef>
              </a:pPr>
              <a:r>
                <a:rPr lang="en-US" altLang="sk-SK" sz="1500">
                  <a:latin typeface="Helvetica" pitchFamily="2" charset="0"/>
                </a:rPr>
                <a:t>Frame #</a:t>
              </a:r>
            </a:p>
          </p:txBody>
        </p:sp>
        <p:sp>
          <p:nvSpPr>
            <p:cNvPr id="24597" name="Text Box 23">
              <a:extLst>
                <a:ext uri="{FF2B5EF4-FFF2-40B4-BE49-F238E27FC236}">
                  <a16:creationId xmlns:a16="http://schemas.microsoft.com/office/drawing/2014/main" id="{71CE3439-DD8B-CA44-B3A8-19DB176CC703}"/>
                </a:ext>
              </a:extLst>
            </p:cNvPr>
            <p:cNvSpPr txBox="1">
              <a:spLocks noChangeArrowheads="1"/>
            </p:cNvSpPr>
            <p:nvPr/>
          </p:nvSpPr>
          <p:spPr bwMode="auto">
            <a:xfrm>
              <a:off x="5898480" y="2386037"/>
              <a:ext cx="1464221" cy="329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7967" tIns="48983" rIns="97967" bIns="48983" anchor="ctr">
              <a:spAutoFit/>
            </a:bodyPr>
            <a:lstStyle>
              <a:lvl1pPr>
                <a:defRPr sz="2400">
                  <a:solidFill>
                    <a:schemeClr val="tx1"/>
                  </a:solidFill>
                  <a:latin typeface="Verdana" panose="020B0604030504040204" pitchFamily="34" charset="0"/>
                  <a:ea typeface="ＭＳ Ｐゴシック" panose="020B0600070205080204" pitchFamily="34" charset="-128"/>
                </a:defRPr>
              </a:lvl1pPr>
              <a:lvl2pPr marL="742950" indent="-285750">
                <a:defRPr sz="2400">
                  <a:solidFill>
                    <a:schemeClr val="tx1"/>
                  </a:solidFill>
                  <a:latin typeface="Verdana" panose="020B0604030504040204" pitchFamily="34" charset="0"/>
                  <a:ea typeface="ＭＳ Ｐゴシック" panose="020B0600070205080204" pitchFamily="34" charset="-128"/>
                </a:defRPr>
              </a:lvl2pPr>
              <a:lvl3pPr marL="1143000" indent="-228600">
                <a:defRPr sz="2400">
                  <a:solidFill>
                    <a:schemeClr val="tx1"/>
                  </a:solidFill>
                  <a:latin typeface="Verdana" panose="020B0604030504040204" pitchFamily="34" charset="0"/>
                  <a:ea typeface="ＭＳ Ｐゴシック" panose="020B0600070205080204" pitchFamily="34" charset="-128"/>
                </a:defRPr>
              </a:lvl3pPr>
              <a:lvl4pPr marL="1600200" indent="-228600">
                <a:defRPr sz="2400">
                  <a:solidFill>
                    <a:schemeClr val="tx1"/>
                  </a:solidFill>
                  <a:latin typeface="Verdana" panose="020B0604030504040204" pitchFamily="34" charset="0"/>
                  <a:ea typeface="ＭＳ Ｐゴシック" panose="020B0600070205080204" pitchFamily="34" charset="-128"/>
                </a:defRPr>
              </a:lvl4pPr>
              <a:lvl5pPr marL="2057400" indent="-228600">
                <a:defRPr sz="2400">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pPr algn="ctr">
                <a:spcBef>
                  <a:spcPct val="50000"/>
                </a:spcBef>
              </a:pPr>
              <a:r>
                <a:rPr lang="en-US" altLang="sk-SK" sz="1500">
                  <a:latin typeface="Helvetica" pitchFamily="2" charset="0"/>
                </a:rPr>
                <a:t>valid-invalid bit</a:t>
              </a:r>
            </a:p>
          </p:txBody>
        </p:sp>
        <p:sp>
          <p:nvSpPr>
            <p:cNvPr id="24598" name="Text Box 24">
              <a:extLst>
                <a:ext uri="{FF2B5EF4-FFF2-40B4-BE49-F238E27FC236}">
                  <a16:creationId xmlns:a16="http://schemas.microsoft.com/office/drawing/2014/main" id="{E752A21C-DC8F-CE47-94CD-4A2783683884}"/>
                </a:ext>
              </a:extLst>
            </p:cNvPr>
            <p:cNvSpPr txBox="1">
              <a:spLocks noChangeArrowheads="1"/>
            </p:cNvSpPr>
            <p:nvPr/>
          </p:nvSpPr>
          <p:spPr bwMode="auto">
            <a:xfrm>
              <a:off x="4856666" y="5357837"/>
              <a:ext cx="1098735" cy="329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7967" tIns="48983" rIns="97967" bIns="48983" anchor="ctr">
              <a:spAutoFit/>
            </a:bodyPr>
            <a:lstStyle>
              <a:lvl1pPr>
                <a:defRPr sz="2400">
                  <a:solidFill>
                    <a:schemeClr val="tx1"/>
                  </a:solidFill>
                  <a:latin typeface="Verdana" panose="020B0604030504040204" pitchFamily="34" charset="0"/>
                  <a:ea typeface="ＭＳ Ｐゴシック" panose="020B0600070205080204" pitchFamily="34" charset="-128"/>
                </a:defRPr>
              </a:lvl1pPr>
              <a:lvl2pPr marL="742950" indent="-285750">
                <a:defRPr sz="2400">
                  <a:solidFill>
                    <a:schemeClr val="tx1"/>
                  </a:solidFill>
                  <a:latin typeface="Verdana" panose="020B0604030504040204" pitchFamily="34" charset="0"/>
                  <a:ea typeface="ＭＳ Ｐゴシック" panose="020B0600070205080204" pitchFamily="34" charset="-128"/>
                </a:defRPr>
              </a:lvl2pPr>
              <a:lvl3pPr marL="1143000" indent="-228600">
                <a:defRPr sz="2400">
                  <a:solidFill>
                    <a:schemeClr val="tx1"/>
                  </a:solidFill>
                  <a:latin typeface="Verdana" panose="020B0604030504040204" pitchFamily="34" charset="0"/>
                  <a:ea typeface="ＭＳ Ｐゴシック" panose="020B0600070205080204" pitchFamily="34" charset="-128"/>
                </a:defRPr>
              </a:lvl3pPr>
              <a:lvl4pPr marL="1600200" indent="-228600">
                <a:defRPr sz="2400">
                  <a:solidFill>
                    <a:schemeClr val="tx1"/>
                  </a:solidFill>
                  <a:latin typeface="Verdana" panose="020B0604030504040204" pitchFamily="34" charset="0"/>
                  <a:ea typeface="ＭＳ Ｐゴシック" panose="020B0600070205080204" pitchFamily="34" charset="-128"/>
                </a:defRPr>
              </a:lvl4pPr>
              <a:lvl5pPr marL="2057400" indent="-228600">
                <a:defRPr sz="2400">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pPr algn="ctr">
                <a:spcBef>
                  <a:spcPct val="50000"/>
                </a:spcBef>
              </a:pPr>
              <a:r>
                <a:rPr lang="en-US" altLang="sk-SK" sz="1500">
                  <a:latin typeface="Helvetica" pitchFamily="2" charset="0"/>
                </a:rPr>
                <a:t>page table</a:t>
              </a:r>
            </a:p>
          </p:txBody>
        </p:sp>
      </p:grpSp>
    </p:spTree>
    <p:extLst>
      <p:ext uri="{BB962C8B-B14F-4D97-AF65-F5344CB8AC3E}">
        <p14:creationId xmlns:p14="http://schemas.microsoft.com/office/powerpoint/2010/main" val="8445270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a:extLst>
              <a:ext uri="{FF2B5EF4-FFF2-40B4-BE49-F238E27FC236}">
                <a16:creationId xmlns:a16="http://schemas.microsoft.com/office/drawing/2014/main" id="{1D0405DA-EF1A-7A40-9AE5-D705C12A06DB}"/>
              </a:ext>
            </a:extLst>
          </p:cNvPr>
          <p:cNvSpPr>
            <a:spLocks noGrp="1" noChangeArrowheads="1"/>
          </p:cNvSpPr>
          <p:nvPr>
            <p:ph type="title"/>
          </p:nvPr>
        </p:nvSpPr>
        <p:spPr/>
        <p:txBody>
          <a:bodyPr/>
          <a:lstStyle/>
          <a:p>
            <a:r>
              <a:rPr lang="en-US" altLang="sk-SK"/>
              <a:t>Page Table When Some Pages Are Not in Main Memory</a:t>
            </a:r>
          </a:p>
        </p:txBody>
      </p:sp>
      <p:pic>
        <p:nvPicPr>
          <p:cNvPr id="26626" name="Picture 4" descr="9">
            <a:extLst>
              <a:ext uri="{FF2B5EF4-FFF2-40B4-BE49-F238E27FC236}">
                <a16:creationId xmlns:a16="http://schemas.microsoft.com/office/drawing/2014/main" id="{69048F74-31E4-514F-BC40-34F14F6C34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71825" y="1585913"/>
            <a:ext cx="5848350" cy="5042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 name="Rovná spojovacia šípka 2">
            <a:extLst>
              <a:ext uri="{FF2B5EF4-FFF2-40B4-BE49-F238E27FC236}">
                <a16:creationId xmlns:a16="http://schemas.microsoft.com/office/drawing/2014/main" id="{77F59F7B-16F8-1340-8AD2-D5E46B990E72}"/>
              </a:ext>
            </a:extLst>
          </p:cNvPr>
          <p:cNvCxnSpPr/>
          <p:nvPr/>
        </p:nvCxnSpPr>
        <p:spPr>
          <a:xfrm>
            <a:off x="4062334" y="3822492"/>
            <a:ext cx="719528" cy="179882"/>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6" name="Rovná spojovacia šípka 5">
            <a:extLst>
              <a:ext uri="{FF2B5EF4-FFF2-40B4-BE49-F238E27FC236}">
                <a16:creationId xmlns:a16="http://schemas.microsoft.com/office/drawing/2014/main" id="{89405E0C-BD9C-7B4E-8A91-FA90FF55078E}"/>
              </a:ext>
            </a:extLst>
          </p:cNvPr>
          <p:cNvCxnSpPr>
            <a:cxnSpLocks/>
          </p:cNvCxnSpPr>
          <p:nvPr/>
        </p:nvCxnSpPr>
        <p:spPr>
          <a:xfrm>
            <a:off x="5516380" y="4107061"/>
            <a:ext cx="692046" cy="287556"/>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8" name="Rovná spojovacia šípka 7">
            <a:extLst>
              <a:ext uri="{FF2B5EF4-FFF2-40B4-BE49-F238E27FC236}">
                <a16:creationId xmlns:a16="http://schemas.microsoft.com/office/drawing/2014/main" id="{AA8B8CDD-B754-8849-A746-BB8425F9C7AD}"/>
              </a:ext>
            </a:extLst>
          </p:cNvPr>
          <p:cNvCxnSpPr>
            <a:cxnSpLocks/>
          </p:cNvCxnSpPr>
          <p:nvPr/>
        </p:nvCxnSpPr>
        <p:spPr>
          <a:xfrm>
            <a:off x="4062334" y="3285222"/>
            <a:ext cx="692046" cy="28755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Rovná spojovacia šípka 8">
            <a:extLst>
              <a:ext uri="{FF2B5EF4-FFF2-40B4-BE49-F238E27FC236}">
                <a16:creationId xmlns:a16="http://schemas.microsoft.com/office/drawing/2014/main" id="{0361972C-6638-D14C-9DBD-A45FB4879406}"/>
              </a:ext>
            </a:extLst>
          </p:cNvPr>
          <p:cNvCxnSpPr>
            <a:cxnSpLocks/>
          </p:cNvCxnSpPr>
          <p:nvPr/>
        </p:nvCxnSpPr>
        <p:spPr>
          <a:xfrm>
            <a:off x="5403954" y="3678714"/>
            <a:ext cx="2705725" cy="32366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649335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a:extLst>
              <a:ext uri="{FF2B5EF4-FFF2-40B4-BE49-F238E27FC236}">
                <a16:creationId xmlns:a16="http://schemas.microsoft.com/office/drawing/2014/main" id="{9BDB4423-C1AD-7948-8ECC-C698326450C4}"/>
              </a:ext>
            </a:extLst>
          </p:cNvPr>
          <p:cNvSpPr>
            <a:spLocks noGrp="1" noChangeArrowheads="1"/>
          </p:cNvSpPr>
          <p:nvPr>
            <p:ph type="title"/>
          </p:nvPr>
        </p:nvSpPr>
        <p:spPr/>
        <p:txBody>
          <a:bodyPr/>
          <a:lstStyle/>
          <a:p>
            <a:r>
              <a:rPr lang="en-US" altLang="sk-SK"/>
              <a:t>Page Fault </a:t>
            </a:r>
            <a:r>
              <a:rPr lang="en-US" altLang="sk-SK" sz="2400"/>
              <a:t>(</a:t>
            </a:r>
            <a:r>
              <a:rPr lang="en-US" altLang="sk-SK" sz="2400" err="1"/>
              <a:t>výpadok</a:t>
            </a:r>
            <a:r>
              <a:rPr lang="en-US" altLang="sk-SK" sz="2400"/>
              <a:t> </a:t>
            </a:r>
            <a:r>
              <a:rPr lang="en-US" altLang="sk-SK" sz="2400" err="1"/>
              <a:t>stránky</a:t>
            </a:r>
            <a:r>
              <a:rPr lang="en-US" altLang="sk-SK" sz="2400"/>
              <a:t>)</a:t>
            </a:r>
            <a:endParaRPr lang="en-US" altLang="sk-SK"/>
          </a:p>
        </p:txBody>
      </p:sp>
      <p:sp>
        <p:nvSpPr>
          <p:cNvPr id="28674" name="Rectangle 3">
            <a:extLst>
              <a:ext uri="{FF2B5EF4-FFF2-40B4-BE49-F238E27FC236}">
                <a16:creationId xmlns:a16="http://schemas.microsoft.com/office/drawing/2014/main" id="{C960C3DD-87AB-BF4A-8897-644B149AF11D}"/>
              </a:ext>
            </a:extLst>
          </p:cNvPr>
          <p:cNvSpPr>
            <a:spLocks noGrp="1" noChangeArrowheads="1"/>
          </p:cNvSpPr>
          <p:nvPr>
            <p:ph type="body" idx="1"/>
          </p:nvPr>
        </p:nvSpPr>
        <p:spPr/>
        <p:txBody>
          <a:bodyPr>
            <a:normAutofit fontScale="92500" lnSpcReduction="20000"/>
          </a:bodyPr>
          <a:lstStyle/>
          <a:p>
            <a:r>
              <a:rPr lang="en-US" altLang="sk-SK"/>
              <a:t>If there is a reference to a page</a:t>
            </a:r>
            <a:r>
              <a:rPr lang="sk-SK" altLang="sk-SK"/>
              <a:t> </a:t>
            </a:r>
            <a:r>
              <a:rPr lang="sk-SK" altLang="sk-SK" sz="1500"/>
              <a:t>(</a:t>
            </a:r>
            <a:r>
              <a:rPr lang="sk-SK" altLang="sk-SK" sz="1500" err="1"/>
              <a:t>not</a:t>
            </a:r>
            <a:r>
              <a:rPr lang="sk-SK" altLang="sk-SK" sz="1500"/>
              <a:t> in </a:t>
            </a:r>
            <a:r>
              <a:rPr lang="sk-SK" altLang="sk-SK" sz="1500" err="1"/>
              <a:t>memory</a:t>
            </a:r>
            <a:r>
              <a:rPr lang="sk-SK" altLang="sk-SK" sz="1500"/>
              <a:t>)</a:t>
            </a:r>
            <a:r>
              <a:rPr lang="en-US" altLang="sk-SK"/>
              <a:t>, first reference to that page will trap to operating system:</a:t>
            </a:r>
          </a:p>
          <a:p>
            <a:pPr marL="0" indent="0">
              <a:buNone/>
            </a:pPr>
            <a:r>
              <a:rPr lang="en-US" altLang="sk-SK">
                <a:sym typeface="Symbol" pitchFamily="2" charset="2"/>
              </a:rPr>
              <a:t>              </a:t>
            </a:r>
            <a:r>
              <a:rPr lang="en-US" altLang="sk-SK">
                <a:solidFill>
                  <a:srgbClr val="0070C0"/>
                </a:solidFill>
                <a:sym typeface="Symbol" pitchFamily="2" charset="2"/>
              </a:rPr>
              <a:t>page fault</a:t>
            </a:r>
          </a:p>
          <a:p>
            <a:r>
              <a:rPr lang="en-US" altLang="sk-SK">
                <a:sym typeface="Symbol" pitchFamily="2" charset="2"/>
              </a:rPr>
              <a:t>Operating system looks at another table to decide:</a:t>
            </a:r>
          </a:p>
          <a:p>
            <a:pPr lvl="1"/>
            <a:r>
              <a:rPr lang="en-US" altLang="sk-SK"/>
              <a:t>Invalid reference </a:t>
            </a:r>
            <a:r>
              <a:rPr lang="en-US" altLang="sk-SK">
                <a:sym typeface="Symbol" pitchFamily="2" charset="2"/>
              </a:rPr>
              <a:t> abort</a:t>
            </a:r>
          </a:p>
          <a:p>
            <a:pPr lvl="1"/>
            <a:r>
              <a:rPr lang="en-US" altLang="sk-SK">
                <a:sym typeface="Symbol" pitchFamily="2" charset="2"/>
              </a:rPr>
              <a:t>Just not in memory</a:t>
            </a:r>
          </a:p>
          <a:p>
            <a:r>
              <a:rPr lang="en-US" altLang="sk-SK">
                <a:sym typeface="Symbol" pitchFamily="2" charset="2"/>
              </a:rPr>
              <a:t>Find free frame</a:t>
            </a:r>
          </a:p>
          <a:p>
            <a:r>
              <a:rPr lang="en-US" altLang="sk-SK">
                <a:sym typeface="Symbol" pitchFamily="2" charset="2"/>
              </a:rPr>
              <a:t>Swap page into frame via scheduled disk operation</a:t>
            </a:r>
          </a:p>
          <a:p>
            <a:r>
              <a:rPr lang="en-US" altLang="sk-SK">
                <a:sym typeface="Symbol" pitchFamily="2" charset="2"/>
              </a:rPr>
              <a:t>Reset tables to indicate page now in memory</a:t>
            </a:r>
            <a:br>
              <a:rPr lang="en-US" altLang="sk-SK">
                <a:sym typeface="Symbol" pitchFamily="2" charset="2"/>
              </a:rPr>
            </a:br>
            <a:r>
              <a:rPr lang="en-US" altLang="sk-SK">
                <a:sym typeface="Symbol" pitchFamily="2" charset="2"/>
              </a:rPr>
              <a:t>Set validation bit = </a:t>
            </a:r>
            <a:r>
              <a:rPr lang="en-US" altLang="sk-SK">
                <a:solidFill>
                  <a:srgbClr val="FF0000"/>
                </a:solidFill>
                <a:sym typeface="Symbol" pitchFamily="2" charset="2"/>
              </a:rPr>
              <a:t>v</a:t>
            </a:r>
          </a:p>
          <a:p>
            <a:r>
              <a:rPr lang="en-US" altLang="sk-SK">
                <a:sym typeface="Symbol" pitchFamily="2" charset="2"/>
              </a:rPr>
              <a:t>Restart the instruction that caused the page fault</a:t>
            </a:r>
          </a:p>
        </p:txBody>
      </p:sp>
    </p:spTree>
    <p:extLst>
      <p:ext uri="{BB962C8B-B14F-4D97-AF65-F5344CB8AC3E}">
        <p14:creationId xmlns:p14="http://schemas.microsoft.com/office/powerpoint/2010/main" val="17735372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a:extLst>
              <a:ext uri="{FF2B5EF4-FFF2-40B4-BE49-F238E27FC236}">
                <a16:creationId xmlns:a16="http://schemas.microsoft.com/office/drawing/2014/main" id="{6E6C7C88-9D03-294C-A7F2-9EBAACD0E096}"/>
              </a:ext>
            </a:extLst>
          </p:cNvPr>
          <p:cNvSpPr>
            <a:spLocks noGrp="1" noChangeArrowheads="1"/>
          </p:cNvSpPr>
          <p:nvPr>
            <p:ph type="title"/>
          </p:nvPr>
        </p:nvSpPr>
        <p:spPr/>
        <p:txBody>
          <a:bodyPr/>
          <a:lstStyle/>
          <a:p>
            <a:r>
              <a:rPr lang="en-US" altLang="sk-SK" dirty="0"/>
              <a:t>Steps in Handling a Page Fault</a:t>
            </a:r>
          </a:p>
        </p:txBody>
      </p:sp>
      <p:pic>
        <p:nvPicPr>
          <p:cNvPr id="30722" name="Picture 4" descr="9">
            <a:extLst>
              <a:ext uri="{FF2B5EF4-FFF2-40B4-BE49-F238E27FC236}">
                <a16:creationId xmlns:a16="http://schemas.microsoft.com/office/drawing/2014/main" id="{D07A11C9-0D9D-EF43-B576-7D2EE60BF9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41985" y="1380331"/>
            <a:ext cx="6893719" cy="5112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BlokTextu 1">
            <a:extLst>
              <a:ext uri="{FF2B5EF4-FFF2-40B4-BE49-F238E27FC236}">
                <a16:creationId xmlns:a16="http://schemas.microsoft.com/office/drawing/2014/main" id="{5C31053F-6C0D-E049-BDE3-E28C63DC2CE4}"/>
              </a:ext>
            </a:extLst>
          </p:cNvPr>
          <p:cNvSpPr txBox="1"/>
          <p:nvPr/>
        </p:nvSpPr>
        <p:spPr>
          <a:xfrm>
            <a:off x="509666" y="1828800"/>
            <a:ext cx="2278504" cy="1477328"/>
          </a:xfrm>
          <a:prstGeom prst="rect">
            <a:avLst/>
          </a:prstGeom>
          <a:noFill/>
        </p:spPr>
        <p:txBody>
          <a:bodyPr wrap="square" rtlCol="0">
            <a:spAutoFit/>
          </a:bodyPr>
          <a:lstStyle/>
          <a:p>
            <a:r>
              <a:rPr lang="en-US">
                <a:solidFill>
                  <a:srgbClr val="0070C0"/>
                </a:solidFill>
              </a:rPr>
              <a:t>I . Invalid bit</a:t>
            </a:r>
          </a:p>
          <a:p>
            <a:r>
              <a:rPr lang="en-US"/>
              <a:t>1. invalid reference – quit program</a:t>
            </a:r>
          </a:p>
          <a:p>
            <a:r>
              <a:rPr lang="en-US"/>
              <a:t>2.  not in memory – bring it in</a:t>
            </a:r>
          </a:p>
        </p:txBody>
      </p:sp>
    </p:spTree>
    <p:extLst>
      <p:ext uri="{BB962C8B-B14F-4D97-AF65-F5344CB8AC3E}">
        <p14:creationId xmlns:p14="http://schemas.microsoft.com/office/powerpoint/2010/main" val="8458099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Title 1">
            <a:extLst>
              <a:ext uri="{FF2B5EF4-FFF2-40B4-BE49-F238E27FC236}">
                <a16:creationId xmlns:a16="http://schemas.microsoft.com/office/drawing/2014/main" id="{5DC08B71-340D-5C4E-A0C9-3FC98B39B063}"/>
              </a:ext>
            </a:extLst>
          </p:cNvPr>
          <p:cNvSpPr>
            <a:spLocks noGrp="1"/>
          </p:cNvSpPr>
          <p:nvPr>
            <p:ph type="title"/>
          </p:nvPr>
        </p:nvSpPr>
        <p:spPr/>
        <p:txBody>
          <a:bodyPr/>
          <a:lstStyle/>
          <a:p>
            <a:r>
              <a:rPr lang="en-US" altLang="sk-SK"/>
              <a:t>Aspects of Demand Paging</a:t>
            </a:r>
          </a:p>
        </p:txBody>
      </p:sp>
      <p:sp>
        <p:nvSpPr>
          <p:cNvPr id="32770" name="Content Placeholder 2">
            <a:extLst>
              <a:ext uri="{FF2B5EF4-FFF2-40B4-BE49-F238E27FC236}">
                <a16:creationId xmlns:a16="http://schemas.microsoft.com/office/drawing/2014/main" id="{7E8B5D18-DC4F-134B-AF3D-2B537A623C4C}"/>
              </a:ext>
            </a:extLst>
          </p:cNvPr>
          <p:cNvSpPr>
            <a:spLocks noGrp="1"/>
          </p:cNvSpPr>
          <p:nvPr>
            <p:ph idx="1"/>
          </p:nvPr>
        </p:nvSpPr>
        <p:spPr/>
        <p:txBody>
          <a:bodyPr>
            <a:normAutofit fontScale="85000" lnSpcReduction="20000"/>
          </a:bodyPr>
          <a:lstStyle/>
          <a:p>
            <a:r>
              <a:rPr lang="en-US" altLang="sk-SK"/>
              <a:t>Extreme case – start process with no pages in memory</a:t>
            </a:r>
          </a:p>
          <a:p>
            <a:pPr lvl="1"/>
            <a:r>
              <a:rPr lang="en-US" altLang="sk-SK"/>
              <a:t>OS sets instruction pointer to first instruction of process, non-memory-resident -&gt; page fault</a:t>
            </a:r>
          </a:p>
          <a:p>
            <a:pPr lvl="1"/>
            <a:r>
              <a:rPr lang="en-US" altLang="sk-SK"/>
              <a:t>And for every other process pages on first access</a:t>
            </a:r>
          </a:p>
          <a:p>
            <a:pPr lvl="1"/>
            <a:r>
              <a:rPr lang="en-US" altLang="sk-SK">
                <a:solidFill>
                  <a:srgbClr val="0070C0"/>
                </a:solidFill>
              </a:rPr>
              <a:t>Pure demand paging</a:t>
            </a:r>
          </a:p>
          <a:p>
            <a:pPr lvl="1"/>
            <a:endParaRPr lang="en-US" altLang="sk-SK"/>
          </a:p>
          <a:p>
            <a:r>
              <a:rPr lang="en-US" altLang="sk-SK"/>
              <a:t>Actually, a given instruction could access multiple pages -&gt; multiple page faults</a:t>
            </a:r>
          </a:p>
          <a:p>
            <a:pPr lvl="1"/>
            <a:r>
              <a:rPr lang="en-US" altLang="sk-SK"/>
              <a:t>Consider fetch and decode of instruction which adds 2 numbers from memory and stores result back to memory</a:t>
            </a:r>
          </a:p>
          <a:p>
            <a:pPr lvl="1"/>
            <a:r>
              <a:rPr lang="en-US" altLang="sk-SK"/>
              <a:t>Pain decreased because of </a:t>
            </a:r>
            <a:r>
              <a:rPr lang="en-US" altLang="sk-SK">
                <a:solidFill>
                  <a:srgbClr val="0070C0"/>
                </a:solidFill>
              </a:rPr>
              <a:t>locality of reference</a:t>
            </a:r>
          </a:p>
          <a:p>
            <a:pPr lvl="1"/>
            <a:endParaRPr lang="en-US" altLang="sk-SK"/>
          </a:p>
          <a:p>
            <a:r>
              <a:rPr lang="en-US" altLang="sk-SK"/>
              <a:t>Hardware support needed for demand paging</a:t>
            </a:r>
          </a:p>
          <a:p>
            <a:pPr lvl="1"/>
            <a:r>
              <a:rPr lang="en-US" altLang="sk-SK" u="sng"/>
              <a:t>Page table </a:t>
            </a:r>
            <a:r>
              <a:rPr lang="en-US" altLang="sk-SK"/>
              <a:t>with valid / invalid bit</a:t>
            </a:r>
          </a:p>
          <a:p>
            <a:pPr lvl="1"/>
            <a:r>
              <a:rPr lang="en-US" altLang="sk-SK" u="sng"/>
              <a:t>Secondary memory </a:t>
            </a:r>
            <a:r>
              <a:rPr lang="en-US" altLang="sk-SK"/>
              <a:t>(swap device with </a:t>
            </a:r>
            <a:r>
              <a:rPr lang="en-US" altLang="sk-SK">
                <a:solidFill>
                  <a:srgbClr val="0070C0"/>
                </a:solidFill>
              </a:rPr>
              <a:t>swap space</a:t>
            </a:r>
            <a:r>
              <a:rPr lang="en-US" altLang="sk-SK"/>
              <a:t>)</a:t>
            </a:r>
          </a:p>
          <a:p>
            <a:pPr lvl="1"/>
            <a:r>
              <a:rPr lang="en-US" altLang="sk-SK"/>
              <a:t>Instruction restart</a:t>
            </a:r>
          </a:p>
        </p:txBody>
      </p:sp>
    </p:spTree>
    <p:extLst>
      <p:ext uri="{BB962C8B-B14F-4D97-AF65-F5344CB8AC3E}">
        <p14:creationId xmlns:p14="http://schemas.microsoft.com/office/powerpoint/2010/main" val="16217109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a:extLst>
              <a:ext uri="{FF2B5EF4-FFF2-40B4-BE49-F238E27FC236}">
                <a16:creationId xmlns:a16="http://schemas.microsoft.com/office/drawing/2014/main" id="{DA22F297-5956-7240-B53A-E0680FB0140A}"/>
              </a:ext>
            </a:extLst>
          </p:cNvPr>
          <p:cNvSpPr>
            <a:spLocks noGrp="1" noChangeArrowheads="1"/>
          </p:cNvSpPr>
          <p:nvPr>
            <p:ph type="title"/>
          </p:nvPr>
        </p:nvSpPr>
        <p:spPr/>
        <p:txBody>
          <a:bodyPr/>
          <a:lstStyle/>
          <a:p>
            <a:r>
              <a:rPr lang="en-US" altLang="sk-SK" dirty="0"/>
              <a:t>Instruction Restart</a:t>
            </a:r>
          </a:p>
        </p:txBody>
      </p:sp>
      <p:sp>
        <p:nvSpPr>
          <p:cNvPr id="33794" name="Rectangle 3">
            <a:extLst>
              <a:ext uri="{FF2B5EF4-FFF2-40B4-BE49-F238E27FC236}">
                <a16:creationId xmlns:a16="http://schemas.microsoft.com/office/drawing/2014/main" id="{680B1FA1-5A47-EB4A-8E47-676AE6377B44}"/>
              </a:ext>
            </a:extLst>
          </p:cNvPr>
          <p:cNvSpPr>
            <a:spLocks noGrp="1" noChangeArrowheads="1"/>
          </p:cNvSpPr>
          <p:nvPr>
            <p:ph type="body" idx="1"/>
          </p:nvPr>
        </p:nvSpPr>
        <p:spPr/>
        <p:txBody>
          <a:bodyPr>
            <a:normAutofit lnSpcReduction="10000"/>
          </a:bodyPr>
          <a:lstStyle/>
          <a:p>
            <a:r>
              <a:rPr lang="en-US" altLang="sk-SK"/>
              <a:t>Consider an instruction that could access several different locations</a:t>
            </a:r>
          </a:p>
          <a:p>
            <a:pPr lvl="1"/>
            <a:r>
              <a:rPr lang="en-US" altLang="sk-SK">
                <a:sym typeface="Symbol" pitchFamily="2" charset="2"/>
              </a:rPr>
              <a:t>block move</a:t>
            </a:r>
            <a:br>
              <a:rPr lang="en-US" altLang="sk-SK">
                <a:sym typeface="Symbol" pitchFamily="2" charset="2"/>
              </a:rPr>
            </a:br>
            <a:br>
              <a:rPr lang="en-US" altLang="sk-SK">
                <a:sym typeface="Symbol" pitchFamily="2" charset="2"/>
              </a:rPr>
            </a:br>
            <a:br>
              <a:rPr lang="en-US" altLang="sk-SK">
                <a:sym typeface="Symbol" pitchFamily="2" charset="2"/>
              </a:rPr>
            </a:br>
            <a:br>
              <a:rPr lang="en-US" altLang="sk-SK">
                <a:sym typeface="Symbol" pitchFamily="2" charset="2"/>
              </a:rPr>
            </a:br>
            <a:br>
              <a:rPr lang="en-US" altLang="sk-SK">
                <a:sym typeface="Symbol" pitchFamily="2" charset="2"/>
              </a:rPr>
            </a:br>
            <a:endParaRPr lang="en-US" altLang="sk-SK">
              <a:sym typeface="Symbol" pitchFamily="2" charset="2"/>
            </a:endParaRPr>
          </a:p>
          <a:p>
            <a:pPr lvl="1"/>
            <a:endParaRPr lang="en-US" altLang="sk-SK">
              <a:sym typeface="Symbol" pitchFamily="2" charset="2"/>
            </a:endParaRPr>
          </a:p>
          <a:p>
            <a:pPr lvl="1"/>
            <a:endParaRPr lang="en-US" altLang="sk-SK">
              <a:sym typeface="Symbol" pitchFamily="2" charset="2"/>
            </a:endParaRPr>
          </a:p>
          <a:p>
            <a:pPr lvl="1"/>
            <a:endParaRPr lang="en-US" altLang="sk-SK">
              <a:sym typeface="Symbol" pitchFamily="2" charset="2"/>
            </a:endParaRPr>
          </a:p>
          <a:p>
            <a:pPr lvl="1"/>
            <a:r>
              <a:rPr lang="en-US" altLang="sk-SK">
                <a:sym typeface="Symbol" pitchFamily="2" charset="2"/>
              </a:rPr>
              <a:t>auto increment/decrement location</a:t>
            </a:r>
          </a:p>
          <a:p>
            <a:pPr lvl="1"/>
            <a:r>
              <a:rPr lang="en-US" altLang="sk-SK">
                <a:sym typeface="Symbol" pitchFamily="2" charset="2"/>
              </a:rPr>
              <a:t>Restart the whole operation?</a:t>
            </a:r>
          </a:p>
          <a:p>
            <a:pPr lvl="2"/>
            <a:r>
              <a:rPr lang="en-US" altLang="sk-SK">
                <a:sym typeface="Symbol" pitchFamily="2" charset="2"/>
              </a:rPr>
              <a:t>What if source and destination overlap?</a:t>
            </a:r>
          </a:p>
        </p:txBody>
      </p:sp>
      <p:grpSp>
        <p:nvGrpSpPr>
          <p:cNvPr id="2" name="Skupina 1">
            <a:extLst>
              <a:ext uri="{FF2B5EF4-FFF2-40B4-BE49-F238E27FC236}">
                <a16:creationId xmlns:a16="http://schemas.microsoft.com/office/drawing/2014/main" id="{E388631C-0DEC-E747-9418-685D9F67DECA}"/>
              </a:ext>
            </a:extLst>
          </p:cNvPr>
          <p:cNvGrpSpPr/>
          <p:nvPr/>
        </p:nvGrpSpPr>
        <p:grpSpPr>
          <a:xfrm>
            <a:off x="4595182" y="2844263"/>
            <a:ext cx="1621632" cy="1501378"/>
            <a:chOff x="4756547" y="1965722"/>
            <a:chExt cx="1621632" cy="1501378"/>
          </a:xfrm>
        </p:grpSpPr>
        <p:sp>
          <p:nvSpPr>
            <p:cNvPr id="33795" name="Rectangle 4">
              <a:extLst>
                <a:ext uri="{FF2B5EF4-FFF2-40B4-BE49-F238E27FC236}">
                  <a16:creationId xmlns:a16="http://schemas.microsoft.com/office/drawing/2014/main" id="{7B84EEE6-6EC8-A440-A41B-CBCFD2BD3050}"/>
                </a:ext>
              </a:extLst>
            </p:cNvPr>
            <p:cNvSpPr>
              <a:spLocks noChangeArrowheads="1"/>
            </p:cNvSpPr>
            <p:nvPr/>
          </p:nvSpPr>
          <p:spPr bwMode="auto">
            <a:xfrm>
              <a:off x="4756547" y="2132410"/>
              <a:ext cx="1028700" cy="914400"/>
            </a:xfrm>
            <a:prstGeom prst="rect">
              <a:avLst/>
            </a:prstGeom>
            <a:solidFill>
              <a:schemeClr val="bg1"/>
            </a:solidFill>
            <a:ln w="9525">
              <a:solidFill>
                <a:schemeClr val="tx1"/>
              </a:solidFill>
              <a:miter lim="800000"/>
              <a:headEnd/>
              <a:tailEnd/>
            </a:ln>
          </p:spPr>
          <p:txBody>
            <a:bodyPr wrap="none" lIns="97967" tIns="48983" rIns="97967" bIns="48983" anchor="ctr"/>
            <a:lstStyle>
              <a:lvl1pPr>
                <a:defRPr sz="2400">
                  <a:solidFill>
                    <a:schemeClr val="tx1"/>
                  </a:solidFill>
                  <a:latin typeface="Verdana" panose="020B0604030504040204" pitchFamily="34" charset="0"/>
                  <a:ea typeface="ＭＳ Ｐゴシック" panose="020B0600070205080204" pitchFamily="34" charset="-128"/>
                </a:defRPr>
              </a:lvl1pPr>
              <a:lvl2pPr marL="742950" indent="-285750">
                <a:defRPr sz="2400">
                  <a:solidFill>
                    <a:schemeClr val="tx1"/>
                  </a:solidFill>
                  <a:latin typeface="Verdana" panose="020B0604030504040204" pitchFamily="34" charset="0"/>
                  <a:ea typeface="ＭＳ Ｐゴシック" panose="020B0600070205080204" pitchFamily="34" charset="-128"/>
                </a:defRPr>
              </a:lvl2pPr>
              <a:lvl3pPr marL="1143000" indent="-228600">
                <a:defRPr sz="2400">
                  <a:solidFill>
                    <a:schemeClr val="tx1"/>
                  </a:solidFill>
                  <a:latin typeface="Verdana" panose="020B0604030504040204" pitchFamily="34" charset="0"/>
                  <a:ea typeface="ＭＳ Ｐゴシック" panose="020B0600070205080204" pitchFamily="34" charset="-128"/>
                </a:defRPr>
              </a:lvl3pPr>
              <a:lvl4pPr marL="1600200" indent="-228600">
                <a:defRPr sz="2400">
                  <a:solidFill>
                    <a:schemeClr val="tx1"/>
                  </a:solidFill>
                  <a:latin typeface="Verdana" panose="020B0604030504040204" pitchFamily="34" charset="0"/>
                  <a:ea typeface="ＭＳ Ｐゴシック" panose="020B0600070205080204" pitchFamily="34" charset="-128"/>
                </a:defRPr>
              </a:lvl4pPr>
              <a:lvl5pPr marL="2057400" indent="-228600">
                <a:defRPr sz="2400">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endParaRPr lang="sk-SK" altLang="sk-SK" sz="1350"/>
            </a:p>
          </p:txBody>
        </p:sp>
        <p:sp>
          <p:nvSpPr>
            <p:cNvPr id="33796" name="Rectangle 5">
              <a:extLst>
                <a:ext uri="{FF2B5EF4-FFF2-40B4-BE49-F238E27FC236}">
                  <a16:creationId xmlns:a16="http://schemas.microsoft.com/office/drawing/2014/main" id="{E936DC94-0D0A-5646-B7D9-119A9BCCA0B1}"/>
                </a:ext>
              </a:extLst>
            </p:cNvPr>
            <p:cNvSpPr>
              <a:spLocks noChangeArrowheads="1"/>
            </p:cNvSpPr>
            <p:nvPr/>
          </p:nvSpPr>
          <p:spPr bwMode="auto">
            <a:xfrm>
              <a:off x="5335191" y="2552700"/>
              <a:ext cx="1028700" cy="914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7967" tIns="48983" rIns="97967" bIns="48983" anchor="ctr"/>
            <a:lstStyle>
              <a:lvl1pPr>
                <a:defRPr sz="2400">
                  <a:solidFill>
                    <a:schemeClr val="tx1"/>
                  </a:solidFill>
                  <a:latin typeface="Verdana" panose="020B0604030504040204" pitchFamily="34" charset="0"/>
                  <a:ea typeface="ＭＳ Ｐゴシック" panose="020B0600070205080204" pitchFamily="34" charset="-128"/>
                </a:defRPr>
              </a:lvl1pPr>
              <a:lvl2pPr marL="742950" indent="-285750">
                <a:defRPr sz="2400">
                  <a:solidFill>
                    <a:schemeClr val="tx1"/>
                  </a:solidFill>
                  <a:latin typeface="Verdana" panose="020B0604030504040204" pitchFamily="34" charset="0"/>
                  <a:ea typeface="ＭＳ Ｐゴシック" panose="020B0600070205080204" pitchFamily="34" charset="-128"/>
                </a:defRPr>
              </a:lvl2pPr>
              <a:lvl3pPr marL="1143000" indent="-228600">
                <a:defRPr sz="2400">
                  <a:solidFill>
                    <a:schemeClr val="tx1"/>
                  </a:solidFill>
                  <a:latin typeface="Verdana" panose="020B0604030504040204" pitchFamily="34" charset="0"/>
                  <a:ea typeface="ＭＳ Ｐゴシック" panose="020B0600070205080204" pitchFamily="34" charset="-128"/>
                </a:defRPr>
              </a:lvl3pPr>
              <a:lvl4pPr marL="1600200" indent="-228600">
                <a:defRPr sz="2400">
                  <a:solidFill>
                    <a:schemeClr val="tx1"/>
                  </a:solidFill>
                  <a:latin typeface="Verdana" panose="020B0604030504040204" pitchFamily="34" charset="0"/>
                  <a:ea typeface="ＭＳ Ｐゴシック" panose="020B0600070205080204" pitchFamily="34" charset="-128"/>
                </a:defRPr>
              </a:lvl4pPr>
              <a:lvl5pPr marL="2057400" indent="-228600">
                <a:defRPr sz="2400">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endParaRPr lang="sk-SK" altLang="sk-SK" sz="1350"/>
            </a:p>
          </p:txBody>
        </p:sp>
        <p:sp>
          <p:nvSpPr>
            <p:cNvPr id="33797" name="Freeform 6">
              <a:extLst>
                <a:ext uri="{FF2B5EF4-FFF2-40B4-BE49-F238E27FC236}">
                  <a16:creationId xmlns:a16="http://schemas.microsoft.com/office/drawing/2014/main" id="{B5490576-3A65-9D46-897A-297698A0561E}"/>
                </a:ext>
              </a:extLst>
            </p:cNvPr>
            <p:cNvSpPr>
              <a:spLocks/>
            </p:cNvSpPr>
            <p:nvPr/>
          </p:nvSpPr>
          <p:spPr bwMode="auto">
            <a:xfrm>
              <a:off x="5778104" y="1965722"/>
              <a:ext cx="600075" cy="533400"/>
            </a:xfrm>
            <a:custGeom>
              <a:avLst/>
              <a:gdLst>
                <a:gd name="T0" fmla="*/ 2147483647 w 344"/>
                <a:gd name="T1" fmla="*/ 2147483647 h 376"/>
                <a:gd name="T2" fmla="*/ 2147483647 w 344"/>
                <a:gd name="T3" fmla="*/ 2147483647 h 376"/>
                <a:gd name="T4" fmla="*/ 0 w 344"/>
                <a:gd name="T5" fmla="*/ 2147483647 h 376"/>
                <a:gd name="T6" fmla="*/ 0 60000 65536"/>
                <a:gd name="T7" fmla="*/ 0 60000 65536"/>
                <a:gd name="T8" fmla="*/ 0 60000 65536"/>
                <a:gd name="T9" fmla="*/ 0 w 344"/>
                <a:gd name="T10" fmla="*/ 0 h 376"/>
                <a:gd name="T11" fmla="*/ 344 w 344"/>
                <a:gd name="T12" fmla="*/ 376 h 376"/>
              </a:gdLst>
              <a:ahLst/>
              <a:cxnLst>
                <a:cxn ang="T6">
                  <a:pos x="T0" y="T1"/>
                </a:cxn>
                <a:cxn ang="T7">
                  <a:pos x="T2" y="T3"/>
                </a:cxn>
                <a:cxn ang="T8">
                  <a:pos x="T4" y="T5"/>
                </a:cxn>
              </a:cxnLst>
              <a:rect l="T9" t="T10" r="T11" b="T12"/>
              <a:pathLst>
                <a:path w="344" h="376">
                  <a:moveTo>
                    <a:pt x="336" y="376"/>
                  </a:moveTo>
                  <a:cubicBezTo>
                    <a:pt x="340" y="228"/>
                    <a:pt x="344" y="80"/>
                    <a:pt x="288" y="40"/>
                  </a:cubicBezTo>
                  <a:cubicBezTo>
                    <a:pt x="232" y="0"/>
                    <a:pt x="116" y="68"/>
                    <a:pt x="0" y="136"/>
                  </a:cubicBezTo>
                </a:path>
              </a:pathLst>
            </a:custGeom>
            <a:noFill/>
            <a:ln w="952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lIns="97967" tIns="48983" rIns="97967" bIns="48983" anchor="ctr"/>
            <a:lstStyle/>
            <a:p>
              <a:endParaRPr lang="en-US" sz="1350"/>
            </a:p>
          </p:txBody>
        </p:sp>
      </p:grpSp>
    </p:spTree>
    <p:extLst>
      <p:ext uri="{BB962C8B-B14F-4D97-AF65-F5344CB8AC3E}">
        <p14:creationId xmlns:p14="http://schemas.microsoft.com/office/powerpoint/2010/main" val="478715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a:extLst>
              <a:ext uri="{FF2B5EF4-FFF2-40B4-BE49-F238E27FC236}">
                <a16:creationId xmlns:a16="http://schemas.microsoft.com/office/drawing/2014/main" id="{80A7BA02-C6E3-E743-81F6-63590A6F8155}"/>
              </a:ext>
            </a:extLst>
          </p:cNvPr>
          <p:cNvSpPr>
            <a:spLocks noGrp="1" noChangeArrowheads="1"/>
          </p:cNvSpPr>
          <p:nvPr>
            <p:ph type="title"/>
          </p:nvPr>
        </p:nvSpPr>
        <p:spPr/>
        <p:txBody>
          <a:bodyPr/>
          <a:lstStyle/>
          <a:p>
            <a:r>
              <a:rPr lang="en-US" altLang="sk-SK"/>
              <a:t>Performance of Demand Paging</a:t>
            </a:r>
          </a:p>
        </p:txBody>
      </p:sp>
      <p:sp>
        <p:nvSpPr>
          <p:cNvPr id="35842" name="Rectangle 3">
            <a:extLst>
              <a:ext uri="{FF2B5EF4-FFF2-40B4-BE49-F238E27FC236}">
                <a16:creationId xmlns:a16="http://schemas.microsoft.com/office/drawing/2014/main" id="{FE71AA12-9FE3-8F49-B228-7FF8556B856A}"/>
              </a:ext>
            </a:extLst>
          </p:cNvPr>
          <p:cNvSpPr>
            <a:spLocks noGrp="1" noChangeArrowheads="1"/>
          </p:cNvSpPr>
          <p:nvPr>
            <p:ph sz="half" idx="1"/>
          </p:nvPr>
        </p:nvSpPr>
        <p:spPr/>
        <p:txBody>
          <a:bodyPr>
            <a:normAutofit fontScale="70000" lnSpcReduction="20000"/>
          </a:bodyPr>
          <a:lstStyle/>
          <a:p>
            <a:pPr marL="0" indent="0">
              <a:buNone/>
            </a:pPr>
            <a:r>
              <a:rPr lang="en-US" altLang="sk-SK" sz="3400"/>
              <a:t>Stages in Demand Paging (</a:t>
            </a:r>
            <a:r>
              <a:rPr lang="en-US" altLang="sk-SK" sz="3400" b="1"/>
              <a:t>worse case</a:t>
            </a:r>
            <a:r>
              <a:rPr lang="en-US" altLang="sk-SK" sz="3400"/>
              <a:t>)</a:t>
            </a:r>
          </a:p>
          <a:p>
            <a:pPr marL="514350" indent="-514350">
              <a:buFont typeface="+mj-lt"/>
              <a:buAutoNum type="arabicPeriod"/>
            </a:pPr>
            <a:r>
              <a:rPr lang="en-US" altLang="sk-SK"/>
              <a:t>Trap to the operating system</a:t>
            </a:r>
          </a:p>
          <a:p>
            <a:pPr marL="514350" indent="-514350">
              <a:buFont typeface="+mj-lt"/>
              <a:buAutoNum type="arabicPeriod"/>
            </a:pPr>
            <a:r>
              <a:rPr lang="en-US" altLang="sk-SK"/>
              <a:t>Save the user registers and process state</a:t>
            </a:r>
          </a:p>
          <a:p>
            <a:pPr marL="514350" indent="-514350">
              <a:buFont typeface="+mj-lt"/>
              <a:buAutoNum type="arabicPeriod"/>
            </a:pPr>
            <a:r>
              <a:rPr lang="en-US" altLang="sk-SK"/>
              <a:t>Determine that the interrupt was a page fault</a:t>
            </a:r>
          </a:p>
          <a:p>
            <a:pPr marL="514350" indent="-514350">
              <a:buFont typeface="+mj-lt"/>
              <a:buAutoNum type="arabicPeriod"/>
            </a:pPr>
            <a:r>
              <a:rPr lang="en-US" altLang="sk-SK"/>
              <a:t>Check that the page reference was legal and determine the location of the page on the disk</a:t>
            </a:r>
          </a:p>
          <a:p>
            <a:pPr marL="514350" indent="-514350">
              <a:buFont typeface="+mj-lt"/>
              <a:buAutoNum type="arabicPeriod"/>
            </a:pPr>
            <a:r>
              <a:rPr lang="en-US" altLang="sk-SK"/>
              <a:t>Issue a read from the disk to a free frame:</a:t>
            </a:r>
          </a:p>
          <a:p>
            <a:pPr marL="914400" lvl="1" indent="-457200">
              <a:buFont typeface="+mj-lt"/>
              <a:buAutoNum type="arabicPeriod"/>
            </a:pPr>
            <a:r>
              <a:rPr lang="en-US" altLang="sk-SK"/>
              <a:t>Wait in a queue for this device until the read request is serviced</a:t>
            </a:r>
          </a:p>
          <a:p>
            <a:pPr marL="914400" lvl="1" indent="-457200">
              <a:buFont typeface="+mj-lt"/>
              <a:buAutoNum type="arabicPeriod"/>
            </a:pPr>
            <a:r>
              <a:rPr lang="en-US" altLang="sk-SK"/>
              <a:t>Wait for the device seek and/or latency time</a:t>
            </a:r>
          </a:p>
          <a:p>
            <a:pPr marL="914400" lvl="1" indent="-457200">
              <a:buFont typeface="+mj-lt"/>
              <a:buAutoNum type="arabicPeriod"/>
            </a:pPr>
            <a:r>
              <a:rPr lang="en-US" altLang="sk-SK"/>
              <a:t>Begin the transfer of the page to a free frame</a:t>
            </a:r>
          </a:p>
          <a:p>
            <a:endParaRPr lang="en-US" altLang="sk-SK">
              <a:sym typeface="Symbol" pitchFamily="2" charset="2"/>
            </a:endParaRPr>
          </a:p>
        </p:txBody>
      </p:sp>
      <p:sp>
        <p:nvSpPr>
          <p:cNvPr id="2" name="Zástupný objekt pre obsah 1">
            <a:extLst>
              <a:ext uri="{FF2B5EF4-FFF2-40B4-BE49-F238E27FC236}">
                <a16:creationId xmlns:a16="http://schemas.microsoft.com/office/drawing/2014/main" id="{232D2053-316D-6845-B777-F7B3A6E6D59F}"/>
              </a:ext>
            </a:extLst>
          </p:cNvPr>
          <p:cNvSpPr>
            <a:spLocks noGrp="1"/>
          </p:cNvSpPr>
          <p:nvPr>
            <p:ph sz="half" idx="2"/>
          </p:nvPr>
        </p:nvSpPr>
        <p:spPr/>
        <p:txBody>
          <a:bodyPr>
            <a:normAutofit fontScale="70000" lnSpcReduction="20000"/>
          </a:bodyPr>
          <a:lstStyle/>
          <a:p>
            <a:pPr marL="514350" indent="-514350">
              <a:buFont typeface="+mj-lt"/>
              <a:buAutoNum type="arabicPeriod" startAt="6"/>
            </a:pPr>
            <a:r>
              <a:rPr lang="en-US" altLang="sk-SK"/>
              <a:t>While waiting, allocate the CPU to some other user </a:t>
            </a:r>
            <a:r>
              <a:rPr lang="en-US" altLang="sk-SK">
                <a:solidFill>
                  <a:srgbClr val="0070C0"/>
                </a:solidFill>
              </a:rPr>
              <a:t>(optional )</a:t>
            </a:r>
          </a:p>
          <a:p>
            <a:pPr marL="514350" indent="-514350">
              <a:buFont typeface="+mj-lt"/>
              <a:buAutoNum type="arabicPeriod" startAt="6"/>
            </a:pPr>
            <a:r>
              <a:rPr lang="en-US" altLang="sk-SK"/>
              <a:t>Receive an interrupt from the disk I/O subsystem (I/O completed)</a:t>
            </a:r>
          </a:p>
          <a:p>
            <a:pPr marL="514350" indent="-514350">
              <a:buFont typeface="+mj-lt"/>
              <a:buAutoNum type="arabicPeriod" startAt="6"/>
            </a:pPr>
            <a:r>
              <a:rPr lang="en-US" altLang="sk-SK"/>
              <a:t>Save the registers and process state for the other user</a:t>
            </a:r>
          </a:p>
          <a:p>
            <a:pPr marL="514350" indent="-514350">
              <a:buFont typeface="+mj-lt"/>
              <a:buAutoNum type="arabicPeriod" startAt="6"/>
            </a:pPr>
            <a:r>
              <a:rPr lang="en-US" altLang="sk-SK"/>
              <a:t>Determine that the interrupt was from the disk</a:t>
            </a:r>
          </a:p>
          <a:p>
            <a:pPr marL="514350" indent="-514350">
              <a:buFont typeface="+mj-lt"/>
              <a:buAutoNum type="arabicPeriod" startAt="6"/>
            </a:pPr>
            <a:r>
              <a:rPr lang="en-US" altLang="sk-SK"/>
              <a:t>Correct the page table and other tables to show page is now in memory</a:t>
            </a:r>
          </a:p>
          <a:p>
            <a:pPr marL="514350" indent="-514350">
              <a:buFont typeface="+mj-lt"/>
              <a:buAutoNum type="arabicPeriod" startAt="6"/>
            </a:pPr>
            <a:r>
              <a:rPr lang="en-US" altLang="sk-SK"/>
              <a:t>Wait for the CPU to be allocated to this process again</a:t>
            </a:r>
          </a:p>
          <a:p>
            <a:pPr marL="514350" indent="-514350">
              <a:buFont typeface="+mj-lt"/>
              <a:buAutoNum type="arabicPeriod" startAt="6"/>
            </a:pPr>
            <a:r>
              <a:rPr lang="en-US" altLang="sk-SK"/>
              <a:t>Restore the user registers, process state, and new page table, and then resume the interrupted instruction</a:t>
            </a:r>
          </a:p>
        </p:txBody>
      </p:sp>
    </p:spTree>
    <p:extLst>
      <p:ext uri="{BB962C8B-B14F-4D97-AF65-F5344CB8AC3E}">
        <p14:creationId xmlns:p14="http://schemas.microsoft.com/office/powerpoint/2010/main" val="16378057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a:extLst>
              <a:ext uri="{FF2B5EF4-FFF2-40B4-BE49-F238E27FC236}">
                <a16:creationId xmlns:a16="http://schemas.microsoft.com/office/drawing/2014/main" id="{D30F639B-1044-F640-BA2D-03D25227E1E6}"/>
              </a:ext>
            </a:extLst>
          </p:cNvPr>
          <p:cNvSpPr>
            <a:spLocks noGrp="1" noChangeArrowheads="1"/>
          </p:cNvSpPr>
          <p:nvPr>
            <p:ph type="title"/>
          </p:nvPr>
        </p:nvSpPr>
        <p:spPr/>
        <p:txBody>
          <a:bodyPr/>
          <a:lstStyle/>
          <a:p>
            <a:r>
              <a:rPr lang="en-US" altLang="sk-SK"/>
              <a:t>Performance of Demand Paging (Cont.)</a:t>
            </a:r>
          </a:p>
        </p:txBody>
      </p:sp>
      <p:sp>
        <p:nvSpPr>
          <p:cNvPr id="37890" name="Rectangle 3">
            <a:extLst>
              <a:ext uri="{FF2B5EF4-FFF2-40B4-BE49-F238E27FC236}">
                <a16:creationId xmlns:a16="http://schemas.microsoft.com/office/drawing/2014/main" id="{9CF503D7-9F8B-3C48-AA6D-B9A73F581B69}"/>
              </a:ext>
            </a:extLst>
          </p:cNvPr>
          <p:cNvSpPr>
            <a:spLocks noGrp="1" noChangeArrowheads="1"/>
          </p:cNvSpPr>
          <p:nvPr>
            <p:ph type="body" idx="1"/>
          </p:nvPr>
        </p:nvSpPr>
        <p:spPr/>
        <p:txBody>
          <a:bodyPr>
            <a:normAutofit fontScale="62500" lnSpcReduction="20000"/>
          </a:bodyPr>
          <a:lstStyle/>
          <a:p>
            <a:r>
              <a:rPr lang="en-US" altLang="sk-SK"/>
              <a:t>Three major activities</a:t>
            </a:r>
          </a:p>
          <a:p>
            <a:pPr lvl="1"/>
            <a:r>
              <a:rPr lang="en-US" altLang="sk-SK"/>
              <a:t>Service the interrupt – careful coding means just several hundred instructions needed</a:t>
            </a:r>
          </a:p>
          <a:p>
            <a:pPr lvl="1"/>
            <a:r>
              <a:rPr lang="en-US" altLang="sk-SK"/>
              <a:t>Read the page – </a:t>
            </a:r>
            <a:r>
              <a:rPr lang="en-US" altLang="sk-SK">
                <a:solidFill>
                  <a:srgbClr val="0070C0"/>
                </a:solidFill>
              </a:rPr>
              <a:t>lots of time</a:t>
            </a:r>
          </a:p>
          <a:p>
            <a:pPr lvl="1"/>
            <a:r>
              <a:rPr lang="en-US" altLang="sk-SK"/>
              <a:t>Restart the process – again just a small amount of time</a:t>
            </a:r>
          </a:p>
          <a:p>
            <a:pPr lvl="1"/>
            <a:endParaRPr lang="en-US" altLang="sk-SK"/>
          </a:p>
          <a:p>
            <a:r>
              <a:rPr lang="en-US" altLang="sk-SK"/>
              <a:t>Page Fault Rate 0 </a:t>
            </a:r>
            <a:r>
              <a:rPr lang="en-US" altLang="sk-SK">
                <a:sym typeface="Symbol" pitchFamily="2" charset="2"/>
              </a:rPr>
              <a:t> p  1</a:t>
            </a:r>
          </a:p>
          <a:p>
            <a:pPr marL="457200" lvl="1" indent="0">
              <a:buNone/>
            </a:pPr>
            <a:r>
              <a:rPr lang="en-US" altLang="sk-SK">
                <a:sym typeface="Symbol" pitchFamily="2" charset="2"/>
              </a:rPr>
              <a:t>if p = 0 no page faults </a:t>
            </a:r>
          </a:p>
          <a:p>
            <a:pPr marL="457200" lvl="1" indent="0">
              <a:buNone/>
            </a:pPr>
            <a:r>
              <a:rPr lang="en-US" altLang="sk-SK">
                <a:sym typeface="Symbol" pitchFamily="2" charset="2"/>
              </a:rPr>
              <a:t>if p = 1, every reference is a fault</a:t>
            </a:r>
            <a:br>
              <a:rPr lang="en-US" altLang="sk-SK">
                <a:sym typeface="Symbol" pitchFamily="2" charset="2"/>
              </a:rPr>
            </a:br>
            <a:endParaRPr lang="en-US" altLang="sk-SK">
              <a:sym typeface="Symbol" pitchFamily="2" charset="2"/>
            </a:endParaRPr>
          </a:p>
          <a:p>
            <a:r>
              <a:rPr lang="en-US" altLang="sk-SK">
                <a:sym typeface="Symbol" pitchFamily="2" charset="2"/>
              </a:rPr>
              <a:t>Effective Access Time (EAT)</a:t>
            </a:r>
          </a:p>
          <a:p>
            <a:pPr marL="0" indent="0">
              <a:buNone/>
            </a:pPr>
            <a:r>
              <a:rPr lang="en-US" altLang="sk-SK">
                <a:sym typeface="Symbol" pitchFamily="2" charset="2"/>
              </a:rPr>
              <a:t>		EAT = (1 – p) x memory access</a:t>
            </a:r>
          </a:p>
          <a:p>
            <a:pPr marL="0" indent="0">
              <a:buNone/>
            </a:pPr>
            <a:r>
              <a:rPr lang="en-US" altLang="sk-SK">
                <a:sym typeface="Symbol" pitchFamily="2" charset="2"/>
              </a:rPr>
              <a:t>			+ p (page fault overhead</a:t>
            </a:r>
          </a:p>
          <a:p>
            <a:pPr marL="0" indent="0">
              <a:buNone/>
            </a:pPr>
            <a:r>
              <a:rPr lang="en-US" altLang="sk-SK">
                <a:sym typeface="Symbol" pitchFamily="2" charset="2"/>
              </a:rPr>
              <a:t>			           + swap page out</a:t>
            </a:r>
          </a:p>
          <a:p>
            <a:pPr marL="0" indent="0">
              <a:buNone/>
            </a:pPr>
            <a:r>
              <a:rPr lang="en-US" altLang="sk-SK">
                <a:sym typeface="Symbol" pitchFamily="2" charset="2"/>
              </a:rPr>
              <a:t>			           + swap page in</a:t>
            </a:r>
          </a:p>
          <a:p>
            <a:pPr marL="0" indent="0">
              <a:buNone/>
            </a:pPr>
            <a:r>
              <a:rPr lang="en-US" altLang="sk-SK">
                <a:sym typeface="Symbol" pitchFamily="2" charset="2"/>
              </a:rPr>
              <a:t>				)</a:t>
            </a:r>
          </a:p>
        </p:txBody>
      </p:sp>
      <p:sp>
        <p:nvSpPr>
          <p:cNvPr id="2" name="BlokTextu 1">
            <a:extLst>
              <a:ext uri="{FF2B5EF4-FFF2-40B4-BE49-F238E27FC236}">
                <a16:creationId xmlns:a16="http://schemas.microsoft.com/office/drawing/2014/main" id="{71DB4121-FFE3-4C4B-AA08-2A6F0AA35AA7}"/>
              </a:ext>
            </a:extLst>
          </p:cNvPr>
          <p:cNvSpPr txBox="1"/>
          <p:nvPr/>
        </p:nvSpPr>
        <p:spPr>
          <a:xfrm>
            <a:off x="8994098" y="1825625"/>
            <a:ext cx="2623279" cy="1477328"/>
          </a:xfrm>
          <a:prstGeom prst="rect">
            <a:avLst/>
          </a:prstGeom>
          <a:noFill/>
        </p:spPr>
        <p:txBody>
          <a:bodyPr wrap="square" rtlCol="0">
            <a:spAutoFit/>
          </a:bodyPr>
          <a:lstStyle/>
          <a:p>
            <a:r>
              <a:rPr lang="sk-SK" err="1"/>
              <a:t>The</a:t>
            </a:r>
            <a:r>
              <a:rPr lang="sk-SK"/>
              <a:t> </a:t>
            </a:r>
            <a:r>
              <a:rPr lang="sk-SK" err="1"/>
              <a:t>first</a:t>
            </a:r>
            <a:r>
              <a:rPr lang="sk-SK"/>
              <a:t> and </a:t>
            </a:r>
            <a:r>
              <a:rPr lang="sk-SK" err="1"/>
              <a:t>third</a:t>
            </a:r>
            <a:r>
              <a:rPr lang="sk-SK"/>
              <a:t> </a:t>
            </a:r>
            <a:r>
              <a:rPr lang="sk-SK" err="1"/>
              <a:t>tasks</a:t>
            </a:r>
            <a:r>
              <a:rPr lang="sk-SK"/>
              <a:t> </a:t>
            </a:r>
            <a:r>
              <a:rPr lang="sk-SK" err="1"/>
              <a:t>can</a:t>
            </a:r>
            <a:r>
              <a:rPr lang="sk-SK"/>
              <a:t> </a:t>
            </a:r>
            <a:r>
              <a:rPr lang="sk-SK" err="1"/>
              <a:t>be</a:t>
            </a:r>
            <a:r>
              <a:rPr lang="sk-SK"/>
              <a:t> </a:t>
            </a:r>
            <a:r>
              <a:rPr lang="sk-SK" err="1"/>
              <a:t>reduced</a:t>
            </a:r>
            <a:r>
              <a:rPr lang="sk-SK"/>
              <a:t>, </a:t>
            </a:r>
            <a:r>
              <a:rPr lang="sk-SK" err="1"/>
              <a:t>with</a:t>
            </a:r>
            <a:r>
              <a:rPr lang="sk-SK"/>
              <a:t> </a:t>
            </a:r>
            <a:r>
              <a:rPr lang="sk-SK" err="1"/>
              <a:t>careful</a:t>
            </a:r>
            <a:r>
              <a:rPr lang="sk-SK"/>
              <a:t> </a:t>
            </a:r>
            <a:r>
              <a:rPr lang="sk-SK" err="1"/>
              <a:t>coding</a:t>
            </a:r>
            <a:r>
              <a:rPr lang="sk-SK"/>
              <a:t>, to </a:t>
            </a:r>
            <a:r>
              <a:rPr lang="sk-SK" err="1"/>
              <a:t>several</a:t>
            </a:r>
            <a:endParaRPr lang="sk-SK"/>
          </a:p>
          <a:p>
            <a:r>
              <a:rPr lang="sk-SK" err="1"/>
              <a:t>hundred</a:t>
            </a:r>
            <a:r>
              <a:rPr lang="sk-SK"/>
              <a:t> </a:t>
            </a:r>
            <a:r>
              <a:rPr lang="sk-SK" err="1"/>
              <a:t>instructions</a:t>
            </a:r>
            <a:r>
              <a:rPr lang="sk-SK"/>
              <a:t>.</a:t>
            </a:r>
          </a:p>
          <a:p>
            <a:endParaRPr lang="sk-SK"/>
          </a:p>
        </p:txBody>
      </p:sp>
      <p:sp>
        <p:nvSpPr>
          <p:cNvPr id="3" name="Pravouholník 2">
            <a:extLst>
              <a:ext uri="{FF2B5EF4-FFF2-40B4-BE49-F238E27FC236}">
                <a16:creationId xmlns:a16="http://schemas.microsoft.com/office/drawing/2014/main" id="{1CEC52A2-7F28-784E-833D-F495AC1FCD7E}"/>
              </a:ext>
            </a:extLst>
          </p:cNvPr>
          <p:cNvSpPr/>
          <p:nvPr/>
        </p:nvSpPr>
        <p:spPr>
          <a:xfrm>
            <a:off x="5389589" y="5853797"/>
            <a:ext cx="6096000" cy="369332"/>
          </a:xfrm>
          <a:prstGeom prst="rect">
            <a:avLst/>
          </a:prstGeom>
        </p:spPr>
        <p:txBody>
          <a:bodyPr>
            <a:spAutoFit/>
          </a:bodyPr>
          <a:lstStyle/>
          <a:p>
            <a:r>
              <a:rPr lang="sk-SK" err="1"/>
              <a:t>The</a:t>
            </a:r>
            <a:r>
              <a:rPr lang="sk-SK"/>
              <a:t> </a:t>
            </a:r>
            <a:r>
              <a:rPr lang="sk-SK" err="1"/>
              <a:t>page</a:t>
            </a:r>
            <a:r>
              <a:rPr lang="sk-SK"/>
              <a:t>-switch </a:t>
            </a:r>
            <a:r>
              <a:rPr lang="sk-SK" err="1"/>
              <a:t>time</a:t>
            </a:r>
            <a:r>
              <a:rPr lang="sk-SK"/>
              <a:t>, </a:t>
            </a:r>
            <a:r>
              <a:rPr lang="sk-SK" err="1"/>
              <a:t>however</a:t>
            </a:r>
            <a:r>
              <a:rPr lang="sk-SK"/>
              <a:t>, </a:t>
            </a:r>
            <a:r>
              <a:rPr lang="sk-SK" err="1"/>
              <a:t>will</a:t>
            </a:r>
            <a:r>
              <a:rPr lang="sk-SK"/>
              <a:t> </a:t>
            </a:r>
            <a:r>
              <a:rPr lang="sk-SK" err="1"/>
              <a:t>probably</a:t>
            </a:r>
            <a:r>
              <a:rPr lang="sk-SK"/>
              <a:t> </a:t>
            </a:r>
            <a:r>
              <a:rPr lang="sk-SK" err="1"/>
              <a:t>be</a:t>
            </a:r>
            <a:r>
              <a:rPr lang="sk-SK"/>
              <a:t> </a:t>
            </a:r>
            <a:r>
              <a:rPr lang="sk-SK" err="1"/>
              <a:t>close</a:t>
            </a:r>
            <a:r>
              <a:rPr lang="sk-SK"/>
              <a:t> to 8ms</a:t>
            </a:r>
          </a:p>
        </p:txBody>
      </p:sp>
    </p:spTree>
    <p:extLst>
      <p:ext uri="{BB962C8B-B14F-4D97-AF65-F5344CB8AC3E}">
        <p14:creationId xmlns:p14="http://schemas.microsoft.com/office/powerpoint/2010/main" val="36653663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Title 1">
            <a:extLst>
              <a:ext uri="{FF2B5EF4-FFF2-40B4-BE49-F238E27FC236}">
                <a16:creationId xmlns:a16="http://schemas.microsoft.com/office/drawing/2014/main" id="{EFF42FAA-8BDF-454D-AE62-365ACF2C7D52}"/>
              </a:ext>
            </a:extLst>
          </p:cNvPr>
          <p:cNvSpPr>
            <a:spLocks noGrp="1"/>
          </p:cNvSpPr>
          <p:nvPr>
            <p:ph type="title"/>
          </p:nvPr>
        </p:nvSpPr>
        <p:spPr/>
        <p:txBody>
          <a:bodyPr/>
          <a:lstStyle/>
          <a:p>
            <a:r>
              <a:rPr lang="en-US" altLang="sk-SK"/>
              <a:t>Demand Paging Optimizations</a:t>
            </a:r>
          </a:p>
        </p:txBody>
      </p:sp>
      <p:sp>
        <p:nvSpPr>
          <p:cNvPr id="41986" name="Content Placeholder 2">
            <a:extLst>
              <a:ext uri="{FF2B5EF4-FFF2-40B4-BE49-F238E27FC236}">
                <a16:creationId xmlns:a16="http://schemas.microsoft.com/office/drawing/2014/main" id="{4E68F0A1-8616-6C4F-AA8D-C841948E92D2}"/>
              </a:ext>
            </a:extLst>
          </p:cNvPr>
          <p:cNvSpPr>
            <a:spLocks noGrp="1"/>
          </p:cNvSpPr>
          <p:nvPr>
            <p:ph idx="1"/>
          </p:nvPr>
        </p:nvSpPr>
        <p:spPr/>
        <p:txBody>
          <a:bodyPr>
            <a:normAutofit fontScale="62500" lnSpcReduction="20000"/>
          </a:bodyPr>
          <a:lstStyle/>
          <a:p>
            <a:r>
              <a:rPr lang="en-US" altLang="sk-SK"/>
              <a:t>Swap space I/O faster than file system I/O even if on the same device</a:t>
            </a:r>
          </a:p>
          <a:p>
            <a:pPr lvl="1"/>
            <a:r>
              <a:rPr lang="en-US" altLang="sk-SK"/>
              <a:t>Swap allocated in larger chunks, less management needed than file system</a:t>
            </a:r>
          </a:p>
          <a:p>
            <a:pPr lvl="1"/>
            <a:endParaRPr lang="en-US" altLang="sk-SK"/>
          </a:p>
          <a:p>
            <a:r>
              <a:rPr lang="en-US" altLang="sk-SK"/>
              <a:t>Copy entire process image to swap space at process load time</a:t>
            </a:r>
          </a:p>
          <a:p>
            <a:pPr lvl="1"/>
            <a:r>
              <a:rPr lang="en-US" altLang="sk-SK"/>
              <a:t>Then page in and out of swap space</a:t>
            </a:r>
          </a:p>
          <a:p>
            <a:pPr lvl="1"/>
            <a:r>
              <a:rPr lang="en-US" altLang="sk-SK"/>
              <a:t>Used in older BSD Unix</a:t>
            </a:r>
          </a:p>
          <a:p>
            <a:endParaRPr lang="en-US" altLang="sk-SK"/>
          </a:p>
          <a:p>
            <a:r>
              <a:rPr lang="en-US" altLang="sk-SK"/>
              <a:t>Demand page in from program binary on disk, but discard rather than paging out when freeing frame</a:t>
            </a:r>
          </a:p>
          <a:p>
            <a:pPr lvl="1"/>
            <a:r>
              <a:rPr lang="en-US" altLang="sk-SK"/>
              <a:t>Used in Solaris and current BSD</a:t>
            </a:r>
          </a:p>
          <a:p>
            <a:pPr lvl="1"/>
            <a:r>
              <a:rPr lang="en-US" altLang="sk-SK"/>
              <a:t>Still need to write to swap space</a:t>
            </a:r>
          </a:p>
          <a:p>
            <a:pPr lvl="2"/>
            <a:r>
              <a:rPr lang="en-US" altLang="sk-SK"/>
              <a:t>Pages not associated with a file (like stack and heap) – </a:t>
            </a:r>
            <a:r>
              <a:rPr lang="en-US" altLang="sk-SK">
                <a:solidFill>
                  <a:srgbClr val="0070C0"/>
                </a:solidFill>
              </a:rPr>
              <a:t>anonymous memory</a:t>
            </a:r>
          </a:p>
          <a:p>
            <a:pPr lvl="2"/>
            <a:r>
              <a:rPr lang="en-US" altLang="sk-SK"/>
              <a:t>Pages modified in memory but not yet written back to the file system</a:t>
            </a:r>
          </a:p>
          <a:p>
            <a:pPr lvl="2"/>
            <a:endParaRPr lang="en-US" altLang="sk-SK"/>
          </a:p>
          <a:p>
            <a:r>
              <a:rPr lang="en-US" altLang="sk-SK"/>
              <a:t>Mobile systems</a:t>
            </a:r>
          </a:p>
          <a:p>
            <a:pPr lvl="1"/>
            <a:r>
              <a:rPr lang="en-US" altLang="sk-SK"/>
              <a:t>Typically don</a:t>
            </a:r>
            <a:r>
              <a:rPr lang="en-US" altLang="en-US"/>
              <a:t>’</a:t>
            </a:r>
            <a:r>
              <a:rPr lang="en-US" altLang="sk-SK"/>
              <a:t>t support swapping</a:t>
            </a:r>
          </a:p>
          <a:p>
            <a:pPr lvl="1"/>
            <a:r>
              <a:rPr lang="en-US" altLang="sk-SK"/>
              <a:t>Instead, demand page from file system and reclaim read-only pages (such as code)</a:t>
            </a:r>
          </a:p>
        </p:txBody>
      </p:sp>
    </p:spTree>
    <p:extLst>
      <p:ext uri="{BB962C8B-B14F-4D97-AF65-F5344CB8AC3E}">
        <p14:creationId xmlns:p14="http://schemas.microsoft.com/office/powerpoint/2010/main" val="21989140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2">
            <a:extLst>
              <a:ext uri="{FF2B5EF4-FFF2-40B4-BE49-F238E27FC236}">
                <a16:creationId xmlns:a16="http://schemas.microsoft.com/office/drawing/2014/main" id="{8C8CA7FF-48CC-CB47-B19A-D09AA93466B4}"/>
              </a:ext>
            </a:extLst>
          </p:cNvPr>
          <p:cNvSpPr>
            <a:spLocks noGrp="1" noChangeArrowheads="1"/>
          </p:cNvSpPr>
          <p:nvPr>
            <p:ph type="title"/>
          </p:nvPr>
        </p:nvSpPr>
        <p:spPr/>
        <p:txBody>
          <a:bodyPr/>
          <a:lstStyle/>
          <a:p>
            <a:r>
              <a:rPr lang="en-US" altLang="sk-SK" dirty="0"/>
              <a:t>Copy-on-Write</a:t>
            </a:r>
          </a:p>
        </p:txBody>
      </p:sp>
      <p:sp>
        <p:nvSpPr>
          <p:cNvPr id="43010" name="Rectangle 3">
            <a:extLst>
              <a:ext uri="{FF2B5EF4-FFF2-40B4-BE49-F238E27FC236}">
                <a16:creationId xmlns:a16="http://schemas.microsoft.com/office/drawing/2014/main" id="{387D0A9B-B98B-9D46-B410-CE102D6918DD}"/>
              </a:ext>
            </a:extLst>
          </p:cNvPr>
          <p:cNvSpPr>
            <a:spLocks noGrp="1" noChangeArrowheads="1"/>
          </p:cNvSpPr>
          <p:nvPr>
            <p:ph type="body" idx="1"/>
          </p:nvPr>
        </p:nvSpPr>
        <p:spPr/>
        <p:txBody>
          <a:bodyPr>
            <a:normAutofit fontScale="85000" lnSpcReduction="10000"/>
          </a:bodyPr>
          <a:lstStyle/>
          <a:p>
            <a:r>
              <a:rPr lang="en-US" altLang="sk-SK">
                <a:solidFill>
                  <a:srgbClr val="0070C0"/>
                </a:solidFill>
              </a:rPr>
              <a:t>Copy-on-Write</a:t>
            </a:r>
            <a:r>
              <a:rPr lang="en-US" altLang="sk-SK"/>
              <a:t> (COW) allows both parent and child processes to initially share the same pages in memory</a:t>
            </a:r>
          </a:p>
          <a:p>
            <a:pPr lvl="1"/>
            <a:r>
              <a:rPr lang="en-US" altLang="sk-SK"/>
              <a:t>If either process modifies a shared page, only then is the page copied</a:t>
            </a:r>
          </a:p>
          <a:p>
            <a:r>
              <a:rPr lang="en-US" altLang="sk-SK"/>
              <a:t>COW allows more efficient process creation as only modified pages are copied</a:t>
            </a:r>
          </a:p>
          <a:p>
            <a:r>
              <a:rPr lang="en-US" altLang="sk-SK"/>
              <a:t>In general, free pages are allocated from a pool of </a:t>
            </a:r>
            <a:r>
              <a:rPr lang="en-US" altLang="sk-SK">
                <a:solidFill>
                  <a:srgbClr val="0070C0"/>
                </a:solidFill>
              </a:rPr>
              <a:t>zero-fill-on-demand pages</a:t>
            </a:r>
          </a:p>
          <a:p>
            <a:pPr lvl="1"/>
            <a:r>
              <a:rPr lang="en-US" altLang="sk-SK"/>
              <a:t>Pool should always have free frames for fast demand page execution</a:t>
            </a:r>
          </a:p>
          <a:p>
            <a:pPr lvl="2"/>
            <a:r>
              <a:rPr lang="en-US" altLang="sk-SK"/>
              <a:t>Don</a:t>
            </a:r>
            <a:r>
              <a:rPr lang="en-US" altLang="en-US"/>
              <a:t>’</a:t>
            </a:r>
            <a:r>
              <a:rPr lang="en-US" altLang="sk-SK"/>
              <a:t>t want to have to free a frame as well as other processing on page fault</a:t>
            </a:r>
          </a:p>
          <a:p>
            <a:pPr lvl="1"/>
            <a:r>
              <a:rPr lang="en-US" altLang="sk-SK"/>
              <a:t>Why zero-out a page before allocating it? (erasing content of page?)</a:t>
            </a:r>
          </a:p>
          <a:p>
            <a:r>
              <a:rPr lang="en-US" altLang="sk-SK" err="1"/>
              <a:t>vfork</a:t>
            </a:r>
            <a:r>
              <a:rPr lang="en-US" altLang="sk-SK"/>
              <a:t>() variation on fork() system call has </a:t>
            </a:r>
            <a:r>
              <a:rPr lang="en-US" altLang="sk-SK" u="sng"/>
              <a:t>parent suspend and child using copy-on-write address space of parent</a:t>
            </a:r>
          </a:p>
          <a:p>
            <a:pPr lvl="1"/>
            <a:r>
              <a:rPr lang="en-US" altLang="sk-SK"/>
              <a:t>Designed to have child call exec()</a:t>
            </a:r>
          </a:p>
          <a:p>
            <a:pPr lvl="1"/>
            <a:r>
              <a:rPr lang="en-US" altLang="sk-SK"/>
              <a:t>Very efficient</a:t>
            </a:r>
          </a:p>
        </p:txBody>
      </p:sp>
    </p:spTree>
    <p:extLst>
      <p:ext uri="{BB962C8B-B14F-4D97-AF65-F5344CB8AC3E}">
        <p14:creationId xmlns:p14="http://schemas.microsoft.com/office/powerpoint/2010/main" val="6659600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a:extLst>
              <a:ext uri="{FF2B5EF4-FFF2-40B4-BE49-F238E27FC236}">
                <a16:creationId xmlns:a16="http://schemas.microsoft.com/office/drawing/2014/main" id="{DE796057-F5F7-9C49-A6C9-4575915021F5}"/>
              </a:ext>
            </a:extLst>
          </p:cNvPr>
          <p:cNvSpPr>
            <a:spLocks noGrp="1" noChangeArrowheads="1"/>
          </p:cNvSpPr>
          <p:nvPr>
            <p:ph type="title"/>
          </p:nvPr>
        </p:nvSpPr>
        <p:spPr>
          <a:xfrm>
            <a:off x="603932" y="234356"/>
            <a:ext cx="10515600" cy="1325563"/>
          </a:xfrm>
        </p:spPr>
        <p:txBody>
          <a:bodyPr/>
          <a:lstStyle/>
          <a:p>
            <a:r>
              <a:rPr lang="en-US" altLang="sk-SK"/>
              <a:t>Before Process 1 Modifies Page C</a:t>
            </a:r>
          </a:p>
        </p:txBody>
      </p:sp>
      <p:pic>
        <p:nvPicPr>
          <p:cNvPr id="45058" name="Picture 4" descr="9">
            <a:extLst>
              <a:ext uri="{FF2B5EF4-FFF2-40B4-BE49-F238E27FC236}">
                <a16:creationId xmlns:a16="http://schemas.microsoft.com/office/drawing/2014/main" id="{A3C461B5-6BB6-2246-BF45-032D50BF99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15471" y="1378745"/>
            <a:ext cx="5731716" cy="2050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2">
            <a:extLst>
              <a:ext uri="{FF2B5EF4-FFF2-40B4-BE49-F238E27FC236}">
                <a16:creationId xmlns:a16="http://schemas.microsoft.com/office/drawing/2014/main" id="{39252D83-914F-4859-AD33-2FDBA94BB427}"/>
              </a:ext>
            </a:extLst>
          </p:cNvPr>
          <p:cNvSpPr txBox="1">
            <a:spLocks noChangeArrowheads="1"/>
          </p:cNvSpPr>
          <p:nvPr/>
        </p:nvSpPr>
        <p:spPr>
          <a:xfrm>
            <a:off x="838200" y="324113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sk-SK"/>
              <a:t>After Process 1 Modifies Page C</a:t>
            </a:r>
          </a:p>
        </p:txBody>
      </p:sp>
      <p:pic>
        <p:nvPicPr>
          <p:cNvPr id="5" name="Picture 4" descr="9">
            <a:extLst>
              <a:ext uri="{FF2B5EF4-FFF2-40B4-BE49-F238E27FC236}">
                <a16:creationId xmlns:a16="http://schemas.microsoft.com/office/drawing/2014/main" id="{E5781F8B-D4AC-463D-BA14-5EB66492D8A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25396" y="4204350"/>
            <a:ext cx="6121791" cy="2514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833054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a:extLst>
              <a:ext uri="{FF2B5EF4-FFF2-40B4-BE49-F238E27FC236}">
                <a16:creationId xmlns:a16="http://schemas.microsoft.com/office/drawing/2014/main" id="{04C71BA5-A752-DD43-AF34-515B7A5D4641}"/>
              </a:ext>
            </a:extLst>
          </p:cNvPr>
          <p:cNvSpPr>
            <a:spLocks noGrp="1" noChangeArrowheads="1"/>
          </p:cNvSpPr>
          <p:nvPr>
            <p:ph type="title"/>
          </p:nvPr>
        </p:nvSpPr>
        <p:spPr/>
        <p:txBody>
          <a:bodyPr/>
          <a:lstStyle/>
          <a:p>
            <a:r>
              <a:rPr lang="en-US" altLang="sk-SK"/>
              <a:t>What Happens if There is no Free Frame?</a:t>
            </a:r>
          </a:p>
        </p:txBody>
      </p:sp>
      <p:sp>
        <p:nvSpPr>
          <p:cNvPr id="28675" name="Rectangle 3">
            <a:extLst>
              <a:ext uri="{FF2B5EF4-FFF2-40B4-BE49-F238E27FC236}">
                <a16:creationId xmlns:a16="http://schemas.microsoft.com/office/drawing/2014/main" id="{032F4E64-EF3E-4E46-89FA-ADBE40C2F27C}"/>
              </a:ext>
            </a:extLst>
          </p:cNvPr>
          <p:cNvSpPr>
            <a:spLocks noGrp="1" noChangeArrowheads="1"/>
          </p:cNvSpPr>
          <p:nvPr>
            <p:ph type="body" idx="1"/>
          </p:nvPr>
        </p:nvSpPr>
        <p:spPr/>
        <p:txBody>
          <a:bodyPr>
            <a:normAutofit fontScale="92500" lnSpcReduction="20000"/>
          </a:bodyPr>
          <a:lstStyle/>
          <a:p>
            <a:pPr marL="0" indent="0">
              <a:buNone/>
            </a:pPr>
            <a:r>
              <a:rPr lang="sk-SK" dirty="0"/>
              <a:t>Over-</a:t>
            </a:r>
            <a:r>
              <a:rPr lang="sk-SK" dirty="0" err="1"/>
              <a:t>allocation</a:t>
            </a:r>
            <a:r>
              <a:rPr lang="sk-SK" dirty="0"/>
              <a:t> of </a:t>
            </a:r>
            <a:r>
              <a:rPr lang="sk-SK" dirty="0" err="1"/>
              <a:t>memory</a:t>
            </a:r>
            <a:endParaRPr lang="sk-SK" dirty="0"/>
          </a:p>
          <a:p>
            <a:r>
              <a:rPr lang="en-US" altLang="sk-SK" dirty="0"/>
              <a:t>Used up by process pages</a:t>
            </a:r>
          </a:p>
          <a:p>
            <a:r>
              <a:rPr lang="en-US" altLang="sk-SK" dirty="0"/>
              <a:t>Also in demand from the kernel, I/O buffers, </a:t>
            </a:r>
            <a:r>
              <a:rPr lang="en-US" altLang="sk-SK" dirty="0" err="1"/>
              <a:t>etc</a:t>
            </a:r>
            <a:endParaRPr lang="en-US" altLang="sk-SK" dirty="0"/>
          </a:p>
          <a:p>
            <a:r>
              <a:rPr lang="en-US" altLang="sk-SK" dirty="0"/>
              <a:t>How much to allocate to each?</a:t>
            </a:r>
          </a:p>
          <a:p>
            <a:endParaRPr lang="en-US" altLang="sk-SK" dirty="0"/>
          </a:p>
          <a:p>
            <a:pPr marL="0" indent="0">
              <a:buNone/>
            </a:pPr>
            <a:r>
              <a:rPr lang="en-US" altLang="sk-SK" dirty="0">
                <a:solidFill>
                  <a:srgbClr val="0070C0"/>
                </a:solidFill>
              </a:rPr>
              <a:t>Page replacement </a:t>
            </a:r>
            <a:r>
              <a:rPr lang="en-US" altLang="sk-SK" dirty="0"/>
              <a:t>– find some page in memory, but not really in use, page it out</a:t>
            </a:r>
          </a:p>
          <a:p>
            <a:pPr lvl="1"/>
            <a:r>
              <a:rPr lang="en-US" altLang="sk-SK" dirty="0"/>
              <a:t>Algorithm – terminate? swap out? replace the page?</a:t>
            </a:r>
          </a:p>
          <a:p>
            <a:pPr lvl="1"/>
            <a:r>
              <a:rPr lang="en-US" altLang="sk-SK" dirty="0"/>
              <a:t>Performance – want an algorithm which will result in minimum number of page faults</a:t>
            </a:r>
          </a:p>
          <a:p>
            <a:pPr lvl="1"/>
            <a:endParaRPr lang="en-US" altLang="sk-SK" dirty="0"/>
          </a:p>
          <a:p>
            <a:r>
              <a:rPr lang="en-US" altLang="sk-SK" dirty="0"/>
              <a:t>Same page may be brought into memory several times</a:t>
            </a:r>
          </a:p>
          <a:p>
            <a:endParaRPr lang="en-US" altLang="sk-SK" dirty="0"/>
          </a:p>
        </p:txBody>
      </p:sp>
    </p:spTree>
    <p:extLst>
      <p:ext uri="{BB962C8B-B14F-4D97-AF65-F5344CB8AC3E}">
        <p14:creationId xmlns:p14="http://schemas.microsoft.com/office/powerpoint/2010/main" val="9592551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a:extLst>
              <a:ext uri="{FF2B5EF4-FFF2-40B4-BE49-F238E27FC236}">
                <a16:creationId xmlns:a16="http://schemas.microsoft.com/office/drawing/2014/main" id="{80CD4F32-6CDB-9A40-B349-407A64F5E51E}"/>
              </a:ext>
            </a:extLst>
          </p:cNvPr>
          <p:cNvSpPr>
            <a:spLocks noGrp="1" noChangeArrowheads="1"/>
          </p:cNvSpPr>
          <p:nvPr>
            <p:ph type="title"/>
          </p:nvPr>
        </p:nvSpPr>
        <p:spPr/>
        <p:txBody>
          <a:bodyPr/>
          <a:lstStyle/>
          <a:p>
            <a:r>
              <a:rPr lang="en-US" altLang="sk-SK"/>
              <a:t>Page Replacement</a:t>
            </a:r>
          </a:p>
        </p:txBody>
      </p:sp>
      <p:sp>
        <p:nvSpPr>
          <p:cNvPr id="51202" name="Rectangle 3">
            <a:extLst>
              <a:ext uri="{FF2B5EF4-FFF2-40B4-BE49-F238E27FC236}">
                <a16:creationId xmlns:a16="http://schemas.microsoft.com/office/drawing/2014/main" id="{87EB00CF-2E52-944F-B284-2CE06A413FF5}"/>
              </a:ext>
            </a:extLst>
          </p:cNvPr>
          <p:cNvSpPr>
            <a:spLocks noGrp="1" noChangeArrowheads="1"/>
          </p:cNvSpPr>
          <p:nvPr>
            <p:ph type="body" idx="1"/>
          </p:nvPr>
        </p:nvSpPr>
        <p:spPr/>
        <p:txBody>
          <a:bodyPr/>
          <a:lstStyle/>
          <a:p>
            <a:r>
              <a:rPr lang="en-US" altLang="sk-SK"/>
              <a:t>Prevent </a:t>
            </a:r>
            <a:r>
              <a:rPr lang="en-US" altLang="sk-SK">
                <a:solidFill>
                  <a:srgbClr val="0070C0"/>
                </a:solidFill>
              </a:rPr>
              <a:t>over-allocation</a:t>
            </a:r>
            <a:r>
              <a:rPr lang="en-US" altLang="sk-SK"/>
              <a:t> of memory by modifying page-fault service routine to include page replacement</a:t>
            </a:r>
            <a:br>
              <a:rPr lang="en-US" altLang="sk-SK"/>
            </a:br>
            <a:endParaRPr lang="en-US" altLang="sk-SK"/>
          </a:p>
          <a:p>
            <a:r>
              <a:rPr lang="en-US" altLang="sk-SK"/>
              <a:t>Use </a:t>
            </a:r>
            <a:r>
              <a:rPr lang="en-US" altLang="sk-SK">
                <a:solidFill>
                  <a:srgbClr val="0070C0"/>
                </a:solidFill>
              </a:rPr>
              <a:t>modify (dirty) bi</a:t>
            </a:r>
            <a:r>
              <a:rPr lang="en-US" altLang="sk-SK">
                <a:solidFill>
                  <a:schemeClr val="accent1">
                    <a:lumMod val="75000"/>
                  </a:schemeClr>
                </a:solidFill>
              </a:rPr>
              <a:t>t</a:t>
            </a:r>
            <a:r>
              <a:rPr lang="en-US" altLang="sk-SK"/>
              <a:t> to reduce overhead of page transfers – only modified pages are written to disk</a:t>
            </a:r>
            <a:br>
              <a:rPr lang="en-US" altLang="sk-SK"/>
            </a:br>
            <a:endParaRPr lang="en-US" altLang="sk-SK"/>
          </a:p>
          <a:p>
            <a:r>
              <a:rPr lang="en-US" altLang="sk-SK"/>
              <a:t>Page replacement completes separation between logical memory and physical memory – large virtual memory can be provided on a smaller physical memory</a:t>
            </a:r>
          </a:p>
        </p:txBody>
      </p:sp>
    </p:spTree>
    <p:extLst>
      <p:ext uri="{BB962C8B-B14F-4D97-AF65-F5344CB8AC3E}">
        <p14:creationId xmlns:p14="http://schemas.microsoft.com/office/powerpoint/2010/main" val="15839231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3249" name="Rectangle 2">
            <a:extLst>
              <a:ext uri="{FF2B5EF4-FFF2-40B4-BE49-F238E27FC236}">
                <a16:creationId xmlns:a16="http://schemas.microsoft.com/office/drawing/2014/main" id="{78FADED7-A2F1-8740-8A18-6812CB249DFB}"/>
              </a:ext>
            </a:extLst>
          </p:cNvPr>
          <p:cNvSpPr>
            <a:spLocks noGrp="1" noChangeArrowheads="1"/>
          </p:cNvSpPr>
          <p:nvPr>
            <p:ph type="title"/>
          </p:nvPr>
        </p:nvSpPr>
        <p:spPr/>
        <p:txBody>
          <a:bodyPr>
            <a:normAutofit/>
          </a:bodyPr>
          <a:lstStyle/>
          <a:p>
            <a:pPr eaLnBrk="1" hangingPunct="1"/>
            <a:r>
              <a:rPr lang="en-US" altLang="sk-SK">
                <a:ea typeface="ＭＳ Ｐゴシック" panose="020B0600070205080204" pitchFamily="34" charset="-128"/>
              </a:rPr>
              <a:t>Need For Page Replacement</a:t>
            </a:r>
          </a:p>
        </p:txBody>
      </p:sp>
      <p:pic>
        <p:nvPicPr>
          <p:cNvPr id="53250" name="Picture 4" descr="9">
            <a:extLst>
              <a:ext uri="{FF2B5EF4-FFF2-40B4-BE49-F238E27FC236}">
                <a16:creationId xmlns:a16="http://schemas.microsoft.com/office/drawing/2014/main" id="{97154138-18D5-494D-BE6B-483925D41B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77665" y="1378535"/>
            <a:ext cx="7636669" cy="4944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365493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2">
            <a:extLst>
              <a:ext uri="{FF2B5EF4-FFF2-40B4-BE49-F238E27FC236}">
                <a16:creationId xmlns:a16="http://schemas.microsoft.com/office/drawing/2014/main" id="{44643071-32EE-B044-85DB-99DBE7C13C6A}"/>
              </a:ext>
            </a:extLst>
          </p:cNvPr>
          <p:cNvSpPr>
            <a:spLocks noGrp="1" noChangeArrowheads="1"/>
          </p:cNvSpPr>
          <p:nvPr>
            <p:ph type="title"/>
          </p:nvPr>
        </p:nvSpPr>
        <p:spPr/>
        <p:txBody>
          <a:bodyPr/>
          <a:lstStyle/>
          <a:p>
            <a:r>
              <a:rPr lang="en-US" altLang="sk-SK"/>
              <a:t>Basic Page Replacement</a:t>
            </a:r>
          </a:p>
        </p:txBody>
      </p:sp>
      <p:sp>
        <p:nvSpPr>
          <p:cNvPr id="55298" name="Rectangle 3">
            <a:extLst>
              <a:ext uri="{FF2B5EF4-FFF2-40B4-BE49-F238E27FC236}">
                <a16:creationId xmlns:a16="http://schemas.microsoft.com/office/drawing/2014/main" id="{F008B0AC-7DC2-A74A-B564-17691A3BD943}"/>
              </a:ext>
            </a:extLst>
          </p:cNvPr>
          <p:cNvSpPr>
            <a:spLocks noGrp="1" noChangeArrowheads="1"/>
          </p:cNvSpPr>
          <p:nvPr>
            <p:ph type="body" idx="1"/>
          </p:nvPr>
        </p:nvSpPr>
        <p:spPr/>
        <p:txBody>
          <a:bodyPr vert="horz" lIns="91440" tIns="45720" rIns="91440" bIns="45720" rtlCol="0" anchor="t">
            <a:normAutofit fontScale="92500" lnSpcReduction="20000"/>
          </a:bodyPr>
          <a:lstStyle/>
          <a:p>
            <a:pPr marL="514350" indent="-514350">
              <a:buFont typeface="+mj-lt"/>
              <a:buAutoNum type="arabicPeriod"/>
            </a:pPr>
            <a:r>
              <a:rPr lang="en-US" altLang="sk-SK"/>
              <a:t>Find the location of the desired page on disk</a:t>
            </a:r>
          </a:p>
          <a:p>
            <a:pPr marL="514350" indent="-514350">
              <a:buFont typeface="+mj-lt"/>
              <a:buAutoNum type="arabicPeriod"/>
            </a:pPr>
            <a:r>
              <a:rPr lang="en-US" altLang="sk-SK"/>
              <a:t>Find a free frame:</a:t>
            </a:r>
            <a:br>
              <a:rPr lang="en-US" altLang="sk-SK"/>
            </a:br>
            <a:r>
              <a:rPr lang="en-US" altLang="sk-SK"/>
              <a:t>   -  If there is a free frame, use it</a:t>
            </a:r>
            <a:br>
              <a:rPr lang="en-US" altLang="sk-SK"/>
            </a:br>
            <a:r>
              <a:rPr lang="en-US" altLang="sk-SK"/>
              <a:t>   -  If there is no free frame, use a page replacement algorithm to select a </a:t>
            </a:r>
            <a:r>
              <a:rPr lang="en-US" altLang="sk-SK">
                <a:solidFill>
                  <a:srgbClr val="0070C0"/>
                </a:solidFill>
              </a:rPr>
              <a:t>victim frame</a:t>
            </a:r>
            <a:br>
              <a:rPr lang="en-US" altLang="sk-SK"/>
            </a:br>
            <a:r>
              <a:rPr lang="en-US" altLang="sk-SK"/>
              <a:t>	- Write victim frame to disk </a:t>
            </a:r>
            <a:r>
              <a:rPr lang="en-US" altLang="sk-SK" b="1"/>
              <a:t>if dirty</a:t>
            </a:r>
          </a:p>
          <a:p>
            <a:pPr marL="514350" indent="-514350">
              <a:buFont typeface="+mj-lt"/>
              <a:buAutoNum type="arabicPeriod"/>
            </a:pPr>
            <a:r>
              <a:rPr lang="en-US" altLang="sk-SK"/>
              <a:t>Bring  the desired page into the (newly) free frame; update the page and frame tables</a:t>
            </a:r>
          </a:p>
          <a:p>
            <a:pPr marL="514350" indent="-514350">
              <a:buFont typeface="+mj-lt"/>
              <a:buAutoNum type="arabicPeriod"/>
            </a:pPr>
            <a:r>
              <a:rPr lang="en-US" altLang="sk-SK"/>
              <a:t>Continue the process by restarting the instruction that caused the trap</a:t>
            </a:r>
          </a:p>
          <a:p>
            <a:endParaRPr lang="en-US" altLang="sk-SK"/>
          </a:p>
          <a:p>
            <a:pPr marL="0" indent="0">
              <a:buNone/>
            </a:pPr>
            <a:r>
              <a:rPr lang="en-US" altLang="sk-SK"/>
              <a:t>Note now potentially 2 page transfers for page fault – increasing EAT </a:t>
            </a:r>
            <a:r>
              <a:rPr lang="en-US" altLang="sk-SK" sz="1600">
                <a:sym typeface="Symbol" pitchFamily="2" charset="2"/>
              </a:rPr>
              <a:t>(Effective Access Time)</a:t>
            </a:r>
            <a:endParaRPr lang="en-US" altLang="sk-SK">
              <a:cs typeface="Calibri" panose="020F0502020204030204"/>
            </a:endParaRPr>
          </a:p>
          <a:p>
            <a:pPr lvl="1"/>
            <a:r>
              <a:rPr lang="sk-SK" err="1"/>
              <a:t>We</a:t>
            </a:r>
            <a:r>
              <a:rPr lang="sk-SK"/>
              <a:t> </a:t>
            </a:r>
            <a:r>
              <a:rPr lang="sk-SK" err="1"/>
              <a:t>can</a:t>
            </a:r>
            <a:r>
              <a:rPr lang="sk-SK"/>
              <a:t> </a:t>
            </a:r>
            <a:r>
              <a:rPr lang="sk-SK" err="1"/>
              <a:t>reduce</a:t>
            </a:r>
            <a:r>
              <a:rPr lang="sk-SK"/>
              <a:t> </a:t>
            </a:r>
            <a:r>
              <a:rPr lang="sk-SK" err="1"/>
              <a:t>this</a:t>
            </a:r>
            <a:r>
              <a:rPr lang="sk-SK"/>
              <a:t> </a:t>
            </a:r>
            <a:r>
              <a:rPr lang="sk-SK" err="1"/>
              <a:t>overhead</a:t>
            </a:r>
            <a:r>
              <a:rPr lang="sk-SK"/>
              <a:t> by </a:t>
            </a:r>
            <a:r>
              <a:rPr lang="sk-SK" err="1"/>
              <a:t>using</a:t>
            </a:r>
            <a:r>
              <a:rPr lang="sk-SK"/>
              <a:t> a </a:t>
            </a:r>
            <a:r>
              <a:rPr lang="sk-SK" err="1">
                <a:solidFill>
                  <a:srgbClr val="0070C0"/>
                </a:solidFill>
              </a:rPr>
              <a:t>modify</a:t>
            </a:r>
            <a:r>
              <a:rPr lang="sk-SK">
                <a:solidFill>
                  <a:srgbClr val="0070C0"/>
                </a:solidFill>
              </a:rPr>
              <a:t> bit </a:t>
            </a:r>
            <a:r>
              <a:rPr lang="sk-SK"/>
              <a:t>(or </a:t>
            </a:r>
            <a:r>
              <a:rPr lang="sk-SK" err="1">
                <a:solidFill>
                  <a:srgbClr val="0070C0"/>
                </a:solidFill>
              </a:rPr>
              <a:t>dirty</a:t>
            </a:r>
            <a:r>
              <a:rPr lang="sk-SK">
                <a:solidFill>
                  <a:srgbClr val="0070C0"/>
                </a:solidFill>
              </a:rPr>
              <a:t> bit</a:t>
            </a:r>
            <a:r>
              <a:rPr lang="sk-SK"/>
              <a:t>).</a:t>
            </a:r>
          </a:p>
          <a:p>
            <a:endParaRPr lang="en-US" altLang="sk-SK"/>
          </a:p>
        </p:txBody>
      </p:sp>
    </p:spTree>
    <p:extLst>
      <p:ext uri="{BB962C8B-B14F-4D97-AF65-F5344CB8AC3E}">
        <p14:creationId xmlns:p14="http://schemas.microsoft.com/office/powerpoint/2010/main" val="24593172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7345" name="Rectangle 2">
            <a:extLst>
              <a:ext uri="{FF2B5EF4-FFF2-40B4-BE49-F238E27FC236}">
                <a16:creationId xmlns:a16="http://schemas.microsoft.com/office/drawing/2014/main" id="{CDE97DE0-476F-5F4E-B5AD-81461EDF9DE4}"/>
              </a:ext>
            </a:extLst>
          </p:cNvPr>
          <p:cNvSpPr>
            <a:spLocks noGrp="1" noChangeArrowheads="1"/>
          </p:cNvSpPr>
          <p:nvPr>
            <p:ph type="title"/>
          </p:nvPr>
        </p:nvSpPr>
        <p:spPr/>
        <p:txBody>
          <a:bodyPr/>
          <a:lstStyle/>
          <a:p>
            <a:r>
              <a:rPr lang="en-US" altLang="sk-SK"/>
              <a:t>Page Replacement</a:t>
            </a:r>
          </a:p>
        </p:txBody>
      </p:sp>
      <p:sp>
        <p:nvSpPr>
          <p:cNvPr id="2" name="Content Placeholder 1">
            <a:extLst>
              <a:ext uri="{FF2B5EF4-FFF2-40B4-BE49-F238E27FC236}">
                <a16:creationId xmlns:a16="http://schemas.microsoft.com/office/drawing/2014/main" id="{269DECC3-2BFD-B451-DF5A-902FEF8A039C}"/>
              </a:ext>
            </a:extLst>
          </p:cNvPr>
          <p:cNvSpPr>
            <a:spLocks noGrp="1"/>
          </p:cNvSpPr>
          <p:nvPr>
            <p:ph idx="1"/>
          </p:nvPr>
        </p:nvSpPr>
        <p:spPr/>
        <p:txBody>
          <a:bodyPr/>
          <a:lstStyle/>
          <a:p>
            <a:endParaRPr lang="en-US"/>
          </a:p>
        </p:txBody>
      </p:sp>
      <p:pic>
        <p:nvPicPr>
          <p:cNvPr id="57346" name="Picture 4" descr="9">
            <a:extLst>
              <a:ext uri="{FF2B5EF4-FFF2-40B4-BE49-F238E27FC236}">
                <a16:creationId xmlns:a16="http://schemas.microsoft.com/office/drawing/2014/main" id="{C9592B12-C233-F747-AFC9-DEC53358D5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05088" y="1239441"/>
            <a:ext cx="7569994" cy="4960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345509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BC7741-8468-0169-4FC9-3D585A43827E}"/>
              </a:ext>
            </a:extLst>
          </p:cNvPr>
          <p:cNvSpPr>
            <a:spLocks noGrp="1"/>
          </p:cNvSpPr>
          <p:nvPr>
            <p:ph type="title"/>
          </p:nvPr>
        </p:nvSpPr>
        <p:spPr/>
        <p:txBody>
          <a:bodyPr/>
          <a:lstStyle/>
          <a:p>
            <a:r>
              <a:rPr lang="en-US" dirty="0"/>
              <a:t>What is Segmentation?</a:t>
            </a:r>
          </a:p>
        </p:txBody>
      </p:sp>
      <p:sp>
        <p:nvSpPr>
          <p:cNvPr id="3" name="Content Placeholder 2">
            <a:extLst>
              <a:ext uri="{FF2B5EF4-FFF2-40B4-BE49-F238E27FC236}">
                <a16:creationId xmlns:a16="http://schemas.microsoft.com/office/drawing/2014/main" id="{55E5C2F4-7855-8172-4F8D-06DB286B211A}"/>
              </a:ext>
            </a:extLst>
          </p:cNvPr>
          <p:cNvSpPr>
            <a:spLocks noGrp="1"/>
          </p:cNvSpPr>
          <p:nvPr>
            <p:ph idx="1"/>
          </p:nvPr>
        </p:nvSpPr>
        <p:spPr/>
        <p:txBody>
          <a:bodyPr vert="horz" lIns="91440" tIns="45720" rIns="91440" bIns="45720" rtlCol="0" anchor="t">
            <a:normAutofit/>
          </a:bodyPr>
          <a:lstStyle/>
          <a:p>
            <a:pPr marL="0" indent="0">
              <a:buNone/>
            </a:pPr>
            <a:r>
              <a:rPr lang="en-US" sz="2600" dirty="0"/>
              <a:t>Segmentation is another memory management technique, that divides the addressable memory in distinct segments. However, there is a difference between a Page and a Segment. </a:t>
            </a:r>
            <a:endParaRPr lang="en-US" dirty="0"/>
          </a:p>
          <a:p>
            <a:pPr marL="0" indent="0">
              <a:buNone/>
            </a:pPr>
            <a:r>
              <a:rPr lang="en-US" sz="2600" dirty="0"/>
              <a:t>While </a:t>
            </a:r>
            <a:r>
              <a:rPr lang="en-US" sz="2600" b="1" dirty="0"/>
              <a:t>Paging</a:t>
            </a:r>
            <a:r>
              <a:rPr lang="en-US" sz="2600" dirty="0"/>
              <a:t> divides the memory into blocks of </a:t>
            </a:r>
            <a:r>
              <a:rPr lang="en-US" sz="2600" b="1" dirty="0"/>
              <a:t>fixed size</a:t>
            </a:r>
            <a:r>
              <a:rPr lang="en-US" sz="2600" dirty="0"/>
              <a:t>, </a:t>
            </a:r>
            <a:r>
              <a:rPr lang="en-US" sz="2600" b="1" dirty="0"/>
              <a:t>Segmentation</a:t>
            </a:r>
            <a:r>
              <a:rPr lang="en-US" sz="2600" dirty="0"/>
              <a:t> divides the memory i</a:t>
            </a:r>
            <a:r>
              <a:rPr lang="en-US" sz="2600" b="1" dirty="0"/>
              <a:t>nto segments of variable sizes</a:t>
            </a:r>
            <a:r>
              <a:rPr lang="en-US" sz="2600" dirty="0"/>
              <a:t> that can grow or shrink as per requirement. </a:t>
            </a:r>
            <a:endParaRPr lang="en-US" dirty="0"/>
          </a:p>
          <a:p>
            <a:pPr marL="0" indent="0">
              <a:buNone/>
            </a:pPr>
            <a:r>
              <a:rPr lang="en-US" sz="2600" dirty="0"/>
              <a:t>A computer that uses segmentation as the memory management technique would have a logical address space that can be viewed as multiple segments.</a:t>
            </a:r>
            <a:endParaRPr lang="en-US" dirty="0">
              <a:ea typeface="Calibri"/>
              <a:cs typeface="Calibri"/>
            </a:endParaRPr>
          </a:p>
          <a:p>
            <a:endParaRPr lang="en-US" dirty="0">
              <a:ea typeface="Calibri"/>
              <a:cs typeface="Calibri"/>
            </a:endParaRPr>
          </a:p>
        </p:txBody>
      </p:sp>
    </p:spTree>
    <p:extLst>
      <p:ext uri="{BB962C8B-B14F-4D97-AF65-F5344CB8AC3E}">
        <p14:creationId xmlns:p14="http://schemas.microsoft.com/office/powerpoint/2010/main" val="26503911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75D78-2A74-AD9B-116D-6D85B2173FDF}"/>
              </a:ext>
            </a:extLst>
          </p:cNvPr>
          <p:cNvSpPr>
            <a:spLocks noGrp="1"/>
          </p:cNvSpPr>
          <p:nvPr>
            <p:ph type="title"/>
          </p:nvPr>
        </p:nvSpPr>
        <p:spPr/>
        <p:txBody>
          <a:bodyPr/>
          <a:lstStyle/>
          <a:p>
            <a:r>
              <a:rPr lang="en-US" dirty="0">
                <a:ea typeface="Calibri Light"/>
                <a:cs typeface="Calibri Light"/>
              </a:rPr>
              <a:t>Advantages and Disadvantages of Segmentation</a:t>
            </a:r>
            <a:endParaRPr lang="en-US" dirty="0"/>
          </a:p>
        </p:txBody>
      </p:sp>
      <p:sp>
        <p:nvSpPr>
          <p:cNvPr id="3" name="Content Placeholder 2">
            <a:extLst>
              <a:ext uri="{FF2B5EF4-FFF2-40B4-BE49-F238E27FC236}">
                <a16:creationId xmlns:a16="http://schemas.microsoft.com/office/drawing/2014/main" id="{2FB2BDEB-3C9B-E9CB-B3FC-C2CFEF32E5BF}"/>
              </a:ext>
            </a:extLst>
          </p:cNvPr>
          <p:cNvSpPr>
            <a:spLocks noGrp="1"/>
          </p:cNvSpPr>
          <p:nvPr>
            <p:ph idx="1"/>
          </p:nvPr>
        </p:nvSpPr>
        <p:spPr/>
        <p:txBody>
          <a:bodyPr vert="horz" lIns="91440" tIns="45720" rIns="91440" bIns="45720" rtlCol="0" anchor="t">
            <a:normAutofit lnSpcReduction="10000"/>
          </a:bodyPr>
          <a:lstStyle/>
          <a:p>
            <a:r>
              <a:rPr lang="en-US" dirty="0">
                <a:ea typeface="Calibri"/>
                <a:cs typeface="Calibri"/>
              </a:rPr>
              <a:t>There is no internal fragmentation in Segmentation. A Segment Table keeps track of all the segments, which occupies less space as compared to an equivalent Paging Table that keeps a record of all the pages.</a:t>
            </a:r>
          </a:p>
          <a:p>
            <a:endParaRPr lang="en-US" dirty="0">
              <a:ea typeface="Calibri"/>
              <a:cs typeface="Calibri"/>
            </a:endParaRPr>
          </a:p>
          <a:p>
            <a:r>
              <a:rPr lang="en-US">
                <a:ea typeface="Calibri"/>
                <a:cs typeface="Calibri"/>
              </a:rPr>
              <a:t>Segmentation is an expensive technique because it involves a lot of overhead for maintaining a separate segment table for each process. Since the segments are of unequal length, they are not suitable for swapping. Segmentation leads to external fragmentation as the available memory space is broken down into smaller chunks as the processes are being loaded and removed.</a:t>
            </a:r>
            <a:endParaRPr lang="en-US" dirty="0">
              <a:ea typeface="Calibri"/>
              <a:cs typeface="Calibri"/>
            </a:endParaRPr>
          </a:p>
          <a:p>
            <a:pPr marL="0" indent="0">
              <a:buNone/>
            </a:pPr>
            <a:endParaRPr lang="en-US" dirty="0">
              <a:ea typeface="Calibri"/>
              <a:cs typeface="Calibri"/>
            </a:endParaRPr>
          </a:p>
          <a:p>
            <a:endParaRPr lang="en-US" dirty="0">
              <a:ea typeface="Calibri"/>
              <a:cs typeface="Calibri"/>
            </a:endParaRPr>
          </a:p>
        </p:txBody>
      </p:sp>
    </p:spTree>
    <p:extLst>
      <p:ext uri="{BB962C8B-B14F-4D97-AF65-F5344CB8AC3E}">
        <p14:creationId xmlns:p14="http://schemas.microsoft.com/office/powerpoint/2010/main" val="16109120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589C2FBA-6B09-0FDF-51E1-204157E72816}"/>
              </a:ext>
            </a:extLst>
          </p:cNvPr>
          <p:cNvGraphicFramePr>
            <a:graphicFrameLocks noGrp="1"/>
          </p:cNvGraphicFramePr>
          <p:nvPr>
            <p:ph idx="1"/>
            <p:extLst>
              <p:ext uri="{D42A27DB-BD31-4B8C-83A1-F6EECF244321}">
                <p14:modId xmlns:p14="http://schemas.microsoft.com/office/powerpoint/2010/main" val="1038629254"/>
              </p:ext>
            </p:extLst>
          </p:nvPr>
        </p:nvGraphicFramePr>
        <p:xfrm>
          <a:off x="506896" y="309908"/>
          <a:ext cx="10515600" cy="6416040"/>
        </p:xfrm>
        <a:graphic>
          <a:graphicData uri="http://schemas.openxmlformats.org/drawingml/2006/table">
            <a:tbl>
              <a:tblPr firstRow="1" firstCol="1" bandRow="1">
                <a:tableStyleId>{5C22544A-7EE6-4342-B048-85BDC9FD1C3A}</a:tableStyleId>
              </a:tblPr>
              <a:tblGrid>
                <a:gridCol w="3505200">
                  <a:extLst>
                    <a:ext uri="{9D8B030D-6E8A-4147-A177-3AD203B41FA5}">
                      <a16:colId xmlns:a16="http://schemas.microsoft.com/office/drawing/2014/main" val="3720167166"/>
                    </a:ext>
                  </a:extLst>
                </a:gridCol>
                <a:gridCol w="3505200">
                  <a:extLst>
                    <a:ext uri="{9D8B030D-6E8A-4147-A177-3AD203B41FA5}">
                      <a16:colId xmlns:a16="http://schemas.microsoft.com/office/drawing/2014/main" val="2357223786"/>
                    </a:ext>
                  </a:extLst>
                </a:gridCol>
                <a:gridCol w="3505200">
                  <a:extLst>
                    <a:ext uri="{9D8B030D-6E8A-4147-A177-3AD203B41FA5}">
                      <a16:colId xmlns:a16="http://schemas.microsoft.com/office/drawing/2014/main" val="2630804555"/>
                    </a:ext>
                  </a:extLst>
                </a:gridCol>
              </a:tblGrid>
              <a:tr h="0">
                <a:tc>
                  <a:txBody>
                    <a:bodyPr/>
                    <a:lstStyle/>
                    <a:p>
                      <a:pPr algn="ctr"/>
                      <a:r>
                        <a:rPr lang="en-US" sz="1350" b="1" kern="0">
                          <a:solidFill>
                            <a:srgbClr val="000000"/>
                          </a:solidFill>
                          <a:effectLst/>
                          <a:latin typeface="inherit"/>
                          <a:ea typeface="Times New Roman" panose="02020603050405020304" pitchFamily="18" charset="0"/>
                          <a:cs typeface="Times New Roman" panose="02020603050405020304" pitchFamily="18" charset="0"/>
                        </a:rPr>
                        <a:t>Key</a:t>
                      </a:r>
                      <a:endParaRPr lang="en-US">
                        <a:effectLst/>
                      </a:endParaRPr>
                    </a:p>
                  </a:txBody>
                  <a:tcPr marL="76200" marR="76200" marT="76200" marB="76200">
                    <a:lnL>
                      <a:noFill/>
                    </a:lnL>
                    <a:lnR>
                      <a:noFill/>
                    </a:lnR>
                    <a:lnT>
                      <a:noFill/>
                    </a:lnT>
                    <a:lnB>
                      <a:noFill/>
                    </a:lnB>
                    <a:noFill/>
                  </a:tcPr>
                </a:tc>
                <a:tc>
                  <a:txBody>
                    <a:bodyPr/>
                    <a:lstStyle/>
                    <a:p>
                      <a:pPr algn="ctr"/>
                      <a:r>
                        <a:rPr lang="en-US" sz="1350" b="1" kern="0">
                          <a:solidFill>
                            <a:srgbClr val="000000"/>
                          </a:solidFill>
                          <a:effectLst/>
                          <a:latin typeface="inherit"/>
                          <a:ea typeface="Times New Roman" panose="02020603050405020304" pitchFamily="18" charset="0"/>
                          <a:cs typeface="Times New Roman" panose="02020603050405020304" pitchFamily="18" charset="0"/>
                        </a:rPr>
                        <a:t>Demand Paging</a:t>
                      </a:r>
                      <a:endParaRPr lang="en-US">
                        <a:effectLst/>
                      </a:endParaRPr>
                    </a:p>
                  </a:txBody>
                  <a:tcPr marL="76200" marR="76200" marT="76200" marB="76200">
                    <a:lnL>
                      <a:noFill/>
                    </a:lnL>
                    <a:lnR>
                      <a:noFill/>
                    </a:lnR>
                    <a:lnT>
                      <a:noFill/>
                    </a:lnT>
                    <a:lnB>
                      <a:noFill/>
                    </a:lnB>
                    <a:noFill/>
                  </a:tcPr>
                </a:tc>
                <a:tc>
                  <a:txBody>
                    <a:bodyPr/>
                    <a:lstStyle/>
                    <a:p>
                      <a:pPr algn="ctr"/>
                      <a:r>
                        <a:rPr lang="en-US" sz="1350" b="1" kern="0">
                          <a:solidFill>
                            <a:srgbClr val="000000"/>
                          </a:solidFill>
                          <a:effectLst/>
                          <a:latin typeface="inherit"/>
                          <a:ea typeface="Times New Roman" panose="02020603050405020304" pitchFamily="18" charset="0"/>
                          <a:cs typeface="Times New Roman" panose="02020603050405020304" pitchFamily="18" charset="0"/>
                        </a:rPr>
                        <a:t>Segmentation</a:t>
                      </a:r>
                      <a:endParaRPr lang="en-US">
                        <a:effectLst/>
                      </a:endParaRPr>
                    </a:p>
                  </a:txBody>
                  <a:tcPr marL="76200" marR="76200" marT="76200" marB="76200">
                    <a:lnL>
                      <a:noFill/>
                    </a:lnL>
                    <a:lnR>
                      <a:noFill/>
                    </a:lnR>
                    <a:lnT>
                      <a:noFill/>
                    </a:lnT>
                    <a:lnB>
                      <a:noFill/>
                    </a:lnB>
                    <a:noFill/>
                  </a:tcPr>
                </a:tc>
                <a:extLst>
                  <a:ext uri="{0D108BD9-81ED-4DB2-BD59-A6C34878D82A}">
                    <a16:rowId xmlns:a16="http://schemas.microsoft.com/office/drawing/2014/main" val="1123967302"/>
                  </a:ext>
                </a:extLst>
              </a:tr>
              <a:tr h="0">
                <a:tc>
                  <a:txBody>
                    <a:bodyPr/>
                    <a:lstStyle/>
                    <a:p>
                      <a:r>
                        <a:rPr lang="en-US" sz="1350" kern="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Definition</a:t>
                      </a:r>
                      <a:endParaRPr lang="en-US">
                        <a:effectLst/>
                      </a:endParaRPr>
                    </a:p>
                  </a:txBody>
                  <a:tcPr marL="76200" marR="76200" marT="76200" marB="76200">
                    <a:lnL>
                      <a:noFill/>
                    </a:lnL>
                    <a:lnR>
                      <a:noFill/>
                    </a:lnR>
                    <a:lnT>
                      <a:noFill/>
                    </a:lnT>
                    <a:lnB>
                      <a:noFill/>
                    </a:lnB>
                    <a:noFill/>
                  </a:tcPr>
                </a:tc>
                <a:tc>
                  <a:txBody>
                    <a:bodyPr/>
                    <a:lstStyle/>
                    <a:p>
                      <a:r>
                        <a:rPr lang="en-US" sz="1350" kern="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Paging is a memory management technique in which process address space is broken into blocks of the same size called "pages".</a:t>
                      </a:r>
                      <a:endParaRPr lang="en-US">
                        <a:effectLst/>
                      </a:endParaRPr>
                    </a:p>
                  </a:txBody>
                  <a:tcPr marL="76200" marR="76200" marT="76200" marB="76200">
                    <a:lnL>
                      <a:noFill/>
                    </a:lnL>
                    <a:lnR>
                      <a:noFill/>
                    </a:lnR>
                    <a:lnT>
                      <a:noFill/>
                    </a:lnT>
                    <a:lnB>
                      <a:noFill/>
                    </a:lnB>
                    <a:noFill/>
                  </a:tcPr>
                </a:tc>
                <a:tc>
                  <a:txBody>
                    <a:bodyPr/>
                    <a:lstStyle/>
                    <a:p>
                      <a:r>
                        <a:rPr lang="en-US" sz="1350" kern="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Segmentation is a memory management technique in which each job is divided into several segments of different sizes, one for each module that contains pieces that perform related functions.</a:t>
                      </a:r>
                      <a:endParaRPr lang="en-US">
                        <a:effectLst/>
                      </a:endParaRPr>
                    </a:p>
                  </a:txBody>
                  <a:tcPr marL="76200" marR="76200" marT="76200" marB="76200">
                    <a:lnL>
                      <a:noFill/>
                    </a:lnL>
                    <a:lnR>
                      <a:noFill/>
                    </a:lnR>
                    <a:lnT>
                      <a:noFill/>
                    </a:lnT>
                    <a:lnB>
                      <a:noFill/>
                    </a:lnB>
                    <a:noFill/>
                  </a:tcPr>
                </a:tc>
                <a:extLst>
                  <a:ext uri="{0D108BD9-81ED-4DB2-BD59-A6C34878D82A}">
                    <a16:rowId xmlns:a16="http://schemas.microsoft.com/office/drawing/2014/main" val="647444613"/>
                  </a:ext>
                </a:extLst>
              </a:tr>
              <a:tr h="0">
                <a:tc>
                  <a:txBody>
                    <a:bodyPr/>
                    <a:lstStyle/>
                    <a:p>
                      <a:r>
                        <a:rPr lang="en-US" sz="1350" kern="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Block Size</a:t>
                      </a:r>
                      <a:endParaRPr lang="en-US">
                        <a:effectLst/>
                      </a:endParaRPr>
                    </a:p>
                  </a:txBody>
                  <a:tcPr marL="76200" marR="76200" marT="76200" marB="76200">
                    <a:lnL>
                      <a:noFill/>
                    </a:lnL>
                    <a:lnR>
                      <a:noFill/>
                    </a:lnR>
                    <a:lnT>
                      <a:noFill/>
                    </a:lnT>
                    <a:lnB>
                      <a:noFill/>
                    </a:lnB>
                    <a:noFill/>
                  </a:tcPr>
                </a:tc>
                <a:tc>
                  <a:txBody>
                    <a:bodyPr/>
                    <a:lstStyle/>
                    <a:p>
                      <a:r>
                        <a:rPr lang="en-US" sz="1350" kern="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The block size is fixed in case of Demand Paging.</a:t>
                      </a:r>
                      <a:endParaRPr lang="en-US">
                        <a:effectLst/>
                      </a:endParaRPr>
                    </a:p>
                  </a:txBody>
                  <a:tcPr marL="76200" marR="76200" marT="76200" marB="76200">
                    <a:lnL>
                      <a:noFill/>
                    </a:lnL>
                    <a:lnR>
                      <a:noFill/>
                    </a:lnR>
                    <a:lnT>
                      <a:noFill/>
                    </a:lnT>
                    <a:lnB>
                      <a:noFill/>
                    </a:lnB>
                    <a:noFill/>
                  </a:tcPr>
                </a:tc>
                <a:tc>
                  <a:txBody>
                    <a:bodyPr/>
                    <a:lstStyle/>
                    <a:p>
                      <a:r>
                        <a:rPr lang="en-US" sz="1350" kern="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In Segmentation, the process address space is broken in varying sized blocks which are called as "sections". So block size is not fixed in case of Segmentation.</a:t>
                      </a:r>
                      <a:endParaRPr lang="en-US">
                        <a:effectLst/>
                      </a:endParaRPr>
                    </a:p>
                  </a:txBody>
                  <a:tcPr marL="76200" marR="76200" marT="76200" marB="76200">
                    <a:lnL>
                      <a:noFill/>
                    </a:lnL>
                    <a:lnR>
                      <a:noFill/>
                    </a:lnR>
                    <a:lnT>
                      <a:noFill/>
                    </a:lnT>
                    <a:lnB>
                      <a:noFill/>
                    </a:lnB>
                    <a:noFill/>
                  </a:tcPr>
                </a:tc>
                <a:extLst>
                  <a:ext uri="{0D108BD9-81ED-4DB2-BD59-A6C34878D82A}">
                    <a16:rowId xmlns:a16="http://schemas.microsoft.com/office/drawing/2014/main" val="3269690958"/>
                  </a:ext>
                </a:extLst>
              </a:tr>
              <a:tr h="0">
                <a:tc>
                  <a:txBody>
                    <a:bodyPr/>
                    <a:lstStyle/>
                    <a:p>
                      <a:r>
                        <a:rPr lang="en-US" sz="1350" kern="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Block size dependency</a:t>
                      </a:r>
                      <a:endParaRPr lang="en-US">
                        <a:effectLst/>
                      </a:endParaRPr>
                    </a:p>
                  </a:txBody>
                  <a:tcPr marL="76200" marR="76200" marT="76200" marB="76200">
                    <a:lnL>
                      <a:noFill/>
                    </a:lnL>
                    <a:lnR>
                      <a:noFill/>
                    </a:lnR>
                    <a:lnT>
                      <a:noFill/>
                    </a:lnT>
                    <a:lnB>
                      <a:noFill/>
                    </a:lnB>
                    <a:noFill/>
                  </a:tcPr>
                </a:tc>
                <a:tc>
                  <a:txBody>
                    <a:bodyPr/>
                    <a:lstStyle/>
                    <a:p>
                      <a:r>
                        <a:rPr lang="en-US" sz="1350" kern="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In Demand Paging, the size of blocks is dependent on system memory and gets assigned accordingly.</a:t>
                      </a:r>
                      <a:endParaRPr lang="en-US">
                        <a:effectLst/>
                      </a:endParaRPr>
                    </a:p>
                  </a:txBody>
                  <a:tcPr marL="76200" marR="76200" marT="76200" marB="76200">
                    <a:lnL>
                      <a:noFill/>
                    </a:lnL>
                    <a:lnR>
                      <a:noFill/>
                    </a:lnR>
                    <a:lnT>
                      <a:noFill/>
                    </a:lnT>
                    <a:lnB>
                      <a:noFill/>
                    </a:lnB>
                    <a:noFill/>
                  </a:tcPr>
                </a:tc>
                <a:tc>
                  <a:txBody>
                    <a:bodyPr/>
                    <a:lstStyle/>
                    <a:p>
                      <a:r>
                        <a:rPr lang="en-US" sz="1350" kern="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In Segmentation, the size is not dependent on system memory and is all up to user's choice that of what size blocks are needed.</a:t>
                      </a:r>
                      <a:endParaRPr lang="en-US">
                        <a:effectLst/>
                      </a:endParaRPr>
                    </a:p>
                  </a:txBody>
                  <a:tcPr marL="76200" marR="76200" marT="76200" marB="76200">
                    <a:lnL>
                      <a:noFill/>
                    </a:lnL>
                    <a:lnR>
                      <a:noFill/>
                    </a:lnR>
                    <a:lnT>
                      <a:noFill/>
                    </a:lnT>
                    <a:lnB>
                      <a:noFill/>
                    </a:lnB>
                    <a:noFill/>
                  </a:tcPr>
                </a:tc>
                <a:extLst>
                  <a:ext uri="{0D108BD9-81ED-4DB2-BD59-A6C34878D82A}">
                    <a16:rowId xmlns:a16="http://schemas.microsoft.com/office/drawing/2014/main" val="3917232497"/>
                  </a:ext>
                </a:extLst>
              </a:tr>
              <a:tr h="0">
                <a:tc>
                  <a:txBody>
                    <a:bodyPr/>
                    <a:lstStyle/>
                    <a:p>
                      <a:r>
                        <a:rPr lang="en-US" sz="1350" kern="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Performance</a:t>
                      </a:r>
                      <a:endParaRPr lang="en-US">
                        <a:effectLst/>
                      </a:endParaRPr>
                    </a:p>
                  </a:txBody>
                  <a:tcPr marL="76200" marR="76200" marT="76200" marB="76200">
                    <a:lnL>
                      <a:noFill/>
                    </a:lnL>
                    <a:lnR>
                      <a:noFill/>
                    </a:lnR>
                    <a:lnT>
                      <a:noFill/>
                    </a:lnT>
                    <a:lnB>
                      <a:noFill/>
                    </a:lnB>
                    <a:noFill/>
                  </a:tcPr>
                </a:tc>
                <a:tc>
                  <a:txBody>
                    <a:bodyPr/>
                    <a:lstStyle/>
                    <a:p>
                      <a:r>
                        <a:rPr lang="en-US" sz="1350" kern="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In context of performance, Demand Paging is faster as compared to Segmentation.</a:t>
                      </a:r>
                      <a:endParaRPr lang="en-US">
                        <a:effectLst/>
                      </a:endParaRPr>
                    </a:p>
                  </a:txBody>
                  <a:tcPr marL="76200" marR="76200" marT="76200" marB="76200">
                    <a:lnL>
                      <a:noFill/>
                    </a:lnL>
                    <a:lnR>
                      <a:noFill/>
                    </a:lnR>
                    <a:lnT>
                      <a:noFill/>
                    </a:lnT>
                    <a:lnB>
                      <a:noFill/>
                    </a:lnB>
                    <a:noFill/>
                  </a:tcPr>
                </a:tc>
                <a:tc>
                  <a:txBody>
                    <a:bodyPr/>
                    <a:lstStyle/>
                    <a:p>
                      <a:r>
                        <a:rPr lang="en-US" sz="1350" kern="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Segmentation is slower in speed as compared to Pagination.</a:t>
                      </a:r>
                      <a:endParaRPr lang="en-US">
                        <a:effectLst/>
                      </a:endParaRPr>
                    </a:p>
                  </a:txBody>
                  <a:tcPr marL="76200" marR="76200" marT="76200" marB="76200">
                    <a:lnL>
                      <a:noFill/>
                    </a:lnL>
                    <a:lnR>
                      <a:noFill/>
                    </a:lnR>
                    <a:lnT>
                      <a:noFill/>
                    </a:lnT>
                    <a:lnB>
                      <a:noFill/>
                    </a:lnB>
                    <a:noFill/>
                  </a:tcPr>
                </a:tc>
                <a:extLst>
                  <a:ext uri="{0D108BD9-81ED-4DB2-BD59-A6C34878D82A}">
                    <a16:rowId xmlns:a16="http://schemas.microsoft.com/office/drawing/2014/main" val="4226731291"/>
                  </a:ext>
                </a:extLst>
              </a:tr>
              <a:tr h="0">
                <a:tc>
                  <a:txBody>
                    <a:bodyPr/>
                    <a:lstStyle/>
                    <a:p>
                      <a:r>
                        <a:rPr lang="en-US" sz="1350" kern="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Data Load</a:t>
                      </a:r>
                      <a:endParaRPr lang="en-US">
                        <a:effectLst/>
                      </a:endParaRPr>
                    </a:p>
                  </a:txBody>
                  <a:tcPr marL="76200" marR="76200" marT="76200" marB="76200">
                    <a:lnL>
                      <a:noFill/>
                    </a:lnL>
                    <a:lnR>
                      <a:noFill/>
                    </a:lnR>
                    <a:lnT>
                      <a:noFill/>
                    </a:lnT>
                    <a:lnB>
                      <a:noFill/>
                    </a:lnB>
                    <a:noFill/>
                  </a:tcPr>
                </a:tc>
                <a:tc>
                  <a:txBody>
                    <a:bodyPr/>
                    <a:lstStyle/>
                    <a:p>
                      <a:r>
                        <a:rPr lang="en-US" sz="1350" kern="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In case of Demand Paging, pages get loaded in the main memory at runtime when the user demands it.</a:t>
                      </a:r>
                      <a:endParaRPr lang="en-US">
                        <a:effectLst/>
                      </a:endParaRPr>
                    </a:p>
                  </a:txBody>
                  <a:tcPr marL="76200" marR="76200" marT="76200" marB="76200">
                    <a:lnL>
                      <a:noFill/>
                    </a:lnL>
                    <a:lnR>
                      <a:noFill/>
                    </a:lnR>
                    <a:lnT>
                      <a:noFill/>
                    </a:lnT>
                    <a:lnB>
                      <a:noFill/>
                    </a:lnB>
                    <a:noFill/>
                  </a:tcPr>
                </a:tc>
                <a:tc>
                  <a:txBody>
                    <a:bodyPr/>
                    <a:lstStyle/>
                    <a:p>
                      <a:r>
                        <a:rPr lang="en-US" sz="1350" kern="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In case of Segmentation, all the sections get loaded at the time of compilation.</a:t>
                      </a:r>
                      <a:endParaRPr lang="en-US">
                        <a:effectLst/>
                      </a:endParaRPr>
                    </a:p>
                  </a:txBody>
                  <a:tcPr marL="76200" marR="76200" marT="76200" marB="76200">
                    <a:lnL>
                      <a:noFill/>
                    </a:lnL>
                    <a:lnR>
                      <a:noFill/>
                    </a:lnR>
                    <a:lnT>
                      <a:noFill/>
                    </a:lnT>
                    <a:lnB>
                      <a:noFill/>
                    </a:lnB>
                    <a:noFill/>
                  </a:tcPr>
                </a:tc>
                <a:extLst>
                  <a:ext uri="{0D108BD9-81ED-4DB2-BD59-A6C34878D82A}">
                    <a16:rowId xmlns:a16="http://schemas.microsoft.com/office/drawing/2014/main" val="4181949370"/>
                  </a:ext>
                </a:extLst>
              </a:tr>
              <a:tr h="0">
                <a:tc>
                  <a:txBody>
                    <a:bodyPr/>
                    <a:lstStyle/>
                    <a:p>
                      <a:r>
                        <a:rPr lang="en-US" sz="1350" kern="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Data Record</a:t>
                      </a:r>
                      <a:endParaRPr lang="en-US">
                        <a:effectLst/>
                      </a:endParaRPr>
                    </a:p>
                  </a:txBody>
                  <a:tcPr marL="76200" marR="76200" marT="76200" marB="76200">
                    <a:lnL>
                      <a:noFill/>
                    </a:lnL>
                    <a:lnR>
                      <a:noFill/>
                    </a:lnR>
                    <a:lnT>
                      <a:noFill/>
                    </a:lnT>
                    <a:lnB>
                      <a:noFill/>
                    </a:lnB>
                    <a:noFill/>
                  </a:tcPr>
                </a:tc>
                <a:tc>
                  <a:txBody>
                    <a:bodyPr/>
                    <a:lstStyle/>
                    <a:p>
                      <a:r>
                        <a:rPr lang="en-US" sz="1350" kern="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In Demand Paging, there is a Page map table that manages the record of pages in memory.</a:t>
                      </a:r>
                      <a:endParaRPr lang="en-US">
                        <a:effectLst/>
                      </a:endParaRPr>
                    </a:p>
                  </a:txBody>
                  <a:tcPr marL="76200" marR="76200" marT="76200" marB="76200">
                    <a:lnL>
                      <a:noFill/>
                    </a:lnL>
                    <a:lnR>
                      <a:noFill/>
                    </a:lnR>
                    <a:lnT>
                      <a:noFill/>
                    </a:lnT>
                    <a:lnB>
                      <a:noFill/>
                    </a:lnB>
                    <a:noFill/>
                  </a:tcPr>
                </a:tc>
                <a:tc>
                  <a:txBody>
                    <a:bodyPr/>
                    <a:lstStyle/>
                    <a:p>
                      <a:r>
                        <a:rPr lang="en-US" sz="1350" kern="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In case of Segmentation, there is a Segment map table that manages every segment address in the memory.</a:t>
                      </a:r>
                      <a:endParaRPr lang="en-US">
                        <a:effectLst/>
                      </a:endParaRPr>
                    </a:p>
                  </a:txBody>
                  <a:tcPr marL="76200" marR="76200" marT="76200" marB="76200">
                    <a:lnL>
                      <a:noFill/>
                    </a:lnL>
                    <a:lnR>
                      <a:noFill/>
                    </a:lnR>
                    <a:lnT>
                      <a:noFill/>
                    </a:lnT>
                    <a:lnB>
                      <a:noFill/>
                    </a:lnB>
                    <a:noFill/>
                  </a:tcPr>
                </a:tc>
                <a:extLst>
                  <a:ext uri="{0D108BD9-81ED-4DB2-BD59-A6C34878D82A}">
                    <a16:rowId xmlns:a16="http://schemas.microsoft.com/office/drawing/2014/main" val="1181295984"/>
                  </a:ext>
                </a:extLst>
              </a:tr>
            </a:tbl>
          </a:graphicData>
        </a:graphic>
      </p:graphicFrame>
    </p:spTree>
    <p:extLst>
      <p:ext uri="{BB962C8B-B14F-4D97-AF65-F5344CB8AC3E}">
        <p14:creationId xmlns:p14="http://schemas.microsoft.com/office/powerpoint/2010/main" val="31467140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2">
            <a:extLst>
              <a:ext uri="{FF2B5EF4-FFF2-40B4-BE49-F238E27FC236}">
                <a16:creationId xmlns:a16="http://schemas.microsoft.com/office/drawing/2014/main" id="{658983E3-222E-994B-AEA1-30F77C382CB7}"/>
              </a:ext>
            </a:extLst>
          </p:cNvPr>
          <p:cNvSpPr>
            <a:spLocks noGrp="1" noChangeArrowheads="1"/>
          </p:cNvSpPr>
          <p:nvPr>
            <p:ph type="title"/>
          </p:nvPr>
        </p:nvSpPr>
        <p:spPr/>
        <p:txBody>
          <a:bodyPr/>
          <a:lstStyle/>
          <a:p>
            <a:r>
              <a:rPr lang="en-US" altLang="sk-SK"/>
              <a:t>Page and Frame Replacement Algorithms</a:t>
            </a:r>
          </a:p>
        </p:txBody>
      </p:sp>
      <p:sp>
        <p:nvSpPr>
          <p:cNvPr id="59394" name="Rectangle 3">
            <a:extLst>
              <a:ext uri="{FF2B5EF4-FFF2-40B4-BE49-F238E27FC236}">
                <a16:creationId xmlns:a16="http://schemas.microsoft.com/office/drawing/2014/main" id="{B8CFE012-109F-FD43-A23C-AACE49CCFB93}"/>
              </a:ext>
            </a:extLst>
          </p:cNvPr>
          <p:cNvSpPr>
            <a:spLocks noGrp="1" noChangeArrowheads="1"/>
          </p:cNvSpPr>
          <p:nvPr>
            <p:ph type="body" idx="1"/>
          </p:nvPr>
        </p:nvSpPr>
        <p:spPr/>
        <p:txBody>
          <a:bodyPr>
            <a:normAutofit fontScale="70000" lnSpcReduction="20000"/>
          </a:bodyPr>
          <a:lstStyle/>
          <a:p>
            <a:r>
              <a:rPr lang="en-US" altLang="sk-SK">
                <a:solidFill>
                  <a:srgbClr val="0070C0"/>
                </a:solidFill>
              </a:rPr>
              <a:t>Frame-allocation algorithm </a:t>
            </a:r>
            <a:r>
              <a:rPr lang="en-US" altLang="sk-SK"/>
              <a:t>determines </a:t>
            </a:r>
          </a:p>
          <a:p>
            <a:pPr lvl="1"/>
            <a:r>
              <a:rPr lang="en-US" altLang="sk-SK"/>
              <a:t>How many frames to give each process</a:t>
            </a:r>
          </a:p>
          <a:p>
            <a:pPr lvl="1"/>
            <a:r>
              <a:rPr lang="en-US" altLang="sk-SK"/>
              <a:t>Which frames to replace</a:t>
            </a:r>
          </a:p>
          <a:p>
            <a:pPr lvl="1"/>
            <a:endParaRPr lang="en-US" altLang="sk-SK"/>
          </a:p>
          <a:p>
            <a:r>
              <a:rPr lang="en-US" altLang="sk-SK">
                <a:solidFill>
                  <a:srgbClr val="0070C0"/>
                </a:solidFill>
              </a:rPr>
              <a:t>Page-replacement algorithm</a:t>
            </a:r>
          </a:p>
          <a:p>
            <a:pPr lvl="1"/>
            <a:r>
              <a:rPr lang="en-US" altLang="sk-SK"/>
              <a:t>Want lowest page-fault rate on both first access and re-access</a:t>
            </a:r>
          </a:p>
          <a:p>
            <a:endParaRPr lang="en-US" altLang="sk-SK"/>
          </a:p>
          <a:p>
            <a:r>
              <a:rPr lang="en-US" altLang="sk-SK"/>
              <a:t>Evaluate algorithm by running it on a particular string of memory references (reference string) and computing the number of page faults on that string</a:t>
            </a:r>
          </a:p>
          <a:p>
            <a:pPr lvl="1"/>
            <a:r>
              <a:rPr lang="en-US" altLang="sk-SK"/>
              <a:t>String is just page numbers, not full addresses</a:t>
            </a:r>
          </a:p>
          <a:p>
            <a:pPr lvl="1"/>
            <a:r>
              <a:rPr lang="en-US" altLang="sk-SK"/>
              <a:t>Repeated access to the same page does not cause a page fault</a:t>
            </a:r>
          </a:p>
          <a:p>
            <a:pPr lvl="1"/>
            <a:r>
              <a:rPr lang="en-US" altLang="sk-SK"/>
              <a:t>Results depend on number of frames available</a:t>
            </a:r>
          </a:p>
          <a:p>
            <a:pPr lvl="1"/>
            <a:endParaRPr lang="en-US" altLang="sk-SK"/>
          </a:p>
          <a:p>
            <a:r>
              <a:rPr lang="en-US" altLang="sk-SK"/>
              <a:t>In all our examples, the reference string of referenced page numbers is </a:t>
            </a:r>
          </a:p>
          <a:p>
            <a:pPr marL="0" indent="0">
              <a:buNone/>
            </a:pPr>
            <a:r>
              <a:rPr lang="en-US" altLang="sk-SK"/>
              <a:t>	               7,0,1,2,0,3,0,4,2,3,0,3,0,3,2,1,2,0,1,7,0,1</a:t>
            </a:r>
          </a:p>
        </p:txBody>
      </p:sp>
    </p:spTree>
    <p:extLst>
      <p:ext uri="{BB962C8B-B14F-4D97-AF65-F5344CB8AC3E}">
        <p14:creationId xmlns:p14="http://schemas.microsoft.com/office/powerpoint/2010/main" val="40879673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2">
            <a:extLst>
              <a:ext uri="{FF2B5EF4-FFF2-40B4-BE49-F238E27FC236}">
                <a16:creationId xmlns:a16="http://schemas.microsoft.com/office/drawing/2014/main" id="{EE44BCE1-B8F4-6446-B163-28C37F6C0FAE}"/>
              </a:ext>
            </a:extLst>
          </p:cNvPr>
          <p:cNvSpPr>
            <a:spLocks noGrp="1" noChangeArrowheads="1"/>
          </p:cNvSpPr>
          <p:nvPr>
            <p:ph type="title"/>
          </p:nvPr>
        </p:nvSpPr>
        <p:spPr/>
        <p:txBody>
          <a:bodyPr/>
          <a:lstStyle/>
          <a:p>
            <a:r>
              <a:rPr lang="en-US" altLang="sk-SK" dirty="0"/>
              <a:t>Graph of Page Faults Versus </a:t>
            </a:r>
            <a:br>
              <a:rPr lang="en-US" altLang="sk-SK" dirty="0"/>
            </a:br>
            <a:r>
              <a:rPr lang="en-US" altLang="sk-SK" dirty="0"/>
              <a:t>The Number of Frames</a:t>
            </a:r>
          </a:p>
        </p:txBody>
      </p:sp>
      <p:pic>
        <p:nvPicPr>
          <p:cNvPr id="61442" name="Picture 5">
            <a:extLst>
              <a:ext uri="{FF2B5EF4-FFF2-40B4-BE49-F238E27FC236}">
                <a16:creationId xmlns:a16="http://schemas.microsoft.com/office/drawing/2014/main" id="{687F62B6-1FF8-5F4B-AF9C-14E1306708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33650" y="1709738"/>
            <a:ext cx="6991350"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BlokTextu 1">
            <a:extLst>
              <a:ext uri="{FF2B5EF4-FFF2-40B4-BE49-F238E27FC236}">
                <a16:creationId xmlns:a16="http://schemas.microsoft.com/office/drawing/2014/main" id="{64D721FA-BD70-2845-A4B0-884847EE59E0}"/>
              </a:ext>
            </a:extLst>
          </p:cNvPr>
          <p:cNvSpPr txBox="1"/>
          <p:nvPr/>
        </p:nvSpPr>
        <p:spPr>
          <a:xfrm>
            <a:off x="1199213" y="5367338"/>
            <a:ext cx="9758597" cy="923330"/>
          </a:xfrm>
          <a:prstGeom prst="rect">
            <a:avLst/>
          </a:prstGeom>
          <a:noFill/>
        </p:spPr>
        <p:txBody>
          <a:bodyPr wrap="square" rtlCol="0">
            <a:spAutoFit/>
          </a:bodyPr>
          <a:lstStyle/>
          <a:p>
            <a:r>
              <a:rPr lang="sk-SK"/>
              <a:t>As </a:t>
            </a:r>
            <a:r>
              <a:rPr lang="sk-SK" err="1"/>
              <a:t>the</a:t>
            </a:r>
            <a:r>
              <a:rPr lang="sk-SK"/>
              <a:t> </a:t>
            </a:r>
            <a:r>
              <a:rPr lang="sk-SK" err="1"/>
              <a:t>number</a:t>
            </a:r>
            <a:r>
              <a:rPr lang="sk-SK"/>
              <a:t> of </a:t>
            </a:r>
            <a:r>
              <a:rPr lang="sk-SK" err="1"/>
              <a:t>frames</a:t>
            </a:r>
            <a:r>
              <a:rPr lang="sk-SK"/>
              <a:t> </a:t>
            </a:r>
            <a:r>
              <a:rPr lang="sk-SK" err="1"/>
              <a:t>increases</a:t>
            </a:r>
            <a:r>
              <a:rPr lang="sk-SK"/>
              <a:t>, </a:t>
            </a:r>
            <a:r>
              <a:rPr lang="sk-SK" err="1"/>
              <a:t>the</a:t>
            </a:r>
            <a:r>
              <a:rPr lang="sk-SK"/>
              <a:t> </a:t>
            </a:r>
            <a:r>
              <a:rPr lang="sk-SK" err="1"/>
              <a:t>number</a:t>
            </a:r>
            <a:r>
              <a:rPr lang="sk-SK"/>
              <a:t> of </a:t>
            </a:r>
            <a:r>
              <a:rPr lang="sk-SK" err="1"/>
              <a:t>page</a:t>
            </a:r>
            <a:r>
              <a:rPr lang="sk-SK"/>
              <a:t> </a:t>
            </a:r>
            <a:r>
              <a:rPr lang="sk-SK" err="1"/>
              <a:t>faults</a:t>
            </a:r>
            <a:r>
              <a:rPr lang="sk-SK"/>
              <a:t> </a:t>
            </a:r>
            <a:r>
              <a:rPr lang="sk-SK" err="1"/>
              <a:t>drops</a:t>
            </a:r>
            <a:r>
              <a:rPr lang="sk-SK"/>
              <a:t> to </a:t>
            </a:r>
            <a:r>
              <a:rPr lang="sk-SK" err="1"/>
              <a:t>some</a:t>
            </a:r>
            <a:r>
              <a:rPr lang="sk-SK"/>
              <a:t> </a:t>
            </a:r>
            <a:r>
              <a:rPr lang="sk-SK" err="1"/>
              <a:t>minimal</a:t>
            </a:r>
            <a:r>
              <a:rPr lang="sk-SK"/>
              <a:t> level.</a:t>
            </a:r>
          </a:p>
          <a:p>
            <a:r>
              <a:rPr lang="sk-SK"/>
              <a:t> Of </a:t>
            </a:r>
            <a:r>
              <a:rPr lang="sk-SK" err="1"/>
              <a:t>course</a:t>
            </a:r>
            <a:r>
              <a:rPr lang="sk-SK"/>
              <a:t>, </a:t>
            </a:r>
            <a:r>
              <a:rPr lang="sk-SK" u="sng" err="1"/>
              <a:t>adding</a:t>
            </a:r>
            <a:r>
              <a:rPr lang="sk-SK" u="sng"/>
              <a:t> </a:t>
            </a:r>
            <a:r>
              <a:rPr lang="sk-SK" u="sng" err="1"/>
              <a:t>physical</a:t>
            </a:r>
            <a:r>
              <a:rPr lang="sk-SK" u="sng"/>
              <a:t> </a:t>
            </a:r>
            <a:r>
              <a:rPr lang="sk-SK" u="sng" err="1"/>
              <a:t>memory</a:t>
            </a:r>
            <a:r>
              <a:rPr lang="sk-SK" u="sng"/>
              <a:t> </a:t>
            </a:r>
            <a:r>
              <a:rPr lang="sk-SK" u="sng" err="1"/>
              <a:t>increases</a:t>
            </a:r>
            <a:r>
              <a:rPr lang="sk-SK" u="sng"/>
              <a:t> </a:t>
            </a:r>
            <a:r>
              <a:rPr lang="sk-SK" u="sng" err="1"/>
              <a:t>the</a:t>
            </a:r>
            <a:r>
              <a:rPr lang="sk-SK" u="sng"/>
              <a:t> </a:t>
            </a:r>
            <a:r>
              <a:rPr lang="sk-SK" u="sng" err="1"/>
              <a:t>number</a:t>
            </a:r>
            <a:r>
              <a:rPr lang="sk-SK" u="sng"/>
              <a:t> of </a:t>
            </a:r>
            <a:r>
              <a:rPr lang="sk-SK" u="sng" err="1"/>
              <a:t>frames</a:t>
            </a:r>
            <a:r>
              <a:rPr lang="sk-SK"/>
              <a:t>.</a:t>
            </a:r>
          </a:p>
          <a:p>
            <a:endParaRPr lang="en-US"/>
          </a:p>
        </p:txBody>
      </p:sp>
    </p:spTree>
    <p:extLst>
      <p:ext uri="{BB962C8B-B14F-4D97-AF65-F5344CB8AC3E}">
        <p14:creationId xmlns:p14="http://schemas.microsoft.com/office/powerpoint/2010/main" val="31710220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2">
            <a:extLst>
              <a:ext uri="{FF2B5EF4-FFF2-40B4-BE49-F238E27FC236}">
                <a16:creationId xmlns:a16="http://schemas.microsoft.com/office/drawing/2014/main" id="{E83C00AA-8AC1-5C43-8909-77AFAA22125B}"/>
              </a:ext>
            </a:extLst>
          </p:cNvPr>
          <p:cNvSpPr>
            <a:spLocks noGrp="1" noChangeArrowheads="1"/>
          </p:cNvSpPr>
          <p:nvPr>
            <p:ph type="title"/>
          </p:nvPr>
        </p:nvSpPr>
        <p:spPr>
          <a:xfrm>
            <a:off x="1926432" y="277416"/>
            <a:ext cx="8798719" cy="576263"/>
          </a:xfrm>
        </p:spPr>
        <p:txBody>
          <a:bodyPr>
            <a:normAutofit fontScale="90000"/>
          </a:bodyPr>
          <a:lstStyle/>
          <a:p>
            <a:pPr eaLnBrk="1" hangingPunct="1"/>
            <a:r>
              <a:rPr lang="en-US" altLang="sk-SK">
                <a:ea typeface="ＭＳ Ｐゴシック" panose="020B0600070205080204" pitchFamily="34" charset="-128"/>
              </a:rPr>
              <a:t>First-In-First-Out (FIFO) Algorithm</a:t>
            </a:r>
          </a:p>
        </p:txBody>
      </p:sp>
      <p:sp>
        <p:nvSpPr>
          <p:cNvPr id="63490" name="Rectangle 3">
            <a:extLst>
              <a:ext uri="{FF2B5EF4-FFF2-40B4-BE49-F238E27FC236}">
                <a16:creationId xmlns:a16="http://schemas.microsoft.com/office/drawing/2014/main" id="{541CAA9E-E143-A242-AE35-F088FBFD8444}"/>
              </a:ext>
            </a:extLst>
          </p:cNvPr>
          <p:cNvSpPr>
            <a:spLocks noGrp="1" noChangeArrowheads="1"/>
          </p:cNvSpPr>
          <p:nvPr>
            <p:ph type="body" idx="1"/>
          </p:nvPr>
        </p:nvSpPr>
        <p:spPr>
          <a:xfrm>
            <a:off x="1888332" y="1153716"/>
            <a:ext cx="5249887" cy="5209299"/>
          </a:xfrm>
        </p:spPr>
        <p:txBody>
          <a:bodyPr>
            <a:normAutofit fontScale="70000" lnSpcReduction="20000"/>
          </a:bodyPr>
          <a:lstStyle/>
          <a:p>
            <a:r>
              <a:rPr lang="en-US" altLang="sk-SK" dirty="0">
                <a:ea typeface="ＭＳ Ｐゴシック" panose="020B0600070205080204" pitchFamily="34" charset="-128"/>
              </a:rPr>
              <a:t>Reference string: </a:t>
            </a:r>
            <a:r>
              <a:rPr lang="en-US" altLang="sk-SK" b="1" dirty="0">
                <a:solidFill>
                  <a:srgbClr val="FF0000"/>
                </a:solidFill>
                <a:ea typeface="ＭＳ Ｐゴシック" panose="020B0600070205080204" pitchFamily="34" charset="-128"/>
              </a:rPr>
              <a:t>7,0,1,2,0,3,0,4,2,3,0,3,0,3,2,1,2,0,1,7,0,1</a:t>
            </a:r>
            <a:endParaRPr lang="en-US" altLang="sk-SK" dirty="0">
              <a:ea typeface="ＭＳ Ｐゴシック" panose="020B0600070205080204" pitchFamily="34" charset="-128"/>
            </a:endParaRPr>
          </a:p>
          <a:p>
            <a:r>
              <a:rPr lang="en-US" altLang="sk-SK" dirty="0">
                <a:ea typeface="ＭＳ Ｐゴシック" panose="020B0600070205080204" pitchFamily="34" charset="-128"/>
              </a:rPr>
              <a:t>3 frames (3 pages can be in memory at a time per process)</a:t>
            </a:r>
          </a:p>
          <a:p>
            <a:pPr>
              <a:buFont typeface="Monotype Sorts" pitchFamily="2" charset="2"/>
              <a:buNone/>
            </a:pPr>
            <a:endParaRPr lang="en-US" altLang="sk-SK" dirty="0">
              <a:ea typeface="ＭＳ Ｐゴシック" panose="020B0600070205080204" pitchFamily="34" charset="-128"/>
            </a:endParaRPr>
          </a:p>
          <a:p>
            <a:pPr>
              <a:buFont typeface="Monotype Sorts" pitchFamily="2" charset="2"/>
              <a:buNone/>
            </a:pPr>
            <a:endParaRPr lang="en-US" altLang="sk-SK" dirty="0">
              <a:ea typeface="ＭＳ Ｐゴシック" panose="020B0600070205080204" pitchFamily="34" charset="-128"/>
            </a:endParaRPr>
          </a:p>
          <a:p>
            <a:pPr>
              <a:buFont typeface="Monotype Sorts" pitchFamily="2" charset="2"/>
              <a:buNone/>
            </a:pPr>
            <a:br>
              <a:rPr lang="en-US" altLang="sk-SK" dirty="0">
                <a:ea typeface="ＭＳ Ｐゴシック" panose="020B0600070205080204" pitchFamily="34" charset="-128"/>
              </a:rPr>
            </a:br>
            <a:endParaRPr lang="en-US" altLang="sk-SK" dirty="0">
              <a:ea typeface="ＭＳ Ｐゴシック" panose="020B0600070205080204" pitchFamily="34" charset="-128"/>
            </a:endParaRPr>
          </a:p>
          <a:p>
            <a:pPr>
              <a:buFont typeface="Monotype Sorts" pitchFamily="2" charset="2"/>
              <a:buNone/>
            </a:pPr>
            <a:endParaRPr lang="en-US" altLang="sk-SK" sz="825" dirty="0">
              <a:ea typeface="ＭＳ Ｐゴシック" panose="020B0600070205080204" pitchFamily="34" charset="-128"/>
            </a:endParaRPr>
          </a:p>
          <a:p>
            <a:pPr>
              <a:buFont typeface="Monotype Sorts" pitchFamily="2" charset="2"/>
              <a:buNone/>
            </a:pPr>
            <a:endParaRPr lang="en-US" altLang="sk-SK" sz="825" dirty="0">
              <a:ea typeface="ＭＳ Ｐゴシック" panose="020B0600070205080204" pitchFamily="34" charset="-128"/>
            </a:endParaRPr>
          </a:p>
          <a:p>
            <a:endParaRPr lang="en-US" altLang="sk-SK" dirty="0">
              <a:ea typeface="ＭＳ Ｐゴシック" panose="020B0600070205080204" pitchFamily="34" charset="-128"/>
            </a:endParaRPr>
          </a:p>
          <a:p>
            <a:r>
              <a:rPr lang="en-US" altLang="sk-SK" dirty="0">
                <a:ea typeface="ＭＳ Ｐゴシック" panose="020B0600070205080204" pitchFamily="34" charset="-128"/>
              </a:rPr>
              <a:t>Can vary by reference string: consider 1,2,3,4,1,2,5,1,2,3,4,5</a:t>
            </a:r>
          </a:p>
          <a:p>
            <a:pPr lvl="1"/>
            <a:r>
              <a:rPr lang="en-US" altLang="sk-SK" dirty="0">
                <a:ea typeface="ＭＳ Ｐゴシック" panose="020B0600070205080204" pitchFamily="34" charset="-128"/>
              </a:rPr>
              <a:t>Adding more frames can cause more page faults!</a:t>
            </a:r>
          </a:p>
          <a:p>
            <a:pPr lvl="2"/>
            <a:r>
              <a:rPr lang="en-US" altLang="sk-SK" b="1" dirty="0" err="1">
                <a:solidFill>
                  <a:srgbClr val="3366FF"/>
                </a:solidFill>
                <a:ea typeface="ＭＳ Ｐゴシック" panose="020B0600070205080204" pitchFamily="34" charset="-128"/>
              </a:rPr>
              <a:t>Belady</a:t>
            </a:r>
            <a:r>
              <a:rPr lang="ja-JP" altLang="en-US" b="1">
                <a:solidFill>
                  <a:srgbClr val="3366FF"/>
                </a:solidFill>
                <a:ea typeface="ＭＳ Ｐゴシック" panose="020B0600070205080204" pitchFamily="34" charset="-128"/>
              </a:rPr>
              <a:t>’</a:t>
            </a:r>
            <a:r>
              <a:rPr lang="en-US" altLang="ja-JP" b="1" dirty="0">
                <a:solidFill>
                  <a:srgbClr val="3366FF"/>
                </a:solidFill>
                <a:ea typeface="ＭＳ Ｐゴシック" panose="020B0600070205080204" pitchFamily="34" charset="-128"/>
              </a:rPr>
              <a:t>s Anomaly</a:t>
            </a:r>
          </a:p>
          <a:p>
            <a:pPr>
              <a:buFont typeface="Monotype Sorts" pitchFamily="2" charset="2"/>
              <a:buNone/>
            </a:pPr>
            <a:endParaRPr lang="en-US" altLang="sk-SK" sz="825" dirty="0">
              <a:ea typeface="ＭＳ Ｐゴシック" panose="020B0600070205080204" pitchFamily="34" charset="-128"/>
            </a:endParaRPr>
          </a:p>
          <a:p>
            <a:r>
              <a:rPr lang="en-US" altLang="sk-SK" dirty="0">
                <a:ea typeface="ＭＳ Ｐゴシック" panose="020B0600070205080204" pitchFamily="34" charset="-128"/>
              </a:rPr>
              <a:t>How to track ages of pages? </a:t>
            </a:r>
          </a:p>
          <a:p>
            <a:pPr lvl="1"/>
            <a:r>
              <a:rPr lang="en-US" altLang="sk-SK" dirty="0">
                <a:ea typeface="ＭＳ Ｐゴシック" panose="020B0600070205080204" pitchFamily="34" charset="-128"/>
              </a:rPr>
              <a:t>Just use a FIFO queue</a:t>
            </a:r>
          </a:p>
        </p:txBody>
      </p:sp>
      <p:pic>
        <p:nvPicPr>
          <p:cNvPr id="5" name="Obrázok 4" descr="Obrázok, na ktorom je text, snímka obrazovky, typografia&#10;&#10;Obsah vygenerovaný pomocou AI môže byť nesprávny.">
            <a:extLst>
              <a:ext uri="{FF2B5EF4-FFF2-40B4-BE49-F238E27FC236}">
                <a16:creationId xmlns:a16="http://schemas.microsoft.com/office/drawing/2014/main" id="{674F41C0-D79D-C6F1-F580-0775350A651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82797" y="4183055"/>
            <a:ext cx="4504403" cy="2674945"/>
          </a:xfrm>
          <a:prstGeom prst="rect">
            <a:avLst/>
          </a:prstGeom>
        </p:spPr>
      </p:pic>
      <p:pic>
        <p:nvPicPr>
          <p:cNvPr id="9" name="Obrázok 8" descr="Obrázok, na ktorom je text, písmo, snímka obrazovky, typografia&#10;&#10;Obsah vygenerovaný pomocou AI môže byť nesprávny.">
            <a:extLst>
              <a:ext uri="{FF2B5EF4-FFF2-40B4-BE49-F238E27FC236}">
                <a16:creationId xmlns:a16="http://schemas.microsoft.com/office/drawing/2014/main" id="{6CDC9666-B50E-B9A6-2A36-CEFB93899E2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62598" y="2375775"/>
            <a:ext cx="7772400" cy="1382590"/>
          </a:xfrm>
          <a:prstGeom prst="rect">
            <a:avLst/>
          </a:prstGeom>
        </p:spPr>
      </p:pic>
    </p:spTree>
    <p:extLst>
      <p:ext uri="{BB962C8B-B14F-4D97-AF65-F5344CB8AC3E}">
        <p14:creationId xmlns:p14="http://schemas.microsoft.com/office/powerpoint/2010/main" val="7484730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2">
            <a:extLst>
              <a:ext uri="{FF2B5EF4-FFF2-40B4-BE49-F238E27FC236}">
                <a16:creationId xmlns:a16="http://schemas.microsoft.com/office/drawing/2014/main" id="{2C093515-5576-1048-A758-6056068320E4}"/>
              </a:ext>
            </a:extLst>
          </p:cNvPr>
          <p:cNvSpPr>
            <a:spLocks noGrp="1" noChangeArrowheads="1"/>
          </p:cNvSpPr>
          <p:nvPr>
            <p:ph type="title"/>
          </p:nvPr>
        </p:nvSpPr>
        <p:spPr>
          <a:xfrm>
            <a:off x="2024062" y="277416"/>
            <a:ext cx="8701088" cy="576263"/>
          </a:xfrm>
        </p:spPr>
        <p:txBody>
          <a:bodyPr>
            <a:normAutofit fontScale="90000"/>
          </a:bodyPr>
          <a:lstStyle/>
          <a:p>
            <a:pPr eaLnBrk="1" hangingPunct="1"/>
            <a:r>
              <a:rPr lang="en-US" altLang="sk-SK" dirty="0">
                <a:ea typeface="ＭＳ Ｐゴシック" panose="020B0600070205080204" pitchFamily="34" charset="-128"/>
              </a:rPr>
              <a:t>FIFO Illustrating </a:t>
            </a:r>
            <a:r>
              <a:rPr lang="en-US" altLang="sk-SK" dirty="0" err="1">
                <a:ea typeface="ＭＳ Ｐゴシック" panose="020B0600070205080204" pitchFamily="34" charset="-128"/>
              </a:rPr>
              <a:t>Belady</a:t>
            </a:r>
            <a:r>
              <a:rPr lang="ja-JP" altLang="en-US">
                <a:ea typeface="ＭＳ Ｐゴシック" panose="020B0600070205080204" pitchFamily="34" charset="-128"/>
              </a:rPr>
              <a:t>’</a:t>
            </a:r>
            <a:r>
              <a:rPr lang="en-US" altLang="ja-JP" dirty="0">
                <a:ea typeface="ＭＳ Ｐゴシック" panose="020B0600070205080204" pitchFamily="34" charset="-128"/>
              </a:rPr>
              <a:t>s Anomaly</a:t>
            </a:r>
            <a:endParaRPr lang="en-US" altLang="sk-SK" dirty="0">
              <a:ea typeface="ＭＳ Ｐゴシック" panose="020B0600070205080204" pitchFamily="34" charset="-128"/>
            </a:endParaRPr>
          </a:p>
        </p:txBody>
      </p:sp>
      <p:pic>
        <p:nvPicPr>
          <p:cNvPr id="65538" name="Picture 1" descr="9_13.pdf">
            <a:extLst>
              <a:ext uri="{FF2B5EF4-FFF2-40B4-BE49-F238E27FC236}">
                <a16:creationId xmlns:a16="http://schemas.microsoft.com/office/drawing/2014/main" id="{CBDE0499-6375-0D4E-82CB-98B869ECD22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803923" y="1658541"/>
            <a:ext cx="6387703" cy="4062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BlokTextu 1">
            <a:extLst>
              <a:ext uri="{FF2B5EF4-FFF2-40B4-BE49-F238E27FC236}">
                <a16:creationId xmlns:a16="http://schemas.microsoft.com/office/drawing/2014/main" id="{0B127355-78BB-4D46-AEE4-26C2098DA760}"/>
              </a:ext>
            </a:extLst>
          </p:cNvPr>
          <p:cNvSpPr txBox="1"/>
          <p:nvPr/>
        </p:nvSpPr>
        <p:spPr>
          <a:xfrm>
            <a:off x="314793" y="5792164"/>
            <a:ext cx="11182663" cy="646331"/>
          </a:xfrm>
          <a:prstGeom prst="rect">
            <a:avLst/>
          </a:prstGeom>
          <a:noFill/>
        </p:spPr>
        <p:txBody>
          <a:bodyPr wrap="square" rtlCol="0">
            <a:spAutoFit/>
          </a:bodyPr>
          <a:lstStyle/>
          <a:p>
            <a:r>
              <a:rPr lang="sk-SK" err="1"/>
              <a:t>for</a:t>
            </a:r>
            <a:r>
              <a:rPr lang="sk-SK"/>
              <a:t> </a:t>
            </a:r>
            <a:r>
              <a:rPr lang="sk-SK" err="1"/>
              <a:t>some</a:t>
            </a:r>
            <a:r>
              <a:rPr lang="sk-SK"/>
              <a:t> </a:t>
            </a:r>
            <a:r>
              <a:rPr lang="sk-SK" err="1"/>
              <a:t>page-replacement</a:t>
            </a:r>
            <a:r>
              <a:rPr lang="sk-SK"/>
              <a:t> </a:t>
            </a:r>
            <a:r>
              <a:rPr lang="sk-SK" err="1"/>
              <a:t>algorithms</a:t>
            </a:r>
            <a:r>
              <a:rPr lang="sk-SK"/>
              <a:t>, </a:t>
            </a:r>
            <a:r>
              <a:rPr lang="sk-SK" err="1"/>
              <a:t>the</a:t>
            </a:r>
            <a:r>
              <a:rPr lang="sk-SK"/>
              <a:t> </a:t>
            </a:r>
            <a:r>
              <a:rPr lang="sk-SK" err="1"/>
              <a:t>page-fault</a:t>
            </a:r>
            <a:r>
              <a:rPr lang="sk-SK"/>
              <a:t> rate </a:t>
            </a:r>
            <a:r>
              <a:rPr lang="sk-SK" err="1"/>
              <a:t>may</a:t>
            </a:r>
            <a:r>
              <a:rPr lang="sk-SK"/>
              <a:t> </a:t>
            </a:r>
            <a:r>
              <a:rPr lang="sk-SK" err="1"/>
              <a:t>increase</a:t>
            </a:r>
            <a:r>
              <a:rPr lang="sk-SK"/>
              <a:t> as </a:t>
            </a:r>
            <a:r>
              <a:rPr lang="sk-SK" err="1"/>
              <a:t>the</a:t>
            </a:r>
            <a:r>
              <a:rPr lang="sk-SK"/>
              <a:t> </a:t>
            </a:r>
            <a:r>
              <a:rPr lang="sk-SK" err="1"/>
              <a:t>number</a:t>
            </a:r>
            <a:r>
              <a:rPr lang="sk-SK"/>
              <a:t> of </a:t>
            </a:r>
            <a:r>
              <a:rPr lang="sk-SK" err="1"/>
              <a:t>allocated</a:t>
            </a:r>
            <a:r>
              <a:rPr lang="sk-SK"/>
              <a:t> </a:t>
            </a:r>
            <a:r>
              <a:rPr lang="sk-SK" err="1"/>
              <a:t>frames</a:t>
            </a:r>
            <a:r>
              <a:rPr lang="sk-SK"/>
              <a:t> </a:t>
            </a:r>
            <a:r>
              <a:rPr lang="sk-SK" err="1"/>
              <a:t>increases</a:t>
            </a:r>
            <a:r>
              <a:rPr lang="sk-SK"/>
              <a:t>.</a:t>
            </a:r>
          </a:p>
          <a:p>
            <a:endParaRPr lang="en-US"/>
          </a:p>
        </p:txBody>
      </p:sp>
      <p:sp>
        <p:nvSpPr>
          <p:cNvPr id="3" name="Šípka nahor 2">
            <a:extLst>
              <a:ext uri="{FF2B5EF4-FFF2-40B4-BE49-F238E27FC236}">
                <a16:creationId xmlns:a16="http://schemas.microsoft.com/office/drawing/2014/main" id="{42A6CE07-2F55-7C4F-B8FE-1049A06A482F}"/>
              </a:ext>
            </a:extLst>
          </p:cNvPr>
          <p:cNvSpPr/>
          <p:nvPr/>
        </p:nvSpPr>
        <p:spPr>
          <a:xfrm>
            <a:off x="5777918" y="3689747"/>
            <a:ext cx="219856" cy="854439"/>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Šípka nahor 5">
            <a:extLst>
              <a:ext uri="{FF2B5EF4-FFF2-40B4-BE49-F238E27FC236}">
                <a16:creationId xmlns:a16="http://schemas.microsoft.com/office/drawing/2014/main" id="{2DBACD21-3E1A-524A-9FDD-8E4E01F13924}"/>
              </a:ext>
            </a:extLst>
          </p:cNvPr>
          <p:cNvSpPr/>
          <p:nvPr/>
        </p:nvSpPr>
        <p:spPr>
          <a:xfrm>
            <a:off x="6574895" y="3429000"/>
            <a:ext cx="219856" cy="854439"/>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266907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2">
            <a:extLst>
              <a:ext uri="{FF2B5EF4-FFF2-40B4-BE49-F238E27FC236}">
                <a16:creationId xmlns:a16="http://schemas.microsoft.com/office/drawing/2014/main" id="{BE81D666-1186-8F45-9928-CABCABF7EF37}"/>
              </a:ext>
            </a:extLst>
          </p:cNvPr>
          <p:cNvSpPr>
            <a:spLocks noGrp="1" noChangeArrowheads="1"/>
          </p:cNvSpPr>
          <p:nvPr>
            <p:ph type="title"/>
          </p:nvPr>
        </p:nvSpPr>
        <p:spPr>
          <a:xfrm>
            <a:off x="1795462" y="277416"/>
            <a:ext cx="8929688" cy="576263"/>
          </a:xfrm>
        </p:spPr>
        <p:txBody>
          <a:bodyPr>
            <a:normAutofit fontScale="90000"/>
          </a:bodyPr>
          <a:lstStyle/>
          <a:p>
            <a:pPr eaLnBrk="1" hangingPunct="1"/>
            <a:r>
              <a:rPr lang="en-US" altLang="sk-SK" dirty="0">
                <a:ea typeface="ＭＳ Ｐゴシック" panose="020B0600070205080204" pitchFamily="34" charset="-128"/>
              </a:rPr>
              <a:t>Optimal Algorithm</a:t>
            </a:r>
          </a:p>
        </p:txBody>
      </p:sp>
      <p:sp>
        <p:nvSpPr>
          <p:cNvPr id="67586" name="Rectangle 3">
            <a:extLst>
              <a:ext uri="{FF2B5EF4-FFF2-40B4-BE49-F238E27FC236}">
                <a16:creationId xmlns:a16="http://schemas.microsoft.com/office/drawing/2014/main" id="{EE12002A-E3C1-6D40-BEC5-EC1627A2CB58}"/>
              </a:ext>
            </a:extLst>
          </p:cNvPr>
          <p:cNvSpPr>
            <a:spLocks noGrp="1" noChangeArrowheads="1"/>
          </p:cNvSpPr>
          <p:nvPr>
            <p:ph type="body" idx="1"/>
          </p:nvPr>
        </p:nvSpPr>
        <p:spPr>
          <a:xfrm>
            <a:off x="838200" y="952185"/>
            <a:ext cx="10515600" cy="5224778"/>
          </a:xfrm>
        </p:spPr>
        <p:txBody>
          <a:bodyPr>
            <a:normAutofit/>
          </a:bodyPr>
          <a:lstStyle/>
          <a:p>
            <a:pPr>
              <a:tabLst>
                <a:tab pos="2025254" algn="l"/>
              </a:tabLst>
            </a:pPr>
            <a:r>
              <a:rPr lang="en-US" altLang="sk-SK" dirty="0">
                <a:ea typeface="ＭＳ Ｐゴシック" panose="020B0600070205080204" pitchFamily="34" charset="-128"/>
              </a:rPr>
              <a:t>Replace page that will not be used for longest period of time</a:t>
            </a:r>
          </a:p>
          <a:p>
            <a:pPr lvl="1">
              <a:tabLst>
                <a:tab pos="2025254" algn="l"/>
              </a:tabLst>
            </a:pPr>
            <a:r>
              <a:rPr lang="en-US" altLang="sk-SK" dirty="0">
                <a:ea typeface="ＭＳ Ｐゴシック" panose="020B0600070205080204" pitchFamily="34" charset="-128"/>
              </a:rPr>
              <a:t>6 is optimal for </a:t>
            </a:r>
            <a:r>
              <a:rPr lang="en-US" altLang="sk-SK" b="1" dirty="0">
                <a:ea typeface="ＭＳ Ｐゴシック" panose="020B0600070205080204" pitchFamily="34" charset="-128"/>
              </a:rPr>
              <a:t>the example</a:t>
            </a:r>
          </a:p>
          <a:p>
            <a:pPr>
              <a:buNone/>
              <a:tabLst>
                <a:tab pos="2025254" algn="l"/>
              </a:tabLst>
            </a:pPr>
            <a:r>
              <a:rPr lang="en-US" altLang="sk-SK" dirty="0">
                <a:ea typeface="ＭＳ Ｐゴシック" panose="020B0600070205080204" pitchFamily="34" charset="-128"/>
              </a:rPr>
              <a:t>	</a:t>
            </a:r>
          </a:p>
          <a:p>
            <a:pPr>
              <a:tabLst>
                <a:tab pos="2025254" algn="l"/>
              </a:tabLst>
            </a:pPr>
            <a:endParaRPr lang="sk-SK" altLang="sk-SK" dirty="0">
              <a:ea typeface="ＭＳ Ｐゴシック" panose="020B0600070205080204" pitchFamily="34" charset="-128"/>
            </a:endParaRPr>
          </a:p>
          <a:p>
            <a:pPr>
              <a:tabLst>
                <a:tab pos="2025254" algn="l"/>
              </a:tabLst>
            </a:pPr>
            <a:endParaRPr lang="sk-SK" altLang="sk-SK" dirty="0">
              <a:ea typeface="ＭＳ Ｐゴシック" panose="020B0600070205080204" pitchFamily="34" charset="-128"/>
            </a:endParaRPr>
          </a:p>
          <a:p>
            <a:pPr>
              <a:tabLst>
                <a:tab pos="2025254" algn="l"/>
              </a:tabLst>
            </a:pPr>
            <a:endParaRPr lang="sk-SK" altLang="sk-SK" dirty="0">
              <a:ea typeface="ＭＳ Ｐゴシック" panose="020B0600070205080204" pitchFamily="34" charset="-128"/>
            </a:endParaRPr>
          </a:p>
          <a:p>
            <a:pPr>
              <a:tabLst>
                <a:tab pos="2025254" algn="l"/>
              </a:tabLst>
            </a:pPr>
            <a:endParaRPr lang="sk-SK" altLang="sk-SK" dirty="0">
              <a:ea typeface="ＭＳ Ｐゴシック" panose="020B0600070205080204" pitchFamily="34" charset="-128"/>
            </a:endParaRPr>
          </a:p>
          <a:p>
            <a:pPr>
              <a:tabLst>
                <a:tab pos="2025254" algn="l"/>
              </a:tabLst>
            </a:pPr>
            <a:r>
              <a:rPr lang="en-US" altLang="sk-SK" dirty="0">
                <a:ea typeface="ＭＳ Ｐゴシック" panose="020B0600070205080204" pitchFamily="34" charset="-128"/>
              </a:rPr>
              <a:t>How do you know this?</a:t>
            </a:r>
          </a:p>
          <a:p>
            <a:pPr lvl="1">
              <a:tabLst>
                <a:tab pos="2025254" algn="l"/>
              </a:tabLst>
            </a:pPr>
            <a:r>
              <a:rPr lang="en-US" altLang="sk-SK" dirty="0">
                <a:ea typeface="ＭＳ Ｐゴシック" panose="020B0600070205080204" pitchFamily="34" charset="-128"/>
              </a:rPr>
              <a:t>Can</a:t>
            </a:r>
            <a:r>
              <a:rPr lang="ja-JP" altLang="en-US">
                <a:ea typeface="ＭＳ Ｐゴシック" panose="020B0600070205080204" pitchFamily="34" charset="-128"/>
              </a:rPr>
              <a:t>’</a:t>
            </a:r>
            <a:r>
              <a:rPr lang="en-US" altLang="ja-JP" dirty="0">
                <a:ea typeface="ＭＳ Ｐゴシック" panose="020B0600070205080204" pitchFamily="34" charset="-128"/>
              </a:rPr>
              <a:t>t read the future</a:t>
            </a:r>
          </a:p>
          <a:p>
            <a:pPr>
              <a:tabLst>
                <a:tab pos="2025254" algn="l"/>
              </a:tabLst>
            </a:pPr>
            <a:r>
              <a:rPr lang="en-US" altLang="sk-SK" dirty="0">
                <a:ea typeface="ＭＳ Ｐゴシック" panose="020B0600070205080204" pitchFamily="34" charset="-128"/>
              </a:rPr>
              <a:t>Used for measuring how well your algorithm performs</a:t>
            </a:r>
          </a:p>
        </p:txBody>
      </p:sp>
      <p:pic>
        <p:nvPicPr>
          <p:cNvPr id="7" name="Obrázok 6" descr="Obrázok, na ktorom je text, snímka obrazovky, písmo, typografia&#10;&#10;Obsah vygenerovaný pomocou AI môže byť nesprávny.">
            <a:extLst>
              <a:ext uri="{FF2B5EF4-FFF2-40B4-BE49-F238E27FC236}">
                <a16:creationId xmlns:a16="http://schemas.microsoft.com/office/drawing/2014/main" id="{7654AB29-82A6-9BDB-A6DA-FF8065DA2E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2164" y="1764644"/>
            <a:ext cx="7547036" cy="2663660"/>
          </a:xfrm>
          <a:prstGeom prst="rect">
            <a:avLst/>
          </a:prstGeom>
        </p:spPr>
      </p:pic>
    </p:spTree>
    <p:extLst>
      <p:ext uri="{BB962C8B-B14F-4D97-AF65-F5344CB8AC3E}">
        <p14:creationId xmlns:p14="http://schemas.microsoft.com/office/powerpoint/2010/main" val="2040290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a:extLst>
              <a:ext uri="{FF2B5EF4-FFF2-40B4-BE49-F238E27FC236}">
                <a16:creationId xmlns:a16="http://schemas.microsoft.com/office/drawing/2014/main" id="{555A3B2B-2DD3-944E-82C3-FD92BB6B8096}"/>
              </a:ext>
            </a:extLst>
          </p:cNvPr>
          <p:cNvSpPr>
            <a:spLocks noGrp="1" noChangeArrowheads="1"/>
          </p:cNvSpPr>
          <p:nvPr>
            <p:ph type="title"/>
          </p:nvPr>
        </p:nvSpPr>
        <p:spPr/>
        <p:txBody>
          <a:bodyPr/>
          <a:lstStyle/>
          <a:p>
            <a:r>
              <a:rPr lang="en-US" altLang="sk-SK" dirty="0"/>
              <a:t>Least Recently Used (LRU) Algorithm</a:t>
            </a:r>
          </a:p>
        </p:txBody>
      </p:sp>
      <p:sp>
        <p:nvSpPr>
          <p:cNvPr id="40963" name="Rectangle 3">
            <a:extLst>
              <a:ext uri="{FF2B5EF4-FFF2-40B4-BE49-F238E27FC236}">
                <a16:creationId xmlns:a16="http://schemas.microsoft.com/office/drawing/2014/main" id="{ACD0572F-2796-3C48-8BC0-6D7CFAF54B04}"/>
              </a:ext>
            </a:extLst>
          </p:cNvPr>
          <p:cNvSpPr>
            <a:spLocks noGrp="1" noChangeArrowheads="1"/>
          </p:cNvSpPr>
          <p:nvPr>
            <p:ph type="body" idx="1"/>
          </p:nvPr>
        </p:nvSpPr>
        <p:spPr>
          <a:xfrm>
            <a:off x="838200" y="1484026"/>
            <a:ext cx="10515600" cy="2623279"/>
          </a:xfrm>
        </p:spPr>
        <p:txBody>
          <a:bodyPr>
            <a:normAutofit fontScale="92500" lnSpcReduction="20000"/>
          </a:bodyPr>
          <a:lstStyle/>
          <a:p>
            <a:r>
              <a:rPr lang="en-US" altLang="sk-SK" sz="2900"/>
              <a:t>Use past knowledge rather than future</a:t>
            </a:r>
          </a:p>
          <a:p>
            <a:r>
              <a:rPr lang="en-US" altLang="sk-SK" sz="2900"/>
              <a:t>Replace page that </a:t>
            </a:r>
            <a:r>
              <a:rPr lang="en-US" altLang="sk-SK" sz="2900" u="sng"/>
              <a:t>has not been used in the most amount of time</a:t>
            </a:r>
          </a:p>
          <a:p>
            <a:r>
              <a:rPr lang="en-US" altLang="sk-SK" sz="2900"/>
              <a:t>Associate time of last use with each page</a:t>
            </a:r>
          </a:p>
          <a:p>
            <a:r>
              <a:rPr lang="en-US" altLang="sk-SK" sz="2900"/>
              <a:t>12 faults – better than FIFO but worse than OPT</a:t>
            </a:r>
          </a:p>
          <a:p>
            <a:r>
              <a:rPr lang="en-US" altLang="sk-SK" sz="2900"/>
              <a:t>Generally good algorithm and frequently used</a:t>
            </a:r>
          </a:p>
          <a:p>
            <a:r>
              <a:rPr lang="en-US" altLang="sk-SK" sz="2900"/>
              <a:t>But how to implement?</a:t>
            </a:r>
          </a:p>
        </p:txBody>
      </p:sp>
      <p:pic>
        <p:nvPicPr>
          <p:cNvPr id="69635" name="Picture 4" descr="9">
            <a:extLst>
              <a:ext uri="{FF2B5EF4-FFF2-40B4-BE49-F238E27FC236}">
                <a16:creationId xmlns:a16="http://schemas.microsoft.com/office/drawing/2014/main" id="{25358EDD-A6F4-B94C-B21E-86D63D6028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02572" y="4359166"/>
            <a:ext cx="7766447" cy="18835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Šípka: kruhová 1">
            <a:extLst>
              <a:ext uri="{FF2B5EF4-FFF2-40B4-BE49-F238E27FC236}">
                <a16:creationId xmlns:a16="http://schemas.microsoft.com/office/drawing/2014/main" id="{5BB2E389-383E-43BA-A85C-108A3B67B880}"/>
              </a:ext>
            </a:extLst>
          </p:cNvPr>
          <p:cNvSpPr/>
          <p:nvPr/>
        </p:nvSpPr>
        <p:spPr>
          <a:xfrm flipH="1">
            <a:off x="2055510" y="3975388"/>
            <a:ext cx="1398049" cy="1325562"/>
          </a:xfrm>
          <a:prstGeom prst="circular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k-SK">
              <a:solidFill>
                <a:schemeClr val="tx1"/>
              </a:solidFill>
            </a:endParaRPr>
          </a:p>
        </p:txBody>
      </p:sp>
      <p:sp>
        <p:nvSpPr>
          <p:cNvPr id="6" name="Šípka: kruhová 5">
            <a:extLst>
              <a:ext uri="{FF2B5EF4-FFF2-40B4-BE49-F238E27FC236}">
                <a16:creationId xmlns:a16="http://schemas.microsoft.com/office/drawing/2014/main" id="{18848949-C0C9-4DB8-99FD-D584B778FCCA}"/>
              </a:ext>
            </a:extLst>
          </p:cNvPr>
          <p:cNvSpPr/>
          <p:nvPr/>
        </p:nvSpPr>
        <p:spPr>
          <a:xfrm flipH="1">
            <a:off x="2807432" y="3986786"/>
            <a:ext cx="1398049" cy="1325562"/>
          </a:xfrm>
          <a:prstGeom prst="circular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k-SK">
              <a:solidFill>
                <a:schemeClr val="tx1"/>
              </a:solidFill>
            </a:endParaRPr>
          </a:p>
        </p:txBody>
      </p:sp>
      <p:sp>
        <p:nvSpPr>
          <p:cNvPr id="7" name="Šípka: kruhová 6">
            <a:extLst>
              <a:ext uri="{FF2B5EF4-FFF2-40B4-BE49-F238E27FC236}">
                <a16:creationId xmlns:a16="http://schemas.microsoft.com/office/drawing/2014/main" id="{78B38228-921D-43CA-B07F-93460ECBC98F}"/>
              </a:ext>
            </a:extLst>
          </p:cNvPr>
          <p:cNvSpPr/>
          <p:nvPr/>
        </p:nvSpPr>
        <p:spPr>
          <a:xfrm flipH="1">
            <a:off x="3257077" y="3986786"/>
            <a:ext cx="1754487" cy="1325562"/>
          </a:xfrm>
          <a:prstGeom prst="circular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k-SK">
              <a:solidFill>
                <a:schemeClr val="tx1"/>
              </a:solidFill>
            </a:endParaRPr>
          </a:p>
        </p:txBody>
      </p:sp>
      <p:sp>
        <p:nvSpPr>
          <p:cNvPr id="8" name="Šípka: kruhová 7">
            <a:extLst>
              <a:ext uri="{FF2B5EF4-FFF2-40B4-BE49-F238E27FC236}">
                <a16:creationId xmlns:a16="http://schemas.microsoft.com/office/drawing/2014/main" id="{B0A280F4-23B8-49DC-86C6-6E92288B1020}"/>
              </a:ext>
            </a:extLst>
          </p:cNvPr>
          <p:cNvSpPr/>
          <p:nvPr/>
        </p:nvSpPr>
        <p:spPr>
          <a:xfrm flipH="1">
            <a:off x="5892242" y="3986786"/>
            <a:ext cx="1398049" cy="1325562"/>
          </a:xfrm>
          <a:prstGeom prst="circular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k-SK">
              <a:solidFill>
                <a:schemeClr val="tx1"/>
              </a:solidFill>
            </a:endParaRPr>
          </a:p>
        </p:txBody>
      </p:sp>
    </p:spTree>
    <p:extLst>
      <p:ext uri="{BB962C8B-B14F-4D97-AF65-F5344CB8AC3E}">
        <p14:creationId xmlns:p14="http://schemas.microsoft.com/office/powerpoint/2010/main" val="301458660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2">
            <a:extLst>
              <a:ext uri="{FF2B5EF4-FFF2-40B4-BE49-F238E27FC236}">
                <a16:creationId xmlns:a16="http://schemas.microsoft.com/office/drawing/2014/main" id="{F607DFF3-6238-3240-B78B-5D54720448C5}"/>
              </a:ext>
            </a:extLst>
          </p:cNvPr>
          <p:cNvSpPr>
            <a:spLocks noGrp="1" noChangeArrowheads="1"/>
          </p:cNvSpPr>
          <p:nvPr>
            <p:ph type="title"/>
          </p:nvPr>
        </p:nvSpPr>
        <p:spPr/>
        <p:txBody>
          <a:bodyPr/>
          <a:lstStyle/>
          <a:p>
            <a:r>
              <a:rPr lang="en-US" altLang="sk-SK"/>
              <a:t>LRU Algorithm (Cont.)</a:t>
            </a:r>
          </a:p>
        </p:txBody>
      </p:sp>
      <p:sp>
        <p:nvSpPr>
          <p:cNvPr id="71682" name="Rectangle 3">
            <a:extLst>
              <a:ext uri="{FF2B5EF4-FFF2-40B4-BE49-F238E27FC236}">
                <a16:creationId xmlns:a16="http://schemas.microsoft.com/office/drawing/2014/main" id="{9139CBA0-A77B-634E-8715-E057A6BF69C4}"/>
              </a:ext>
            </a:extLst>
          </p:cNvPr>
          <p:cNvSpPr>
            <a:spLocks noGrp="1" noChangeArrowheads="1"/>
          </p:cNvSpPr>
          <p:nvPr>
            <p:ph type="body" idx="1"/>
          </p:nvPr>
        </p:nvSpPr>
        <p:spPr/>
        <p:txBody>
          <a:bodyPr>
            <a:normAutofit fontScale="85000" lnSpcReduction="20000"/>
          </a:bodyPr>
          <a:lstStyle/>
          <a:p>
            <a:r>
              <a:rPr lang="en-US" altLang="sk-SK" dirty="0"/>
              <a:t>Counter implementation</a:t>
            </a:r>
          </a:p>
          <a:p>
            <a:pPr lvl="1"/>
            <a:r>
              <a:rPr lang="en-US" altLang="sk-SK" dirty="0"/>
              <a:t>Every page entry has a counter; every time page is referenced through this entry, copy the clock into the counter</a:t>
            </a:r>
          </a:p>
          <a:p>
            <a:pPr lvl="1"/>
            <a:r>
              <a:rPr lang="en-US" altLang="sk-SK" dirty="0"/>
              <a:t>When a page needs to be changed, look at the counters to find smallest value</a:t>
            </a:r>
          </a:p>
          <a:p>
            <a:pPr lvl="2"/>
            <a:r>
              <a:rPr lang="en-US" altLang="sk-SK" dirty="0"/>
              <a:t>Search through table needed</a:t>
            </a:r>
          </a:p>
          <a:p>
            <a:r>
              <a:rPr lang="en-US" altLang="sk-SK" dirty="0"/>
              <a:t>Stack implementation</a:t>
            </a:r>
          </a:p>
          <a:p>
            <a:pPr lvl="1"/>
            <a:r>
              <a:rPr lang="en-US" altLang="sk-SK" dirty="0"/>
              <a:t>Keep a stack of page numbers in a double link form:</a:t>
            </a:r>
          </a:p>
          <a:p>
            <a:pPr lvl="1"/>
            <a:r>
              <a:rPr lang="en-US" altLang="sk-SK" dirty="0"/>
              <a:t>Page referenced:</a:t>
            </a:r>
          </a:p>
          <a:p>
            <a:pPr lvl="2"/>
            <a:r>
              <a:rPr lang="en-US" altLang="sk-SK" dirty="0"/>
              <a:t>move it to the top</a:t>
            </a:r>
          </a:p>
          <a:p>
            <a:pPr lvl="2"/>
            <a:r>
              <a:rPr lang="en-US" altLang="sk-SK" dirty="0"/>
              <a:t>requires 6 pointers to be changed</a:t>
            </a:r>
          </a:p>
          <a:p>
            <a:pPr lvl="1"/>
            <a:r>
              <a:rPr lang="en-US" altLang="sk-SK" dirty="0"/>
              <a:t>But each update more expensive</a:t>
            </a:r>
          </a:p>
          <a:p>
            <a:pPr lvl="1"/>
            <a:r>
              <a:rPr lang="en-US" altLang="sk-SK" dirty="0"/>
              <a:t>No search for replacement</a:t>
            </a:r>
          </a:p>
          <a:p>
            <a:pPr lvl="1"/>
            <a:endParaRPr lang="en-US" altLang="sk-SK" dirty="0"/>
          </a:p>
          <a:p>
            <a:r>
              <a:rPr lang="en-US" altLang="sk-SK" dirty="0"/>
              <a:t>LRU and OPT are cases of </a:t>
            </a:r>
            <a:r>
              <a:rPr lang="en-US" altLang="sk-SK" dirty="0">
                <a:solidFill>
                  <a:srgbClr val="0070C0"/>
                </a:solidFill>
              </a:rPr>
              <a:t>stack algorithms </a:t>
            </a:r>
            <a:r>
              <a:rPr lang="en-US" altLang="sk-SK" dirty="0"/>
              <a:t>that don</a:t>
            </a:r>
            <a:r>
              <a:rPr lang="ja-JP" altLang="en-US"/>
              <a:t>’</a:t>
            </a:r>
            <a:r>
              <a:rPr lang="en-US" altLang="ja-JP" dirty="0"/>
              <a:t>t have </a:t>
            </a:r>
            <a:r>
              <a:rPr lang="en-US" altLang="ja-JP" dirty="0" err="1"/>
              <a:t>Belady</a:t>
            </a:r>
            <a:r>
              <a:rPr lang="ja-JP" altLang="en-US"/>
              <a:t>’</a:t>
            </a:r>
            <a:r>
              <a:rPr lang="en-US" altLang="ja-JP" dirty="0"/>
              <a:t>s Anomaly</a:t>
            </a:r>
            <a:endParaRPr lang="en-US" altLang="sk-SK" dirty="0"/>
          </a:p>
        </p:txBody>
      </p:sp>
    </p:spTree>
    <p:extLst>
      <p:ext uri="{BB962C8B-B14F-4D97-AF65-F5344CB8AC3E}">
        <p14:creationId xmlns:p14="http://schemas.microsoft.com/office/powerpoint/2010/main" val="202191921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2">
            <a:extLst>
              <a:ext uri="{FF2B5EF4-FFF2-40B4-BE49-F238E27FC236}">
                <a16:creationId xmlns:a16="http://schemas.microsoft.com/office/drawing/2014/main" id="{5D91D6FA-6CF6-9F4B-AC95-715D912962FD}"/>
              </a:ext>
            </a:extLst>
          </p:cNvPr>
          <p:cNvSpPr>
            <a:spLocks noGrp="1" noChangeArrowheads="1"/>
          </p:cNvSpPr>
          <p:nvPr>
            <p:ph type="title"/>
          </p:nvPr>
        </p:nvSpPr>
        <p:spPr/>
        <p:txBody>
          <a:bodyPr/>
          <a:lstStyle/>
          <a:p>
            <a:r>
              <a:rPr lang="en-US" altLang="sk-SK"/>
              <a:t>Use Of A Stack to Record Most Recent Page References</a:t>
            </a:r>
          </a:p>
        </p:txBody>
      </p:sp>
      <p:pic>
        <p:nvPicPr>
          <p:cNvPr id="4" name="Obrázok 3" descr="Obrázok, na ktorom je rad, typografia, dizajn&#10;&#10;Obsah vygenerovaný pomocou AI môže byť nesprávny.">
            <a:extLst>
              <a:ext uri="{FF2B5EF4-FFF2-40B4-BE49-F238E27FC236}">
                <a16:creationId xmlns:a16="http://schemas.microsoft.com/office/drawing/2014/main" id="{C7688925-FD84-CD44-B41B-82CFC263AD6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0033" y="2254865"/>
            <a:ext cx="10931933" cy="2730090"/>
          </a:xfrm>
          <a:prstGeom prst="rect">
            <a:avLst/>
          </a:prstGeom>
        </p:spPr>
      </p:pic>
    </p:spTree>
    <p:extLst>
      <p:ext uri="{BB962C8B-B14F-4D97-AF65-F5344CB8AC3E}">
        <p14:creationId xmlns:p14="http://schemas.microsoft.com/office/powerpoint/2010/main" val="242332228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2">
            <a:extLst>
              <a:ext uri="{FF2B5EF4-FFF2-40B4-BE49-F238E27FC236}">
                <a16:creationId xmlns:a16="http://schemas.microsoft.com/office/drawing/2014/main" id="{7FC84477-DB1C-3B40-B22A-8670062D9FBD}"/>
              </a:ext>
            </a:extLst>
          </p:cNvPr>
          <p:cNvSpPr>
            <a:spLocks noGrp="1" noChangeArrowheads="1"/>
          </p:cNvSpPr>
          <p:nvPr>
            <p:ph type="title"/>
          </p:nvPr>
        </p:nvSpPr>
        <p:spPr/>
        <p:txBody>
          <a:bodyPr/>
          <a:lstStyle/>
          <a:p>
            <a:r>
              <a:rPr lang="en-US" altLang="sk-SK"/>
              <a:t>LRU Approximation Algorithms</a:t>
            </a:r>
          </a:p>
        </p:txBody>
      </p:sp>
      <p:sp>
        <p:nvSpPr>
          <p:cNvPr id="75778" name="Rectangle 3">
            <a:extLst>
              <a:ext uri="{FF2B5EF4-FFF2-40B4-BE49-F238E27FC236}">
                <a16:creationId xmlns:a16="http://schemas.microsoft.com/office/drawing/2014/main" id="{A17A8D7F-91D3-C34D-ACBB-DA9B5D0084E9}"/>
              </a:ext>
            </a:extLst>
          </p:cNvPr>
          <p:cNvSpPr>
            <a:spLocks noGrp="1" noChangeArrowheads="1"/>
          </p:cNvSpPr>
          <p:nvPr>
            <p:ph type="body" idx="1"/>
          </p:nvPr>
        </p:nvSpPr>
        <p:spPr/>
        <p:txBody>
          <a:bodyPr>
            <a:normAutofit fontScale="92500" lnSpcReduction="20000"/>
          </a:bodyPr>
          <a:lstStyle/>
          <a:p>
            <a:r>
              <a:rPr lang="en-US" altLang="sk-SK" dirty="0"/>
              <a:t>LRU needs special hardware and still slow</a:t>
            </a:r>
          </a:p>
          <a:p>
            <a:r>
              <a:rPr lang="en-US" altLang="sk-SK" dirty="0">
                <a:solidFill>
                  <a:srgbClr val="0070C0"/>
                </a:solidFill>
              </a:rPr>
              <a:t>Reference bit</a:t>
            </a:r>
          </a:p>
          <a:p>
            <a:pPr lvl="1"/>
            <a:r>
              <a:rPr lang="en-US" altLang="sk-SK" dirty="0"/>
              <a:t>With each page associate a bit, initially = 0</a:t>
            </a:r>
          </a:p>
          <a:p>
            <a:pPr lvl="1"/>
            <a:r>
              <a:rPr lang="en-US" altLang="sk-SK" dirty="0"/>
              <a:t>When page is referenced bit set to 1</a:t>
            </a:r>
          </a:p>
          <a:p>
            <a:pPr lvl="1"/>
            <a:r>
              <a:rPr lang="en-US" altLang="sk-SK" dirty="0"/>
              <a:t>Replace any with reference bit = 0 (if one exists)</a:t>
            </a:r>
          </a:p>
          <a:p>
            <a:pPr lvl="2"/>
            <a:r>
              <a:rPr lang="en-US" altLang="sk-SK" dirty="0"/>
              <a:t>We do not know the order, however</a:t>
            </a:r>
          </a:p>
          <a:p>
            <a:r>
              <a:rPr lang="en-US" altLang="sk-SK" dirty="0">
                <a:solidFill>
                  <a:srgbClr val="0070C0"/>
                </a:solidFill>
              </a:rPr>
              <a:t>Second-chance </a:t>
            </a:r>
            <a:r>
              <a:rPr lang="sk-SK" altLang="sk-SK" dirty="0">
                <a:solidFill>
                  <a:srgbClr val="0070C0"/>
                </a:solidFill>
              </a:rPr>
              <a:t>(</a:t>
            </a:r>
            <a:r>
              <a:rPr lang="sk-SK" altLang="sk-SK" dirty="0" err="1">
                <a:solidFill>
                  <a:srgbClr val="0070C0"/>
                </a:solidFill>
              </a:rPr>
              <a:t>clock</a:t>
            </a:r>
            <a:r>
              <a:rPr lang="sk-SK" altLang="sk-SK" dirty="0">
                <a:solidFill>
                  <a:srgbClr val="0070C0"/>
                </a:solidFill>
              </a:rPr>
              <a:t>) </a:t>
            </a:r>
            <a:r>
              <a:rPr lang="en-US" altLang="sk-SK" dirty="0">
                <a:solidFill>
                  <a:srgbClr val="0070C0"/>
                </a:solidFill>
              </a:rPr>
              <a:t>algorithm</a:t>
            </a:r>
          </a:p>
          <a:p>
            <a:pPr lvl="1"/>
            <a:r>
              <a:rPr lang="en-US" altLang="sk-SK" dirty="0"/>
              <a:t>Generally FIFO, plus hardware-provided reference bit</a:t>
            </a:r>
          </a:p>
          <a:p>
            <a:pPr lvl="1"/>
            <a:r>
              <a:rPr lang="en-US" altLang="sk-SK" dirty="0">
                <a:solidFill>
                  <a:srgbClr val="0070C0"/>
                </a:solidFill>
              </a:rPr>
              <a:t>Clock replacement</a:t>
            </a:r>
          </a:p>
          <a:p>
            <a:pPr lvl="1"/>
            <a:r>
              <a:rPr lang="en-US" altLang="sk-SK" dirty="0"/>
              <a:t>If page to be replaced has </a:t>
            </a:r>
          </a:p>
          <a:p>
            <a:pPr lvl="2"/>
            <a:r>
              <a:rPr lang="en-US" altLang="sk-SK" dirty="0"/>
              <a:t>Reference bit = 0 -&gt; replace it</a:t>
            </a:r>
          </a:p>
          <a:p>
            <a:pPr lvl="2"/>
            <a:r>
              <a:rPr lang="en-US" altLang="sk-SK" dirty="0"/>
              <a:t>reference bit = 1 then:</a:t>
            </a:r>
          </a:p>
          <a:p>
            <a:pPr lvl="3"/>
            <a:r>
              <a:rPr lang="en-US" altLang="sk-SK" dirty="0"/>
              <a:t>set reference bit 0, leave page in memory</a:t>
            </a:r>
          </a:p>
          <a:p>
            <a:pPr lvl="3"/>
            <a:r>
              <a:rPr lang="en-US" altLang="sk-SK" dirty="0"/>
              <a:t>replace next page, subject to same rules</a:t>
            </a:r>
          </a:p>
        </p:txBody>
      </p:sp>
      <p:pic>
        <p:nvPicPr>
          <p:cNvPr id="4" name="Picture 1" descr="9_17.pdf">
            <a:extLst>
              <a:ext uri="{FF2B5EF4-FFF2-40B4-BE49-F238E27FC236}">
                <a16:creationId xmlns:a16="http://schemas.microsoft.com/office/drawing/2014/main" id="{EEE7D051-E0F7-4D63-B0F6-0F6CB4BC34B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126727" y="2054077"/>
            <a:ext cx="4743081" cy="42578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Šípka: nahor 1">
            <a:extLst>
              <a:ext uri="{FF2B5EF4-FFF2-40B4-BE49-F238E27FC236}">
                <a16:creationId xmlns:a16="http://schemas.microsoft.com/office/drawing/2014/main" id="{62293A93-4729-47E3-AE06-5F41121A2953}"/>
              </a:ext>
            </a:extLst>
          </p:cNvPr>
          <p:cNvSpPr/>
          <p:nvPr/>
        </p:nvSpPr>
        <p:spPr>
          <a:xfrm rot="5400000">
            <a:off x="6526121" y="3113410"/>
            <a:ext cx="390446" cy="1641134"/>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k-SK"/>
          </a:p>
        </p:txBody>
      </p:sp>
    </p:spTree>
    <p:extLst>
      <p:ext uri="{BB962C8B-B14F-4D97-AF65-F5344CB8AC3E}">
        <p14:creationId xmlns:p14="http://schemas.microsoft.com/office/powerpoint/2010/main" val="219309866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2">
            <a:extLst>
              <a:ext uri="{FF2B5EF4-FFF2-40B4-BE49-F238E27FC236}">
                <a16:creationId xmlns:a16="http://schemas.microsoft.com/office/drawing/2014/main" id="{647502C2-524D-DA4A-95B0-9CA1F743D5E0}"/>
              </a:ext>
            </a:extLst>
          </p:cNvPr>
          <p:cNvSpPr>
            <a:spLocks noGrp="1" noChangeArrowheads="1"/>
          </p:cNvSpPr>
          <p:nvPr>
            <p:ph type="title"/>
          </p:nvPr>
        </p:nvSpPr>
        <p:spPr/>
        <p:txBody>
          <a:bodyPr/>
          <a:lstStyle/>
          <a:p>
            <a:r>
              <a:rPr lang="en-US" altLang="sk-SK"/>
              <a:t>Enhanced Second-Chance Algorithm</a:t>
            </a:r>
          </a:p>
        </p:txBody>
      </p:sp>
      <p:sp>
        <p:nvSpPr>
          <p:cNvPr id="79874" name="Rectangle 3">
            <a:extLst>
              <a:ext uri="{FF2B5EF4-FFF2-40B4-BE49-F238E27FC236}">
                <a16:creationId xmlns:a16="http://schemas.microsoft.com/office/drawing/2014/main" id="{DA8E9462-C392-5D48-9F24-83061D4F3AF9}"/>
              </a:ext>
            </a:extLst>
          </p:cNvPr>
          <p:cNvSpPr>
            <a:spLocks noGrp="1" noChangeArrowheads="1"/>
          </p:cNvSpPr>
          <p:nvPr>
            <p:ph type="body" idx="1"/>
          </p:nvPr>
        </p:nvSpPr>
        <p:spPr/>
        <p:txBody>
          <a:bodyPr>
            <a:normAutofit fontScale="85000" lnSpcReduction="20000"/>
          </a:bodyPr>
          <a:lstStyle/>
          <a:p>
            <a:r>
              <a:rPr lang="en-US" altLang="sk-SK"/>
              <a:t>Improve algorithm by using </a:t>
            </a:r>
            <a:r>
              <a:rPr lang="en-US" altLang="sk-SK" b="1"/>
              <a:t>reference bit </a:t>
            </a:r>
            <a:r>
              <a:rPr lang="en-US" altLang="sk-SK"/>
              <a:t>and</a:t>
            </a:r>
            <a:r>
              <a:rPr lang="en-US" altLang="sk-SK" b="1"/>
              <a:t> modify bit</a:t>
            </a:r>
            <a:r>
              <a:rPr lang="en-US" altLang="sk-SK"/>
              <a:t> (if available) in concert</a:t>
            </a:r>
          </a:p>
          <a:p>
            <a:r>
              <a:rPr lang="en-US" altLang="sk-SK"/>
              <a:t>Take ordered pair (reference, modify)</a:t>
            </a:r>
          </a:p>
          <a:p>
            <a:pPr marL="514350" indent="-514350">
              <a:buFont typeface="+mj-lt"/>
              <a:buAutoNum type="arabicPeriod"/>
            </a:pPr>
            <a:r>
              <a:rPr lang="en-US" altLang="sk-SK"/>
              <a:t>(0, 0) neither recently used not modified – </a:t>
            </a:r>
            <a:r>
              <a:rPr lang="en-US" altLang="sk-SK" b="1"/>
              <a:t>best page to replace</a:t>
            </a:r>
          </a:p>
          <a:p>
            <a:pPr marL="514350" indent="-514350">
              <a:buFont typeface="+mj-lt"/>
              <a:buAutoNum type="arabicPeriod"/>
            </a:pPr>
            <a:r>
              <a:rPr lang="en-US" altLang="sk-SK"/>
              <a:t>(0, 1) not recently used but modified – not quite as good, must write out before replacement</a:t>
            </a:r>
          </a:p>
          <a:p>
            <a:pPr marL="514350" indent="-514350">
              <a:buFont typeface="+mj-lt"/>
              <a:buAutoNum type="arabicPeriod"/>
            </a:pPr>
            <a:r>
              <a:rPr lang="en-US" altLang="sk-SK"/>
              <a:t>(1, 0) recently used but clean – probably will be used again soon</a:t>
            </a:r>
          </a:p>
          <a:p>
            <a:pPr marL="514350" indent="-514350">
              <a:buFont typeface="+mj-lt"/>
              <a:buAutoNum type="arabicPeriod"/>
            </a:pPr>
            <a:r>
              <a:rPr lang="en-US" altLang="sk-SK"/>
              <a:t>(1, 1) recently used and modified – probably will be used again soon and need to write out before replacement</a:t>
            </a:r>
          </a:p>
          <a:p>
            <a:endParaRPr lang="en-US" altLang="sk-SK"/>
          </a:p>
          <a:p>
            <a:r>
              <a:rPr lang="en-US" altLang="sk-SK"/>
              <a:t>When page replacement called for, use the clock scheme  but use the four classes replace page in lowest non-empty class</a:t>
            </a:r>
          </a:p>
          <a:p>
            <a:pPr lvl="1"/>
            <a:r>
              <a:rPr lang="en-US" altLang="sk-SK"/>
              <a:t>Might need to search circular queue several times</a:t>
            </a:r>
          </a:p>
        </p:txBody>
      </p:sp>
    </p:spTree>
    <p:extLst>
      <p:ext uri="{BB962C8B-B14F-4D97-AF65-F5344CB8AC3E}">
        <p14:creationId xmlns:p14="http://schemas.microsoft.com/office/powerpoint/2010/main" val="17536246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2">
            <a:extLst>
              <a:ext uri="{FF2B5EF4-FFF2-40B4-BE49-F238E27FC236}">
                <a16:creationId xmlns:a16="http://schemas.microsoft.com/office/drawing/2014/main" id="{501A2977-DDDF-5D44-AF55-388C050CB6E4}"/>
              </a:ext>
            </a:extLst>
          </p:cNvPr>
          <p:cNvSpPr>
            <a:spLocks noGrp="1" noChangeArrowheads="1"/>
          </p:cNvSpPr>
          <p:nvPr>
            <p:ph type="title"/>
          </p:nvPr>
        </p:nvSpPr>
        <p:spPr/>
        <p:txBody>
          <a:bodyPr/>
          <a:lstStyle/>
          <a:p>
            <a:r>
              <a:rPr lang="en-US" altLang="sk-SK" dirty="0"/>
              <a:t>Counting Algorithms</a:t>
            </a:r>
          </a:p>
        </p:txBody>
      </p:sp>
      <p:sp>
        <p:nvSpPr>
          <p:cNvPr id="81922" name="Rectangle 3">
            <a:extLst>
              <a:ext uri="{FF2B5EF4-FFF2-40B4-BE49-F238E27FC236}">
                <a16:creationId xmlns:a16="http://schemas.microsoft.com/office/drawing/2014/main" id="{6D3BE00E-B8FD-D546-A69A-B05D46E99EE8}"/>
              </a:ext>
            </a:extLst>
          </p:cNvPr>
          <p:cNvSpPr>
            <a:spLocks noGrp="1" noChangeArrowheads="1"/>
          </p:cNvSpPr>
          <p:nvPr>
            <p:ph type="body" idx="1"/>
          </p:nvPr>
        </p:nvSpPr>
        <p:spPr/>
        <p:txBody>
          <a:bodyPr/>
          <a:lstStyle/>
          <a:p>
            <a:r>
              <a:rPr lang="en-US" altLang="sk-SK" dirty="0"/>
              <a:t>Keep a counter of the number of references that have been made to each page</a:t>
            </a:r>
          </a:p>
          <a:p>
            <a:pPr lvl="1"/>
            <a:r>
              <a:rPr lang="en-US" altLang="sk-SK" dirty="0"/>
              <a:t>Not common</a:t>
            </a:r>
            <a:br>
              <a:rPr lang="en-US" altLang="sk-SK" dirty="0"/>
            </a:br>
            <a:endParaRPr lang="en-US" altLang="sk-SK" dirty="0"/>
          </a:p>
          <a:p>
            <a:r>
              <a:rPr lang="en-US" altLang="sk-SK" dirty="0">
                <a:solidFill>
                  <a:srgbClr val="0070C0"/>
                </a:solidFill>
              </a:rPr>
              <a:t>Least Frequently Used </a:t>
            </a:r>
            <a:r>
              <a:rPr lang="en-US" altLang="sk-SK" dirty="0"/>
              <a:t>(LFU) Algorithm replaces page with smallest count</a:t>
            </a:r>
            <a:br>
              <a:rPr lang="en-US" altLang="sk-SK" dirty="0"/>
            </a:br>
            <a:endParaRPr lang="en-US" altLang="sk-SK" dirty="0"/>
          </a:p>
          <a:p>
            <a:r>
              <a:rPr lang="en-US" altLang="sk-SK" dirty="0">
                <a:solidFill>
                  <a:srgbClr val="0070C0"/>
                </a:solidFill>
              </a:rPr>
              <a:t>Most Frequently Used </a:t>
            </a:r>
            <a:r>
              <a:rPr lang="en-US" altLang="sk-SK" dirty="0"/>
              <a:t>(MFU) Algorithm based on the argument that the page with the smallest count was probably just brought in and has yet to be used</a:t>
            </a:r>
          </a:p>
        </p:txBody>
      </p:sp>
    </p:spTree>
    <p:extLst>
      <p:ext uri="{BB962C8B-B14F-4D97-AF65-F5344CB8AC3E}">
        <p14:creationId xmlns:p14="http://schemas.microsoft.com/office/powerpoint/2010/main" val="4996849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Title 1">
            <a:extLst>
              <a:ext uri="{FF2B5EF4-FFF2-40B4-BE49-F238E27FC236}">
                <a16:creationId xmlns:a16="http://schemas.microsoft.com/office/drawing/2014/main" id="{EFEE3877-BA3C-C947-973A-C76782E4C70C}"/>
              </a:ext>
            </a:extLst>
          </p:cNvPr>
          <p:cNvSpPr>
            <a:spLocks noGrp="1"/>
          </p:cNvSpPr>
          <p:nvPr>
            <p:ph type="title"/>
          </p:nvPr>
        </p:nvSpPr>
        <p:spPr/>
        <p:txBody>
          <a:bodyPr/>
          <a:lstStyle/>
          <a:p>
            <a:r>
              <a:rPr lang="en-US" altLang="sk-SK" dirty="0"/>
              <a:t>Page-Buffering Algorithms</a:t>
            </a:r>
          </a:p>
        </p:txBody>
      </p:sp>
      <p:sp>
        <p:nvSpPr>
          <p:cNvPr id="83970" name="Content Placeholder 2">
            <a:extLst>
              <a:ext uri="{FF2B5EF4-FFF2-40B4-BE49-F238E27FC236}">
                <a16:creationId xmlns:a16="http://schemas.microsoft.com/office/drawing/2014/main" id="{DDB0AD98-468B-4A40-9322-97F310B94787}"/>
              </a:ext>
            </a:extLst>
          </p:cNvPr>
          <p:cNvSpPr>
            <a:spLocks noGrp="1"/>
          </p:cNvSpPr>
          <p:nvPr>
            <p:ph idx="1"/>
          </p:nvPr>
        </p:nvSpPr>
        <p:spPr/>
        <p:txBody>
          <a:bodyPr>
            <a:normAutofit lnSpcReduction="10000"/>
          </a:bodyPr>
          <a:lstStyle/>
          <a:p>
            <a:r>
              <a:rPr lang="en-US" altLang="sk-SK" dirty="0"/>
              <a:t>Keep a pool of free frames, always</a:t>
            </a:r>
          </a:p>
          <a:p>
            <a:pPr lvl="1"/>
            <a:r>
              <a:rPr lang="en-US" altLang="sk-SK" dirty="0"/>
              <a:t>Then, frame available when needed, not found at fault time</a:t>
            </a:r>
          </a:p>
          <a:p>
            <a:pPr lvl="1"/>
            <a:r>
              <a:rPr lang="en-US" altLang="sk-SK" dirty="0"/>
              <a:t>Read page into free frame and select victim to swap-out and add to free pool</a:t>
            </a:r>
          </a:p>
          <a:p>
            <a:pPr lvl="1"/>
            <a:r>
              <a:rPr lang="en-US" altLang="sk-SK" dirty="0"/>
              <a:t>When convenient, swap-out victim</a:t>
            </a:r>
          </a:p>
          <a:p>
            <a:pPr lvl="1"/>
            <a:endParaRPr lang="en-US" altLang="sk-SK" dirty="0"/>
          </a:p>
          <a:p>
            <a:r>
              <a:rPr lang="en-US" altLang="sk-SK" dirty="0"/>
              <a:t>Possibly, keep list of modified pages </a:t>
            </a:r>
            <a:r>
              <a:rPr lang="en-US" altLang="sk-SK" sz="2400" dirty="0"/>
              <a:t>(expansion of previous)</a:t>
            </a:r>
          </a:p>
          <a:p>
            <a:pPr lvl="1"/>
            <a:r>
              <a:rPr lang="en-US" altLang="sk-SK" dirty="0"/>
              <a:t>When backing store otherwise idle, write pages there and set to non-dirty</a:t>
            </a:r>
          </a:p>
          <a:p>
            <a:pPr lvl="1"/>
            <a:endParaRPr lang="en-US" altLang="sk-SK" dirty="0"/>
          </a:p>
          <a:p>
            <a:r>
              <a:rPr lang="en-US" altLang="sk-SK" dirty="0"/>
              <a:t>Possibly, keep free frame contents intact and note what is in them</a:t>
            </a:r>
          </a:p>
          <a:p>
            <a:pPr lvl="1"/>
            <a:r>
              <a:rPr lang="en-US" altLang="sk-SK" dirty="0"/>
              <a:t>If referenced again before reused, no need to load contents again from disk</a:t>
            </a:r>
          </a:p>
          <a:p>
            <a:pPr lvl="1"/>
            <a:r>
              <a:rPr lang="en-US" altLang="sk-SK" dirty="0"/>
              <a:t>Generally useful to reduce penalty if wrong victim frame selected  </a:t>
            </a:r>
          </a:p>
        </p:txBody>
      </p:sp>
    </p:spTree>
    <p:extLst>
      <p:ext uri="{BB962C8B-B14F-4D97-AF65-F5344CB8AC3E}">
        <p14:creationId xmlns:p14="http://schemas.microsoft.com/office/powerpoint/2010/main" val="269672863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Title 1">
            <a:extLst>
              <a:ext uri="{FF2B5EF4-FFF2-40B4-BE49-F238E27FC236}">
                <a16:creationId xmlns:a16="http://schemas.microsoft.com/office/drawing/2014/main" id="{14ACCEDE-4692-2E48-8B5E-EE8B8FC20A5A}"/>
              </a:ext>
            </a:extLst>
          </p:cNvPr>
          <p:cNvSpPr>
            <a:spLocks noGrp="1"/>
          </p:cNvSpPr>
          <p:nvPr>
            <p:ph type="title"/>
          </p:nvPr>
        </p:nvSpPr>
        <p:spPr/>
        <p:txBody>
          <a:bodyPr/>
          <a:lstStyle/>
          <a:p>
            <a:r>
              <a:rPr lang="en-US" altLang="sk-SK"/>
              <a:t>Applications and Page Replacement</a:t>
            </a:r>
          </a:p>
        </p:txBody>
      </p:sp>
      <p:sp>
        <p:nvSpPr>
          <p:cNvPr id="84994" name="Content Placeholder 2">
            <a:extLst>
              <a:ext uri="{FF2B5EF4-FFF2-40B4-BE49-F238E27FC236}">
                <a16:creationId xmlns:a16="http://schemas.microsoft.com/office/drawing/2014/main" id="{004E6D63-7CCE-1747-A1BC-382419431D76}"/>
              </a:ext>
            </a:extLst>
          </p:cNvPr>
          <p:cNvSpPr>
            <a:spLocks noGrp="1"/>
          </p:cNvSpPr>
          <p:nvPr>
            <p:ph idx="1"/>
          </p:nvPr>
        </p:nvSpPr>
        <p:spPr/>
        <p:txBody>
          <a:bodyPr/>
          <a:lstStyle/>
          <a:p>
            <a:r>
              <a:rPr lang="en-US" altLang="sk-SK"/>
              <a:t>All of these algorithms have OS guessing about future page access</a:t>
            </a:r>
          </a:p>
          <a:p>
            <a:r>
              <a:rPr lang="en-US" altLang="sk-SK"/>
              <a:t>Some applications have better knowledge – i.e. databases</a:t>
            </a:r>
          </a:p>
          <a:p>
            <a:r>
              <a:rPr lang="en-US" altLang="sk-SK"/>
              <a:t>Memory intensive applications can cause double buffering</a:t>
            </a:r>
          </a:p>
          <a:p>
            <a:pPr lvl="1"/>
            <a:r>
              <a:rPr lang="en-US" altLang="sk-SK"/>
              <a:t>OS keeps copy of page in memory as I/O buffer</a:t>
            </a:r>
          </a:p>
          <a:p>
            <a:pPr lvl="1"/>
            <a:r>
              <a:rPr lang="en-US" altLang="sk-SK"/>
              <a:t>Application keeps page in memory for its own work</a:t>
            </a:r>
          </a:p>
          <a:p>
            <a:r>
              <a:rPr lang="en-US" altLang="sk-SK"/>
              <a:t>Operating system can give direct access to the disk, getting out of the way of the applications</a:t>
            </a:r>
          </a:p>
          <a:p>
            <a:pPr lvl="1"/>
            <a:r>
              <a:rPr lang="en-US" altLang="sk-SK">
                <a:solidFill>
                  <a:srgbClr val="0070C0"/>
                </a:solidFill>
              </a:rPr>
              <a:t>Raw disk </a:t>
            </a:r>
            <a:r>
              <a:rPr lang="en-US" altLang="sk-SK"/>
              <a:t>mode</a:t>
            </a:r>
          </a:p>
          <a:p>
            <a:r>
              <a:rPr lang="en-US" altLang="sk-SK"/>
              <a:t>Bypasses buffering, locking, </a:t>
            </a:r>
            <a:r>
              <a:rPr lang="en-US" altLang="sk-SK" err="1"/>
              <a:t>etc</a:t>
            </a:r>
            <a:endParaRPr lang="en-US" altLang="sk-SK"/>
          </a:p>
          <a:p>
            <a:endParaRPr lang="en-US" altLang="sk-SK"/>
          </a:p>
          <a:p>
            <a:endParaRPr lang="en-US" altLang="sk-SK"/>
          </a:p>
        </p:txBody>
      </p:sp>
    </p:spTree>
    <p:extLst>
      <p:ext uri="{BB962C8B-B14F-4D97-AF65-F5344CB8AC3E}">
        <p14:creationId xmlns:p14="http://schemas.microsoft.com/office/powerpoint/2010/main" val="394259745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Rectangle 2">
            <a:extLst>
              <a:ext uri="{FF2B5EF4-FFF2-40B4-BE49-F238E27FC236}">
                <a16:creationId xmlns:a16="http://schemas.microsoft.com/office/drawing/2014/main" id="{69AC1DC7-8822-DC44-ABEC-3A9B431E5FCB}"/>
              </a:ext>
            </a:extLst>
          </p:cNvPr>
          <p:cNvSpPr>
            <a:spLocks noGrp="1" noChangeArrowheads="1"/>
          </p:cNvSpPr>
          <p:nvPr>
            <p:ph type="title"/>
          </p:nvPr>
        </p:nvSpPr>
        <p:spPr/>
        <p:txBody>
          <a:bodyPr/>
          <a:lstStyle/>
          <a:p>
            <a:r>
              <a:rPr lang="en-US" altLang="sk-SK" dirty="0"/>
              <a:t>Allocation of Frames</a:t>
            </a:r>
          </a:p>
        </p:txBody>
      </p:sp>
      <p:sp>
        <p:nvSpPr>
          <p:cNvPr id="86018" name="Rectangle 3">
            <a:extLst>
              <a:ext uri="{FF2B5EF4-FFF2-40B4-BE49-F238E27FC236}">
                <a16:creationId xmlns:a16="http://schemas.microsoft.com/office/drawing/2014/main" id="{1C1EC963-954E-5C42-9D3F-7C31B042DE10}"/>
              </a:ext>
            </a:extLst>
          </p:cNvPr>
          <p:cNvSpPr>
            <a:spLocks noGrp="1" noChangeArrowheads="1"/>
          </p:cNvSpPr>
          <p:nvPr>
            <p:ph type="body" idx="1"/>
          </p:nvPr>
        </p:nvSpPr>
        <p:spPr/>
        <p:txBody>
          <a:bodyPr>
            <a:normAutofit lnSpcReduction="10000"/>
          </a:bodyPr>
          <a:lstStyle/>
          <a:p>
            <a:r>
              <a:rPr lang="en-US" altLang="sk-SK" dirty="0"/>
              <a:t>Each process needs </a:t>
            </a:r>
            <a:r>
              <a:rPr lang="en-US" altLang="sk-SK" dirty="0">
                <a:solidFill>
                  <a:srgbClr val="0070C0"/>
                </a:solidFill>
              </a:rPr>
              <a:t>minimum</a:t>
            </a:r>
            <a:r>
              <a:rPr lang="en-US" altLang="sk-SK" dirty="0"/>
              <a:t> number of frames</a:t>
            </a:r>
          </a:p>
          <a:p>
            <a:pPr lvl="1"/>
            <a:r>
              <a:rPr lang="sk-SK" dirty="0" err="1"/>
              <a:t>is</a:t>
            </a:r>
            <a:r>
              <a:rPr lang="sk-SK" dirty="0"/>
              <a:t> </a:t>
            </a:r>
            <a:r>
              <a:rPr lang="sk-SK" dirty="0" err="1"/>
              <a:t>defined</a:t>
            </a:r>
            <a:r>
              <a:rPr lang="sk-SK" dirty="0"/>
              <a:t> by </a:t>
            </a:r>
            <a:r>
              <a:rPr lang="sk-SK" dirty="0" err="1"/>
              <a:t>the</a:t>
            </a:r>
            <a:r>
              <a:rPr lang="sk-SK" dirty="0"/>
              <a:t> </a:t>
            </a:r>
            <a:r>
              <a:rPr lang="sk-SK" dirty="0" err="1"/>
              <a:t>architecture</a:t>
            </a:r>
            <a:endParaRPr lang="en-US" altLang="sk-SK" dirty="0"/>
          </a:p>
          <a:p>
            <a:r>
              <a:rPr lang="en-US" altLang="sk-SK" dirty="0">
                <a:solidFill>
                  <a:srgbClr val="0070C0"/>
                </a:solidFill>
              </a:rPr>
              <a:t>Maximum</a:t>
            </a:r>
            <a:r>
              <a:rPr lang="en-US" altLang="sk-SK" dirty="0"/>
              <a:t> of course is total frames in the system</a:t>
            </a:r>
          </a:p>
          <a:p>
            <a:pPr lvl="1"/>
            <a:r>
              <a:rPr lang="sk-SK" dirty="0" err="1"/>
              <a:t>defined</a:t>
            </a:r>
            <a:r>
              <a:rPr lang="sk-SK" dirty="0"/>
              <a:t> by </a:t>
            </a:r>
            <a:r>
              <a:rPr lang="sk-SK" dirty="0" err="1"/>
              <a:t>the</a:t>
            </a:r>
            <a:r>
              <a:rPr lang="sk-SK" dirty="0"/>
              <a:t> </a:t>
            </a:r>
            <a:r>
              <a:rPr lang="sk-SK" dirty="0" err="1"/>
              <a:t>amount</a:t>
            </a:r>
            <a:r>
              <a:rPr lang="sk-SK" dirty="0"/>
              <a:t> of </a:t>
            </a:r>
            <a:r>
              <a:rPr lang="sk-SK" dirty="0" err="1"/>
              <a:t>available</a:t>
            </a:r>
            <a:r>
              <a:rPr lang="sk-SK" dirty="0"/>
              <a:t> </a:t>
            </a:r>
            <a:r>
              <a:rPr lang="sk-SK" dirty="0" err="1"/>
              <a:t>physical</a:t>
            </a:r>
            <a:r>
              <a:rPr lang="sk-SK" dirty="0"/>
              <a:t> </a:t>
            </a:r>
            <a:r>
              <a:rPr lang="sk-SK" dirty="0" err="1"/>
              <a:t>memory</a:t>
            </a:r>
            <a:endParaRPr lang="sk-SK" dirty="0"/>
          </a:p>
          <a:p>
            <a:pPr lvl="1"/>
            <a:endParaRPr lang="en-US" altLang="sk-SK" dirty="0"/>
          </a:p>
          <a:p>
            <a:r>
              <a:rPr lang="en-US" altLang="sk-SK" dirty="0"/>
              <a:t>Two major allocation schemes</a:t>
            </a:r>
          </a:p>
          <a:p>
            <a:pPr lvl="1"/>
            <a:r>
              <a:rPr lang="en-US" altLang="sk-SK" dirty="0"/>
              <a:t>fixed allocation</a:t>
            </a:r>
          </a:p>
          <a:p>
            <a:pPr lvl="1"/>
            <a:r>
              <a:rPr lang="en-US" altLang="sk-SK" dirty="0"/>
              <a:t>priority allocation</a:t>
            </a:r>
          </a:p>
          <a:p>
            <a:r>
              <a:rPr lang="en-US" altLang="sk-SK" dirty="0"/>
              <a:t>Many variations (of fixed allocation)</a:t>
            </a:r>
          </a:p>
          <a:p>
            <a:pPr lvl="1"/>
            <a:r>
              <a:rPr lang="sk-SK" dirty="0" err="1"/>
              <a:t>equal</a:t>
            </a:r>
            <a:r>
              <a:rPr lang="sk-SK" dirty="0"/>
              <a:t> </a:t>
            </a:r>
            <a:r>
              <a:rPr lang="sk-SK" dirty="0" err="1"/>
              <a:t>allocation</a:t>
            </a:r>
            <a:r>
              <a:rPr lang="en-US" dirty="0"/>
              <a:t>, </a:t>
            </a:r>
            <a:r>
              <a:rPr lang="sk-SK" dirty="0" err="1"/>
              <a:t>proportional</a:t>
            </a:r>
            <a:r>
              <a:rPr lang="sk-SK" dirty="0"/>
              <a:t> </a:t>
            </a:r>
            <a:r>
              <a:rPr lang="sk-SK" dirty="0" err="1"/>
              <a:t>allocation</a:t>
            </a:r>
            <a:r>
              <a:rPr lang="sk-SK" dirty="0"/>
              <a:t> ...</a:t>
            </a:r>
          </a:p>
        </p:txBody>
      </p:sp>
    </p:spTree>
    <p:extLst>
      <p:ext uri="{BB962C8B-B14F-4D97-AF65-F5344CB8AC3E}">
        <p14:creationId xmlns:p14="http://schemas.microsoft.com/office/powerpoint/2010/main" val="89389511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Rectangle 2">
            <a:extLst>
              <a:ext uri="{FF2B5EF4-FFF2-40B4-BE49-F238E27FC236}">
                <a16:creationId xmlns:a16="http://schemas.microsoft.com/office/drawing/2014/main" id="{07291F2C-AA8E-E543-9F59-33B9128FEBB1}"/>
              </a:ext>
            </a:extLst>
          </p:cNvPr>
          <p:cNvSpPr>
            <a:spLocks noGrp="1" noChangeArrowheads="1"/>
          </p:cNvSpPr>
          <p:nvPr>
            <p:ph type="title"/>
          </p:nvPr>
        </p:nvSpPr>
        <p:spPr/>
        <p:txBody>
          <a:bodyPr/>
          <a:lstStyle/>
          <a:p>
            <a:r>
              <a:rPr lang="en-US" altLang="sk-SK"/>
              <a:t>Fixed Allocation</a:t>
            </a:r>
          </a:p>
        </p:txBody>
      </p:sp>
      <p:sp>
        <p:nvSpPr>
          <p:cNvPr id="88066" name="Rectangle 3">
            <a:extLst>
              <a:ext uri="{FF2B5EF4-FFF2-40B4-BE49-F238E27FC236}">
                <a16:creationId xmlns:a16="http://schemas.microsoft.com/office/drawing/2014/main" id="{DF18A403-9AD2-C246-A0E6-1B79C57B9868}"/>
              </a:ext>
            </a:extLst>
          </p:cNvPr>
          <p:cNvSpPr>
            <a:spLocks noGrp="1" noChangeArrowheads="1"/>
          </p:cNvSpPr>
          <p:nvPr>
            <p:ph idx="1"/>
          </p:nvPr>
        </p:nvSpPr>
        <p:spPr/>
        <p:txBody>
          <a:bodyPr>
            <a:normAutofit lnSpcReduction="10000"/>
          </a:bodyPr>
          <a:lstStyle/>
          <a:p>
            <a:r>
              <a:rPr lang="en-US" altLang="sk-SK" dirty="0">
                <a:solidFill>
                  <a:srgbClr val="0070C0"/>
                </a:solidFill>
              </a:rPr>
              <a:t>Equal allocation </a:t>
            </a:r>
            <a:r>
              <a:rPr lang="en-US" altLang="sk-SK" dirty="0"/>
              <a:t>– For example, if there are 100 frames (after allocating frames for the OS) and 5 processes, give each process 20 frames</a:t>
            </a:r>
          </a:p>
          <a:p>
            <a:pPr lvl="1"/>
            <a:r>
              <a:rPr lang="en-US" altLang="sk-SK" dirty="0"/>
              <a:t>Keep some as free frame buffer pool</a:t>
            </a:r>
          </a:p>
          <a:p>
            <a:endParaRPr lang="en-US" altLang="sk-SK" dirty="0"/>
          </a:p>
          <a:p>
            <a:r>
              <a:rPr lang="en-US" altLang="sk-SK" dirty="0">
                <a:solidFill>
                  <a:srgbClr val="0070C0"/>
                </a:solidFill>
              </a:rPr>
              <a:t>Proportional allocation </a:t>
            </a:r>
            <a:r>
              <a:rPr lang="en-US" altLang="sk-SK" dirty="0"/>
              <a:t>– Allocate according to the size of process</a:t>
            </a:r>
          </a:p>
          <a:p>
            <a:pPr lvl="1"/>
            <a:r>
              <a:rPr lang="en-US" altLang="sk-SK" dirty="0"/>
              <a:t>Dynamic as degree of multiprogramming, process sizes change</a:t>
            </a:r>
          </a:p>
          <a:p>
            <a:pPr lvl="1"/>
            <a:endParaRPr lang="en-US" altLang="sk-SK" dirty="0"/>
          </a:p>
          <a:p>
            <a:r>
              <a:rPr lang="sk-SK" dirty="0" err="1"/>
              <a:t>Notice</a:t>
            </a:r>
            <a:r>
              <a:rPr lang="sk-SK" dirty="0"/>
              <a:t> </a:t>
            </a:r>
            <a:r>
              <a:rPr lang="sk-SK" dirty="0" err="1"/>
              <a:t>that</a:t>
            </a:r>
            <a:r>
              <a:rPr lang="sk-SK" dirty="0"/>
              <a:t>, </a:t>
            </a:r>
            <a:r>
              <a:rPr lang="sk-SK" dirty="0" err="1"/>
              <a:t>with</a:t>
            </a:r>
            <a:r>
              <a:rPr lang="sk-SK" dirty="0"/>
              <a:t> </a:t>
            </a:r>
            <a:r>
              <a:rPr lang="sk-SK" dirty="0" err="1"/>
              <a:t>either</a:t>
            </a:r>
            <a:r>
              <a:rPr lang="sk-SK" dirty="0"/>
              <a:t> </a:t>
            </a:r>
            <a:r>
              <a:rPr lang="sk-SK" dirty="0" err="1"/>
              <a:t>equal</a:t>
            </a:r>
            <a:r>
              <a:rPr lang="sk-SK" dirty="0"/>
              <a:t> or </a:t>
            </a:r>
            <a:r>
              <a:rPr lang="sk-SK" dirty="0" err="1"/>
              <a:t>proportional</a:t>
            </a:r>
            <a:r>
              <a:rPr lang="sk-SK" dirty="0"/>
              <a:t> </a:t>
            </a:r>
            <a:r>
              <a:rPr lang="sk-SK" dirty="0" err="1"/>
              <a:t>allocation</a:t>
            </a:r>
            <a:r>
              <a:rPr lang="sk-SK" dirty="0"/>
              <a:t>, a </a:t>
            </a:r>
            <a:r>
              <a:rPr lang="sk-SK" dirty="0" err="1"/>
              <a:t>high</a:t>
            </a:r>
            <a:r>
              <a:rPr lang="sk-SK" dirty="0"/>
              <a:t>-priority </a:t>
            </a:r>
            <a:r>
              <a:rPr lang="sk-SK" dirty="0" err="1"/>
              <a:t>process</a:t>
            </a:r>
            <a:r>
              <a:rPr lang="sk-SK" dirty="0"/>
              <a:t> </a:t>
            </a:r>
            <a:r>
              <a:rPr lang="sk-SK" dirty="0" err="1"/>
              <a:t>is</a:t>
            </a:r>
            <a:r>
              <a:rPr lang="sk-SK" dirty="0"/>
              <a:t> </a:t>
            </a:r>
            <a:r>
              <a:rPr lang="sk-SK" dirty="0" err="1"/>
              <a:t>treated</a:t>
            </a:r>
            <a:r>
              <a:rPr lang="sk-SK" dirty="0"/>
              <a:t> </a:t>
            </a:r>
            <a:r>
              <a:rPr lang="sk-SK" dirty="0" err="1"/>
              <a:t>the</a:t>
            </a:r>
            <a:r>
              <a:rPr lang="sk-SK" dirty="0"/>
              <a:t> </a:t>
            </a:r>
            <a:r>
              <a:rPr lang="sk-SK" dirty="0" err="1"/>
              <a:t>same</a:t>
            </a:r>
            <a:r>
              <a:rPr lang="sk-SK" dirty="0"/>
              <a:t> as a </a:t>
            </a:r>
            <a:r>
              <a:rPr lang="sk-SK" dirty="0" err="1"/>
              <a:t>low</a:t>
            </a:r>
            <a:r>
              <a:rPr lang="sk-SK" dirty="0"/>
              <a:t>-priority </a:t>
            </a:r>
            <a:r>
              <a:rPr lang="sk-SK" dirty="0" err="1"/>
              <a:t>process</a:t>
            </a:r>
            <a:endParaRPr lang="sk-SK" dirty="0"/>
          </a:p>
          <a:p>
            <a:pPr lvl="1"/>
            <a:r>
              <a:rPr lang="sk-SK" dirty="0" err="1"/>
              <a:t>Use</a:t>
            </a:r>
            <a:r>
              <a:rPr lang="sk-SK" dirty="0"/>
              <a:t> priority</a:t>
            </a:r>
          </a:p>
          <a:p>
            <a:endParaRPr lang="en-US" altLang="sk-SK" dirty="0"/>
          </a:p>
        </p:txBody>
      </p:sp>
    </p:spTree>
    <p:extLst>
      <p:ext uri="{BB962C8B-B14F-4D97-AF65-F5344CB8AC3E}">
        <p14:creationId xmlns:p14="http://schemas.microsoft.com/office/powerpoint/2010/main" val="106403123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Rectangle 2">
            <a:extLst>
              <a:ext uri="{FF2B5EF4-FFF2-40B4-BE49-F238E27FC236}">
                <a16:creationId xmlns:a16="http://schemas.microsoft.com/office/drawing/2014/main" id="{18F81DF7-EAAD-8F49-8C7E-99274FF4FAC4}"/>
              </a:ext>
            </a:extLst>
          </p:cNvPr>
          <p:cNvSpPr>
            <a:spLocks noGrp="1" noChangeArrowheads="1"/>
          </p:cNvSpPr>
          <p:nvPr>
            <p:ph type="title"/>
          </p:nvPr>
        </p:nvSpPr>
        <p:spPr/>
        <p:txBody>
          <a:bodyPr/>
          <a:lstStyle/>
          <a:p>
            <a:r>
              <a:rPr lang="en-US" altLang="sk-SK"/>
              <a:t>Priority Allocation</a:t>
            </a:r>
          </a:p>
        </p:txBody>
      </p:sp>
      <p:sp>
        <p:nvSpPr>
          <p:cNvPr id="90114" name="Rectangle 3">
            <a:extLst>
              <a:ext uri="{FF2B5EF4-FFF2-40B4-BE49-F238E27FC236}">
                <a16:creationId xmlns:a16="http://schemas.microsoft.com/office/drawing/2014/main" id="{AC9773F0-684C-A048-8B70-80D16532370E}"/>
              </a:ext>
            </a:extLst>
          </p:cNvPr>
          <p:cNvSpPr>
            <a:spLocks noGrp="1" noChangeArrowheads="1"/>
          </p:cNvSpPr>
          <p:nvPr>
            <p:ph type="body" idx="1"/>
          </p:nvPr>
        </p:nvSpPr>
        <p:spPr/>
        <p:txBody>
          <a:bodyPr/>
          <a:lstStyle/>
          <a:p>
            <a:r>
              <a:rPr lang="en-US" altLang="sk-SK" dirty="0"/>
              <a:t>Use a proportional allocation scheme using priorities rather than size</a:t>
            </a:r>
            <a:br>
              <a:rPr lang="en-US" altLang="sk-SK" dirty="0"/>
            </a:br>
            <a:endParaRPr lang="en-US" altLang="sk-SK" dirty="0"/>
          </a:p>
          <a:p>
            <a:r>
              <a:rPr lang="en-US" altLang="sk-SK" dirty="0"/>
              <a:t>If process P</a:t>
            </a:r>
            <a:r>
              <a:rPr lang="en-US" altLang="sk-SK" baseline="-25000" dirty="0"/>
              <a:t>i</a:t>
            </a:r>
            <a:r>
              <a:rPr lang="en-US" altLang="sk-SK" dirty="0"/>
              <a:t> generates a page fault,</a:t>
            </a:r>
          </a:p>
          <a:p>
            <a:pPr lvl="1"/>
            <a:r>
              <a:rPr lang="en-US" altLang="sk-SK" dirty="0"/>
              <a:t>select for replacement one of its frames</a:t>
            </a:r>
          </a:p>
          <a:p>
            <a:pPr lvl="1"/>
            <a:r>
              <a:rPr lang="en-US" altLang="sk-SK" dirty="0"/>
              <a:t>select for replacement a frame from a process with lower priority number</a:t>
            </a:r>
          </a:p>
        </p:txBody>
      </p:sp>
    </p:spTree>
    <p:extLst>
      <p:ext uri="{BB962C8B-B14F-4D97-AF65-F5344CB8AC3E}">
        <p14:creationId xmlns:p14="http://schemas.microsoft.com/office/powerpoint/2010/main" val="322773749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Rectangle 2">
            <a:extLst>
              <a:ext uri="{FF2B5EF4-FFF2-40B4-BE49-F238E27FC236}">
                <a16:creationId xmlns:a16="http://schemas.microsoft.com/office/drawing/2014/main" id="{FCB825E1-CF1B-BE47-8D14-ED3180BE7707}"/>
              </a:ext>
            </a:extLst>
          </p:cNvPr>
          <p:cNvSpPr>
            <a:spLocks noGrp="1" noChangeArrowheads="1"/>
          </p:cNvSpPr>
          <p:nvPr>
            <p:ph type="title"/>
          </p:nvPr>
        </p:nvSpPr>
        <p:spPr/>
        <p:txBody>
          <a:bodyPr/>
          <a:lstStyle/>
          <a:p>
            <a:r>
              <a:rPr lang="en-US" altLang="sk-SK" dirty="0"/>
              <a:t>Global vs. Local replacement</a:t>
            </a:r>
          </a:p>
        </p:txBody>
      </p:sp>
      <p:sp>
        <p:nvSpPr>
          <p:cNvPr id="92162" name="Rectangle 3">
            <a:extLst>
              <a:ext uri="{FF2B5EF4-FFF2-40B4-BE49-F238E27FC236}">
                <a16:creationId xmlns:a16="http://schemas.microsoft.com/office/drawing/2014/main" id="{3CD20702-A4B0-C44A-B18B-8BBF51EFD110}"/>
              </a:ext>
            </a:extLst>
          </p:cNvPr>
          <p:cNvSpPr>
            <a:spLocks noGrp="1" noChangeArrowheads="1"/>
          </p:cNvSpPr>
          <p:nvPr>
            <p:ph type="body" idx="1"/>
          </p:nvPr>
        </p:nvSpPr>
        <p:spPr/>
        <p:txBody>
          <a:bodyPr/>
          <a:lstStyle/>
          <a:p>
            <a:pPr marL="0" indent="0">
              <a:buNone/>
            </a:pPr>
            <a:r>
              <a:rPr lang="en-US" altLang="sk-SK" dirty="0"/>
              <a:t>Global replacement – process selects a replacement frame from the set of all frames; one process can take a frame from another</a:t>
            </a:r>
          </a:p>
          <a:p>
            <a:pPr lvl="1"/>
            <a:r>
              <a:rPr lang="en-US" altLang="sk-SK" dirty="0"/>
              <a:t>But then process execution time can vary greatly</a:t>
            </a:r>
          </a:p>
          <a:p>
            <a:pPr lvl="1"/>
            <a:r>
              <a:rPr lang="en-US" altLang="sk-SK" dirty="0"/>
              <a:t>But greater throughput so more common</a:t>
            </a:r>
          </a:p>
          <a:p>
            <a:endParaRPr lang="en-US" altLang="sk-SK" dirty="0"/>
          </a:p>
          <a:p>
            <a:pPr marL="0" indent="0">
              <a:buNone/>
            </a:pPr>
            <a:r>
              <a:rPr lang="en-US" altLang="sk-SK" dirty="0"/>
              <a:t>Local replacement – each process selects from only its own set of allocated frames</a:t>
            </a:r>
          </a:p>
          <a:p>
            <a:pPr lvl="1"/>
            <a:r>
              <a:rPr lang="en-US" altLang="sk-SK" dirty="0"/>
              <a:t>More consistent per-process performance</a:t>
            </a:r>
          </a:p>
          <a:p>
            <a:pPr lvl="1"/>
            <a:r>
              <a:rPr lang="en-US" altLang="sk-SK" dirty="0"/>
              <a:t>But possibly underutilized memory</a:t>
            </a:r>
          </a:p>
          <a:p>
            <a:pPr lvl="1"/>
            <a:endParaRPr lang="en-US" altLang="sk-SK" dirty="0"/>
          </a:p>
          <a:p>
            <a:pPr lvl="1"/>
            <a:endParaRPr lang="en-US" altLang="sk-SK" dirty="0"/>
          </a:p>
        </p:txBody>
      </p:sp>
    </p:spTree>
    <p:extLst>
      <p:ext uri="{BB962C8B-B14F-4D97-AF65-F5344CB8AC3E}">
        <p14:creationId xmlns:p14="http://schemas.microsoft.com/office/powerpoint/2010/main" val="300371737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Title 1">
            <a:extLst>
              <a:ext uri="{FF2B5EF4-FFF2-40B4-BE49-F238E27FC236}">
                <a16:creationId xmlns:a16="http://schemas.microsoft.com/office/drawing/2014/main" id="{FD546543-4A05-FE4B-9582-01F774B8FF4C}"/>
              </a:ext>
            </a:extLst>
          </p:cNvPr>
          <p:cNvSpPr>
            <a:spLocks noGrp="1"/>
          </p:cNvSpPr>
          <p:nvPr>
            <p:ph type="title"/>
          </p:nvPr>
        </p:nvSpPr>
        <p:spPr/>
        <p:txBody>
          <a:bodyPr/>
          <a:lstStyle/>
          <a:p>
            <a:r>
              <a:rPr lang="en-US" altLang="sk-SK"/>
              <a:t>Non-Uniform Memory Access</a:t>
            </a:r>
          </a:p>
        </p:txBody>
      </p:sp>
      <p:sp>
        <p:nvSpPr>
          <p:cNvPr id="94210" name="Content Placeholder 2">
            <a:extLst>
              <a:ext uri="{FF2B5EF4-FFF2-40B4-BE49-F238E27FC236}">
                <a16:creationId xmlns:a16="http://schemas.microsoft.com/office/drawing/2014/main" id="{4EAF77D6-24E7-7B40-8F29-8C6D2244DA39}"/>
              </a:ext>
            </a:extLst>
          </p:cNvPr>
          <p:cNvSpPr>
            <a:spLocks noGrp="1"/>
          </p:cNvSpPr>
          <p:nvPr>
            <p:ph idx="1"/>
          </p:nvPr>
        </p:nvSpPr>
        <p:spPr/>
        <p:txBody>
          <a:bodyPr>
            <a:normAutofit fontScale="92500" lnSpcReduction="10000"/>
          </a:bodyPr>
          <a:lstStyle/>
          <a:p>
            <a:r>
              <a:rPr lang="en-US" altLang="sk-SK"/>
              <a:t>So far all memory accessed equally</a:t>
            </a:r>
          </a:p>
          <a:p>
            <a:r>
              <a:rPr lang="en-US" altLang="sk-SK"/>
              <a:t>Many systems are </a:t>
            </a:r>
            <a:r>
              <a:rPr lang="en-US" altLang="sk-SK">
                <a:solidFill>
                  <a:srgbClr val="0070C0"/>
                </a:solidFill>
              </a:rPr>
              <a:t>NUMA</a:t>
            </a:r>
            <a:r>
              <a:rPr lang="en-US" altLang="sk-SK"/>
              <a:t> – </a:t>
            </a:r>
            <a:r>
              <a:rPr lang="en-US" altLang="sk-SK" u="sng"/>
              <a:t>speed of access to memory varies</a:t>
            </a:r>
          </a:p>
          <a:p>
            <a:pPr lvl="1"/>
            <a:r>
              <a:rPr lang="en-US" altLang="sk-SK"/>
              <a:t>Consider system boards containing multiple CPUs and memory, interconnected over a system bus</a:t>
            </a:r>
          </a:p>
          <a:p>
            <a:r>
              <a:rPr lang="en-US" altLang="sk-SK"/>
              <a:t>Optimal performance comes from allocating memory </a:t>
            </a:r>
            <a:r>
              <a:rPr lang="ja-JP" altLang="en-US"/>
              <a:t>“</a:t>
            </a:r>
            <a:r>
              <a:rPr lang="en-US" altLang="ja-JP"/>
              <a:t>close to</a:t>
            </a:r>
            <a:r>
              <a:rPr lang="ja-JP" altLang="en-US"/>
              <a:t>”</a:t>
            </a:r>
            <a:r>
              <a:rPr lang="en-US" altLang="ja-JP"/>
              <a:t> the CPU on which the thread is scheduled</a:t>
            </a:r>
          </a:p>
          <a:p>
            <a:pPr lvl="1"/>
            <a:r>
              <a:rPr lang="en-US" altLang="sk-SK"/>
              <a:t>And modifying the scheduler to schedule the thread on the same system board when possible</a:t>
            </a:r>
          </a:p>
          <a:p>
            <a:pPr lvl="1"/>
            <a:r>
              <a:rPr lang="en-US" altLang="sk-SK"/>
              <a:t>Solved by Solaris by creating </a:t>
            </a:r>
            <a:r>
              <a:rPr lang="en-US" altLang="sk-SK" err="1">
                <a:solidFill>
                  <a:srgbClr val="0070C0"/>
                </a:solidFill>
              </a:rPr>
              <a:t>lgroups</a:t>
            </a:r>
            <a:r>
              <a:rPr lang="en-US" altLang="sk-SK">
                <a:solidFill>
                  <a:srgbClr val="0070C0"/>
                </a:solidFill>
              </a:rPr>
              <a:t> </a:t>
            </a:r>
          </a:p>
          <a:p>
            <a:pPr lvl="2"/>
            <a:r>
              <a:rPr lang="en-US" altLang="sk-SK"/>
              <a:t>Structure to track CPU / Memory low latency groups</a:t>
            </a:r>
          </a:p>
          <a:p>
            <a:pPr lvl="2"/>
            <a:r>
              <a:rPr lang="en-US" altLang="sk-SK"/>
              <a:t>Used my schedule and pager</a:t>
            </a:r>
          </a:p>
          <a:p>
            <a:pPr lvl="2"/>
            <a:r>
              <a:rPr lang="en-US" altLang="sk-SK"/>
              <a:t>When possible schedule all threads of a process and allocate all memory for that process within the </a:t>
            </a:r>
            <a:r>
              <a:rPr lang="en-US" altLang="sk-SK" err="1"/>
              <a:t>lgroup</a:t>
            </a:r>
            <a:endParaRPr lang="en-US" altLang="sk-SK"/>
          </a:p>
          <a:p>
            <a:endParaRPr lang="en-US" altLang="sk-SK"/>
          </a:p>
        </p:txBody>
      </p:sp>
      <p:pic>
        <p:nvPicPr>
          <p:cNvPr id="4" name="Picture 1" descr="6_09.pdf">
            <a:extLst>
              <a:ext uri="{FF2B5EF4-FFF2-40B4-BE49-F238E27FC236}">
                <a16:creationId xmlns:a16="http://schemas.microsoft.com/office/drawing/2014/main" id="{B1F65D96-73F8-4405-8580-6B796E81388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822083" y="84173"/>
            <a:ext cx="4150170" cy="22156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1868937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Rectangle 2">
            <a:extLst>
              <a:ext uri="{FF2B5EF4-FFF2-40B4-BE49-F238E27FC236}">
                <a16:creationId xmlns:a16="http://schemas.microsoft.com/office/drawing/2014/main" id="{1C5E075E-5FC0-1D4C-BFBD-E59DE5671C1C}"/>
              </a:ext>
            </a:extLst>
          </p:cNvPr>
          <p:cNvSpPr>
            <a:spLocks noGrp="1" noChangeArrowheads="1"/>
          </p:cNvSpPr>
          <p:nvPr>
            <p:ph type="title"/>
          </p:nvPr>
        </p:nvSpPr>
        <p:spPr/>
        <p:txBody>
          <a:bodyPr/>
          <a:lstStyle/>
          <a:p>
            <a:r>
              <a:rPr lang="en-US" altLang="sk-SK" dirty="0">
                <a:solidFill>
                  <a:srgbClr val="0070C0"/>
                </a:solidFill>
              </a:rPr>
              <a:t>Thrashing</a:t>
            </a:r>
          </a:p>
        </p:txBody>
      </p:sp>
      <p:sp>
        <p:nvSpPr>
          <p:cNvPr id="95234" name="Rectangle 3">
            <a:extLst>
              <a:ext uri="{FF2B5EF4-FFF2-40B4-BE49-F238E27FC236}">
                <a16:creationId xmlns:a16="http://schemas.microsoft.com/office/drawing/2014/main" id="{3640036C-9E54-6948-BCFA-CCC7AED2BA64}"/>
              </a:ext>
            </a:extLst>
          </p:cNvPr>
          <p:cNvSpPr>
            <a:spLocks noGrp="1" noChangeArrowheads="1"/>
          </p:cNvSpPr>
          <p:nvPr>
            <p:ph type="body" idx="1"/>
          </p:nvPr>
        </p:nvSpPr>
        <p:spPr/>
        <p:txBody>
          <a:bodyPr>
            <a:normAutofit fontScale="77500" lnSpcReduction="20000"/>
          </a:bodyPr>
          <a:lstStyle/>
          <a:p>
            <a:pPr marL="0" indent="0" algn="l" fontAlgn="base">
              <a:buNone/>
            </a:pPr>
            <a:r>
              <a:rPr lang="sk-SK" b="1" i="0" err="1">
                <a:solidFill>
                  <a:srgbClr val="273239"/>
                </a:solidFill>
                <a:effectLst/>
                <a:latin typeface="urw-din"/>
              </a:rPr>
              <a:t>Thrashing</a:t>
            </a:r>
            <a:r>
              <a:rPr lang="sk-SK" b="0" i="0">
                <a:solidFill>
                  <a:srgbClr val="273239"/>
                </a:solidFill>
                <a:effectLst/>
                <a:latin typeface="urw-din"/>
              </a:rPr>
              <a:t> </a:t>
            </a:r>
            <a:r>
              <a:rPr lang="sk-SK" b="0" i="0" err="1">
                <a:solidFill>
                  <a:srgbClr val="273239"/>
                </a:solidFill>
                <a:effectLst/>
                <a:latin typeface="urw-din"/>
              </a:rPr>
              <a:t>is</a:t>
            </a:r>
            <a:r>
              <a:rPr lang="sk-SK" b="0" i="0">
                <a:solidFill>
                  <a:srgbClr val="273239"/>
                </a:solidFill>
                <a:effectLst/>
                <a:latin typeface="urw-din"/>
              </a:rPr>
              <a:t> a </a:t>
            </a:r>
            <a:r>
              <a:rPr lang="sk-SK" b="0" i="0" err="1">
                <a:solidFill>
                  <a:srgbClr val="273239"/>
                </a:solidFill>
                <a:effectLst/>
                <a:latin typeface="urw-din"/>
              </a:rPr>
              <a:t>condition</a:t>
            </a:r>
            <a:r>
              <a:rPr lang="sk-SK" b="0" i="0">
                <a:solidFill>
                  <a:srgbClr val="273239"/>
                </a:solidFill>
                <a:effectLst/>
                <a:latin typeface="urw-din"/>
              </a:rPr>
              <a:t> or a </a:t>
            </a:r>
            <a:r>
              <a:rPr lang="sk-SK" b="0" i="0" err="1">
                <a:solidFill>
                  <a:srgbClr val="273239"/>
                </a:solidFill>
                <a:effectLst/>
                <a:latin typeface="urw-din"/>
              </a:rPr>
              <a:t>situation</a:t>
            </a:r>
            <a:r>
              <a:rPr lang="sk-SK" b="0" i="0">
                <a:solidFill>
                  <a:srgbClr val="273239"/>
                </a:solidFill>
                <a:effectLst/>
                <a:latin typeface="urw-din"/>
              </a:rPr>
              <a:t> </a:t>
            </a:r>
            <a:r>
              <a:rPr lang="sk-SK" b="0" i="0" err="1">
                <a:solidFill>
                  <a:srgbClr val="273239"/>
                </a:solidFill>
                <a:effectLst/>
                <a:latin typeface="urw-din"/>
              </a:rPr>
              <a:t>when</a:t>
            </a:r>
            <a:r>
              <a:rPr lang="sk-SK" b="0" i="0">
                <a:solidFill>
                  <a:srgbClr val="273239"/>
                </a:solidFill>
                <a:effectLst/>
                <a:latin typeface="urw-din"/>
              </a:rPr>
              <a:t> </a:t>
            </a:r>
            <a:r>
              <a:rPr lang="sk-SK" b="0" i="0" err="1">
                <a:solidFill>
                  <a:srgbClr val="273239"/>
                </a:solidFill>
                <a:effectLst/>
                <a:latin typeface="urw-din"/>
              </a:rPr>
              <a:t>the</a:t>
            </a:r>
            <a:r>
              <a:rPr lang="sk-SK" b="0" i="0">
                <a:solidFill>
                  <a:srgbClr val="273239"/>
                </a:solidFill>
                <a:effectLst/>
                <a:latin typeface="urw-din"/>
              </a:rPr>
              <a:t> </a:t>
            </a:r>
            <a:r>
              <a:rPr lang="sk-SK" b="0" i="0" err="1">
                <a:solidFill>
                  <a:srgbClr val="273239"/>
                </a:solidFill>
                <a:effectLst/>
                <a:latin typeface="urw-din"/>
              </a:rPr>
              <a:t>system</a:t>
            </a:r>
            <a:r>
              <a:rPr lang="sk-SK" b="0" i="0">
                <a:solidFill>
                  <a:srgbClr val="273239"/>
                </a:solidFill>
                <a:effectLst/>
                <a:latin typeface="urw-din"/>
              </a:rPr>
              <a:t> </a:t>
            </a:r>
            <a:r>
              <a:rPr lang="sk-SK" b="0" i="0" err="1">
                <a:solidFill>
                  <a:srgbClr val="273239"/>
                </a:solidFill>
                <a:effectLst/>
                <a:latin typeface="urw-din"/>
              </a:rPr>
              <a:t>is</a:t>
            </a:r>
            <a:r>
              <a:rPr lang="sk-SK" b="0" i="0">
                <a:solidFill>
                  <a:srgbClr val="273239"/>
                </a:solidFill>
                <a:effectLst/>
                <a:latin typeface="urw-din"/>
              </a:rPr>
              <a:t> </a:t>
            </a:r>
            <a:r>
              <a:rPr lang="sk-SK" b="0" i="0" err="1">
                <a:solidFill>
                  <a:srgbClr val="273239"/>
                </a:solidFill>
                <a:effectLst/>
                <a:latin typeface="urw-din"/>
              </a:rPr>
              <a:t>spending</a:t>
            </a:r>
            <a:r>
              <a:rPr lang="sk-SK" b="0" i="0">
                <a:solidFill>
                  <a:srgbClr val="273239"/>
                </a:solidFill>
                <a:effectLst/>
                <a:latin typeface="urw-din"/>
              </a:rPr>
              <a:t> a major </a:t>
            </a:r>
            <a:r>
              <a:rPr lang="sk-SK" b="0" i="0" err="1">
                <a:solidFill>
                  <a:srgbClr val="273239"/>
                </a:solidFill>
                <a:effectLst/>
                <a:latin typeface="urw-din"/>
              </a:rPr>
              <a:t>portion</a:t>
            </a:r>
            <a:r>
              <a:rPr lang="sk-SK" b="0" i="0">
                <a:solidFill>
                  <a:srgbClr val="273239"/>
                </a:solidFill>
                <a:effectLst/>
                <a:latin typeface="urw-din"/>
              </a:rPr>
              <a:t> of </a:t>
            </a:r>
            <a:r>
              <a:rPr lang="sk-SK" b="0" i="0" err="1">
                <a:solidFill>
                  <a:srgbClr val="273239"/>
                </a:solidFill>
                <a:effectLst/>
                <a:latin typeface="urw-din"/>
              </a:rPr>
              <a:t>its</a:t>
            </a:r>
            <a:r>
              <a:rPr lang="sk-SK" b="0" i="0">
                <a:solidFill>
                  <a:srgbClr val="273239"/>
                </a:solidFill>
                <a:effectLst/>
                <a:latin typeface="urw-din"/>
              </a:rPr>
              <a:t> </a:t>
            </a:r>
            <a:r>
              <a:rPr lang="sk-SK" b="0" i="0" err="1">
                <a:solidFill>
                  <a:srgbClr val="273239"/>
                </a:solidFill>
                <a:effectLst/>
                <a:latin typeface="urw-din"/>
              </a:rPr>
              <a:t>time</a:t>
            </a:r>
            <a:r>
              <a:rPr lang="sk-SK" b="0" i="0">
                <a:solidFill>
                  <a:srgbClr val="273239"/>
                </a:solidFill>
                <a:effectLst/>
                <a:latin typeface="urw-din"/>
              </a:rPr>
              <a:t> </a:t>
            </a:r>
            <a:r>
              <a:rPr lang="sk-SK" b="0" i="0" err="1">
                <a:solidFill>
                  <a:srgbClr val="273239"/>
                </a:solidFill>
                <a:effectLst/>
                <a:latin typeface="urw-din"/>
              </a:rPr>
              <a:t>servicing</a:t>
            </a:r>
            <a:r>
              <a:rPr lang="sk-SK" b="0" i="0">
                <a:solidFill>
                  <a:srgbClr val="273239"/>
                </a:solidFill>
                <a:effectLst/>
                <a:latin typeface="urw-din"/>
              </a:rPr>
              <a:t> </a:t>
            </a:r>
            <a:r>
              <a:rPr lang="sk-SK" b="0" i="0" err="1">
                <a:solidFill>
                  <a:srgbClr val="273239"/>
                </a:solidFill>
                <a:effectLst/>
                <a:latin typeface="urw-din"/>
              </a:rPr>
              <a:t>the</a:t>
            </a:r>
            <a:r>
              <a:rPr lang="sk-SK" b="0" i="0">
                <a:solidFill>
                  <a:srgbClr val="273239"/>
                </a:solidFill>
                <a:effectLst/>
                <a:latin typeface="urw-din"/>
              </a:rPr>
              <a:t> </a:t>
            </a:r>
            <a:r>
              <a:rPr lang="sk-SK" b="0" i="0" err="1">
                <a:solidFill>
                  <a:srgbClr val="273239"/>
                </a:solidFill>
                <a:effectLst/>
                <a:latin typeface="urw-din"/>
              </a:rPr>
              <a:t>page</a:t>
            </a:r>
            <a:r>
              <a:rPr lang="sk-SK" b="0" i="0">
                <a:solidFill>
                  <a:srgbClr val="273239"/>
                </a:solidFill>
                <a:effectLst/>
                <a:latin typeface="urw-din"/>
              </a:rPr>
              <a:t> </a:t>
            </a:r>
            <a:r>
              <a:rPr lang="sk-SK" b="0" i="0" err="1">
                <a:solidFill>
                  <a:srgbClr val="273239"/>
                </a:solidFill>
                <a:effectLst/>
                <a:latin typeface="urw-din"/>
              </a:rPr>
              <a:t>faults</a:t>
            </a:r>
            <a:r>
              <a:rPr lang="sk-SK" b="0" i="0">
                <a:solidFill>
                  <a:srgbClr val="273239"/>
                </a:solidFill>
                <a:effectLst/>
                <a:latin typeface="urw-din"/>
              </a:rPr>
              <a:t>, </a:t>
            </a:r>
            <a:r>
              <a:rPr lang="sk-SK" b="0" i="0" err="1">
                <a:solidFill>
                  <a:srgbClr val="273239"/>
                </a:solidFill>
                <a:effectLst/>
                <a:latin typeface="urw-din"/>
              </a:rPr>
              <a:t>but</a:t>
            </a:r>
            <a:r>
              <a:rPr lang="sk-SK" b="0" i="0">
                <a:solidFill>
                  <a:srgbClr val="273239"/>
                </a:solidFill>
                <a:effectLst/>
                <a:latin typeface="urw-din"/>
              </a:rPr>
              <a:t> </a:t>
            </a:r>
            <a:r>
              <a:rPr lang="sk-SK" b="0" i="0" err="1">
                <a:solidFill>
                  <a:srgbClr val="273239"/>
                </a:solidFill>
                <a:effectLst/>
                <a:latin typeface="urw-din"/>
              </a:rPr>
              <a:t>the</a:t>
            </a:r>
            <a:r>
              <a:rPr lang="sk-SK" b="0" i="0">
                <a:solidFill>
                  <a:srgbClr val="273239"/>
                </a:solidFill>
                <a:effectLst/>
                <a:latin typeface="urw-din"/>
              </a:rPr>
              <a:t> </a:t>
            </a:r>
            <a:r>
              <a:rPr lang="sk-SK" b="0" i="0" err="1">
                <a:solidFill>
                  <a:srgbClr val="273239"/>
                </a:solidFill>
                <a:effectLst/>
                <a:latin typeface="urw-din"/>
              </a:rPr>
              <a:t>actual</a:t>
            </a:r>
            <a:r>
              <a:rPr lang="sk-SK" b="0" i="0">
                <a:solidFill>
                  <a:srgbClr val="273239"/>
                </a:solidFill>
                <a:effectLst/>
                <a:latin typeface="urw-din"/>
              </a:rPr>
              <a:t> </a:t>
            </a:r>
            <a:r>
              <a:rPr lang="sk-SK" b="0" i="0" err="1">
                <a:solidFill>
                  <a:srgbClr val="273239"/>
                </a:solidFill>
                <a:effectLst/>
                <a:latin typeface="urw-din"/>
              </a:rPr>
              <a:t>processing</a:t>
            </a:r>
            <a:r>
              <a:rPr lang="sk-SK" b="0" i="0">
                <a:solidFill>
                  <a:srgbClr val="273239"/>
                </a:solidFill>
                <a:effectLst/>
                <a:latin typeface="urw-din"/>
              </a:rPr>
              <a:t> done </a:t>
            </a:r>
            <a:r>
              <a:rPr lang="sk-SK" b="0" i="0" err="1">
                <a:solidFill>
                  <a:srgbClr val="273239"/>
                </a:solidFill>
                <a:effectLst/>
                <a:latin typeface="urw-din"/>
              </a:rPr>
              <a:t>is</a:t>
            </a:r>
            <a:r>
              <a:rPr lang="sk-SK" b="0" i="0">
                <a:solidFill>
                  <a:srgbClr val="273239"/>
                </a:solidFill>
                <a:effectLst/>
                <a:latin typeface="urw-din"/>
              </a:rPr>
              <a:t> </a:t>
            </a:r>
            <a:r>
              <a:rPr lang="sk-SK" b="0" i="0" err="1">
                <a:solidFill>
                  <a:srgbClr val="273239"/>
                </a:solidFill>
                <a:effectLst/>
                <a:latin typeface="urw-din"/>
              </a:rPr>
              <a:t>very</a:t>
            </a:r>
            <a:r>
              <a:rPr lang="sk-SK" b="0" i="0">
                <a:solidFill>
                  <a:srgbClr val="273239"/>
                </a:solidFill>
                <a:effectLst/>
                <a:latin typeface="urw-din"/>
              </a:rPr>
              <a:t> </a:t>
            </a:r>
            <a:r>
              <a:rPr lang="sk-SK" b="0" i="0" err="1">
                <a:solidFill>
                  <a:srgbClr val="273239"/>
                </a:solidFill>
                <a:effectLst/>
                <a:latin typeface="urw-din"/>
              </a:rPr>
              <a:t>negligible</a:t>
            </a:r>
            <a:r>
              <a:rPr lang="sk-SK" b="0" i="0">
                <a:solidFill>
                  <a:srgbClr val="273239"/>
                </a:solidFill>
                <a:effectLst/>
                <a:latin typeface="urw-din"/>
              </a:rPr>
              <a:t>. </a:t>
            </a:r>
          </a:p>
          <a:p>
            <a:pPr marL="0" indent="0" algn="l" fontAlgn="base">
              <a:buNone/>
            </a:pPr>
            <a:r>
              <a:rPr lang="sk-SK" b="1" i="0" err="1">
                <a:solidFill>
                  <a:srgbClr val="273239"/>
                </a:solidFill>
                <a:effectLst/>
                <a:latin typeface="urw-din"/>
              </a:rPr>
              <a:t>Causes</a:t>
            </a:r>
            <a:r>
              <a:rPr lang="sk-SK" b="1" i="0">
                <a:solidFill>
                  <a:srgbClr val="273239"/>
                </a:solidFill>
                <a:effectLst/>
                <a:latin typeface="urw-din"/>
              </a:rPr>
              <a:t> of </a:t>
            </a:r>
            <a:r>
              <a:rPr lang="sk-SK" b="1" i="0" err="1">
                <a:solidFill>
                  <a:srgbClr val="273239"/>
                </a:solidFill>
                <a:effectLst/>
                <a:latin typeface="urw-din"/>
              </a:rPr>
              <a:t>thrashing</a:t>
            </a:r>
            <a:r>
              <a:rPr lang="sk-SK" b="1" i="0">
                <a:solidFill>
                  <a:srgbClr val="273239"/>
                </a:solidFill>
                <a:effectLst/>
                <a:latin typeface="urw-din"/>
              </a:rPr>
              <a:t>:</a:t>
            </a:r>
            <a:endParaRPr lang="sk-SK" b="0" i="0">
              <a:solidFill>
                <a:srgbClr val="273239"/>
              </a:solidFill>
              <a:effectLst/>
              <a:latin typeface="urw-din"/>
            </a:endParaRPr>
          </a:p>
          <a:p>
            <a:pPr algn="l" fontAlgn="base">
              <a:buFont typeface="+mj-lt"/>
              <a:buAutoNum type="arabicPeriod"/>
            </a:pPr>
            <a:r>
              <a:rPr lang="sk-SK" b="0" i="0" err="1">
                <a:solidFill>
                  <a:srgbClr val="273239"/>
                </a:solidFill>
                <a:effectLst/>
                <a:latin typeface="urw-din"/>
              </a:rPr>
              <a:t>High</a:t>
            </a:r>
            <a:r>
              <a:rPr lang="sk-SK" b="0" i="0">
                <a:solidFill>
                  <a:srgbClr val="273239"/>
                </a:solidFill>
                <a:effectLst/>
                <a:latin typeface="urw-din"/>
              </a:rPr>
              <a:t> </a:t>
            </a:r>
            <a:r>
              <a:rPr lang="sk-SK" b="0" i="0" err="1">
                <a:solidFill>
                  <a:srgbClr val="273239"/>
                </a:solidFill>
                <a:effectLst/>
                <a:latin typeface="urw-din"/>
              </a:rPr>
              <a:t>degree</a:t>
            </a:r>
            <a:r>
              <a:rPr lang="sk-SK" b="0" i="0">
                <a:solidFill>
                  <a:srgbClr val="273239"/>
                </a:solidFill>
                <a:effectLst/>
                <a:latin typeface="urw-din"/>
              </a:rPr>
              <a:t> of </a:t>
            </a:r>
            <a:r>
              <a:rPr lang="sk-SK" b="0" i="0" err="1">
                <a:solidFill>
                  <a:srgbClr val="273239"/>
                </a:solidFill>
                <a:effectLst/>
                <a:latin typeface="urw-din"/>
              </a:rPr>
              <a:t>multiprogramming</a:t>
            </a:r>
            <a:r>
              <a:rPr lang="sk-SK" b="0" i="0">
                <a:solidFill>
                  <a:srgbClr val="273239"/>
                </a:solidFill>
                <a:effectLst/>
                <a:latin typeface="urw-din"/>
              </a:rPr>
              <a:t>.</a:t>
            </a:r>
          </a:p>
          <a:p>
            <a:pPr algn="l" fontAlgn="base">
              <a:buFont typeface="+mj-lt"/>
              <a:buAutoNum type="arabicPeriod"/>
            </a:pPr>
            <a:r>
              <a:rPr lang="sk-SK" b="0" i="0" err="1">
                <a:solidFill>
                  <a:srgbClr val="273239"/>
                </a:solidFill>
                <a:effectLst/>
                <a:latin typeface="urw-din"/>
              </a:rPr>
              <a:t>Lack</a:t>
            </a:r>
            <a:r>
              <a:rPr lang="sk-SK" b="0" i="0">
                <a:solidFill>
                  <a:srgbClr val="273239"/>
                </a:solidFill>
                <a:effectLst/>
                <a:latin typeface="urw-din"/>
              </a:rPr>
              <a:t> of </a:t>
            </a:r>
            <a:r>
              <a:rPr lang="sk-SK" b="0" i="0" err="1">
                <a:solidFill>
                  <a:srgbClr val="273239"/>
                </a:solidFill>
                <a:effectLst/>
                <a:latin typeface="urw-din"/>
              </a:rPr>
              <a:t>frames</a:t>
            </a:r>
            <a:r>
              <a:rPr lang="sk-SK" b="0" i="0">
                <a:solidFill>
                  <a:srgbClr val="273239"/>
                </a:solidFill>
                <a:effectLst/>
                <a:latin typeface="urw-din"/>
              </a:rPr>
              <a:t>.</a:t>
            </a:r>
          </a:p>
          <a:p>
            <a:pPr algn="l" fontAlgn="base">
              <a:buFont typeface="+mj-lt"/>
              <a:buAutoNum type="arabicPeriod"/>
            </a:pPr>
            <a:r>
              <a:rPr lang="sk-SK" b="0" i="0" err="1">
                <a:solidFill>
                  <a:srgbClr val="273239"/>
                </a:solidFill>
                <a:effectLst/>
                <a:latin typeface="urw-din"/>
              </a:rPr>
              <a:t>Page</a:t>
            </a:r>
            <a:r>
              <a:rPr lang="sk-SK" b="0" i="0">
                <a:solidFill>
                  <a:srgbClr val="273239"/>
                </a:solidFill>
                <a:effectLst/>
                <a:latin typeface="urw-din"/>
              </a:rPr>
              <a:t> </a:t>
            </a:r>
            <a:r>
              <a:rPr lang="sk-SK" b="0" i="0" err="1">
                <a:solidFill>
                  <a:srgbClr val="273239"/>
                </a:solidFill>
                <a:effectLst/>
                <a:latin typeface="urw-din"/>
              </a:rPr>
              <a:t>replacement</a:t>
            </a:r>
            <a:r>
              <a:rPr lang="sk-SK" b="0" i="0">
                <a:solidFill>
                  <a:srgbClr val="273239"/>
                </a:solidFill>
                <a:effectLst/>
                <a:latin typeface="urw-din"/>
              </a:rPr>
              <a:t> </a:t>
            </a:r>
            <a:r>
              <a:rPr lang="sk-SK" b="0" i="0" err="1">
                <a:solidFill>
                  <a:srgbClr val="273239"/>
                </a:solidFill>
                <a:effectLst/>
                <a:latin typeface="urw-din"/>
              </a:rPr>
              <a:t>policy</a:t>
            </a:r>
            <a:r>
              <a:rPr lang="sk-SK" b="0" i="0">
                <a:solidFill>
                  <a:srgbClr val="273239"/>
                </a:solidFill>
                <a:effectLst/>
                <a:latin typeface="urw-din"/>
              </a:rPr>
              <a:t>.</a:t>
            </a:r>
          </a:p>
          <a:p>
            <a:pPr algn="l" fontAlgn="base">
              <a:buFont typeface="+mj-lt"/>
              <a:buAutoNum type="arabicPeriod"/>
            </a:pPr>
            <a:endParaRPr lang="sk-SK" b="0" i="0">
              <a:solidFill>
                <a:srgbClr val="273239"/>
              </a:solidFill>
              <a:effectLst/>
              <a:latin typeface="urw-din"/>
            </a:endParaRPr>
          </a:p>
          <a:p>
            <a:pPr marL="0" indent="0" algn="l" fontAlgn="base">
              <a:buNone/>
            </a:pPr>
            <a:r>
              <a:rPr lang="sk-SK" b="0" i="0" err="1">
                <a:solidFill>
                  <a:srgbClr val="273239"/>
                </a:solidFill>
                <a:effectLst/>
                <a:latin typeface="urw-din"/>
              </a:rPr>
              <a:t>Thrashing</a:t>
            </a:r>
            <a:r>
              <a:rPr lang="sk-SK" b="0" i="0">
                <a:solidFill>
                  <a:srgbClr val="273239"/>
                </a:solidFill>
                <a:effectLst/>
                <a:latin typeface="urw-din"/>
              </a:rPr>
              <a:t> has </a:t>
            </a:r>
            <a:r>
              <a:rPr lang="sk-SK" b="0" i="0" err="1">
                <a:solidFill>
                  <a:srgbClr val="273239"/>
                </a:solidFill>
                <a:effectLst/>
                <a:latin typeface="urw-din"/>
              </a:rPr>
              <a:t>an</a:t>
            </a:r>
            <a:r>
              <a:rPr lang="sk-SK" b="0" i="0">
                <a:solidFill>
                  <a:srgbClr val="273239"/>
                </a:solidFill>
                <a:effectLst/>
                <a:latin typeface="urw-din"/>
              </a:rPr>
              <a:t> </a:t>
            </a:r>
            <a:r>
              <a:rPr lang="sk-SK" b="0" i="0" err="1">
                <a:solidFill>
                  <a:srgbClr val="273239"/>
                </a:solidFill>
                <a:effectLst/>
                <a:latin typeface="urw-din"/>
              </a:rPr>
              <a:t>impact</a:t>
            </a:r>
            <a:r>
              <a:rPr lang="sk-SK" b="0" i="0">
                <a:solidFill>
                  <a:srgbClr val="273239"/>
                </a:solidFill>
                <a:effectLst/>
                <a:latin typeface="urw-din"/>
              </a:rPr>
              <a:t> on </a:t>
            </a:r>
            <a:r>
              <a:rPr lang="sk-SK" b="0" i="0" err="1">
                <a:solidFill>
                  <a:srgbClr val="273239"/>
                </a:solidFill>
                <a:effectLst/>
                <a:latin typeface="urw-din"/>
              </a:rPr>
              <a:t>the</a:t>
            </a:r>
            <a:r>
              <a:rPr lang="sk-SK" b="0" i="0">
                <a:solidFill>
                  <a:srgbClr val="273239"/>
                </a:solidFill>
                <a:effectLst/>
                <a:latin typeface="urw-din"/>
              </a:rPr>
              <a:t> </a:t>
            </a:r>
            <a:r>
              <a:rPr lang="sk-SK" b="0" i="0" err="1">
                <a:solidFill>
                  <a:srgbClr val="273239"/>
                </a:solidFill>
                <a:effectLst/>
                <a:latin typeface="urw-din"/>
              </a:rPr>
              <a:t>operating</a:t>
            </a:r>
            <a:r>
              <a:rPr lang="sk-SK" b="0" i="0">
                <a:solidFill>
                  <a:srgbClr val="273239"/>
                </a:solidFill>
                <a:effectLst/>
                <a:latin typeface="urw-din"/>
              </a:rPr>
              <a:t> </a:t>
            </a:r>
            <a:r>
              <a:rPr lang="sk-SK" b="0" i="0" err="1">
                <a:solidFill>
                  <a:srgbClr val="273239"/>
                </a:solidFill>
                <a:effectLst/>
                <a:latin typeface="urw-din"/>
              </a:rPr>
              <a:t>system’s</a:t>
            </a:r>
            <a:r>
              <a:rPr lang="sk-SK" b="0" i="0">
                <a:solidFill>
                  <a:srgbClr val="273239"/>
                </a:solidFill>
                <a:effectLst/>
                <a:latin typeface="urw-din"/>
              </a:rPr>
              <a:t> </a:t>
            </a:r>
            <a:r>
              <a:rPr lang="sk-SK" b="0" i="0" err="1">
                <a:solidFill>
                  <a:srgbClr val="273239"/>
                </a:solidFill>
                <a:effectLst/>
                <a:latin typeface="urw-din"/>
              </a:rPr>
              <a:t>execution</a:t>
            </a:r>
            <a:r>
              <a:rPr lang="sk-SK" b="0" i="0">
                <a:solidFill>
                  <a:srgbClr val="273239"/>
                </a:solidFill>
                <a:effectLst/>
                <a:latin typeface="urw-din"/>
              </a:rPr>
              <a:t> </a:t>
            </a:r>
            <a:r>
              <a:rPr lang="sk-SK" b="0" i="0" err="1">
                <a:solidFill>
                  <a:srgbClr val="273239"/>
                </a:solidFill>
                <a:effectLst/>
                <a:latin typeface="urw-din"/>
              </a:rPr>
              <a:t>performance</a:t>
            </a:r>
            <a:r>
              <a:rPr lang="sk-SK" b="0" i="0">
                <a:solidFill>
                  <a:srgbClr val="273239"/>
                </a:solidFill>
                <a:effectLst/>
                <a:latin typeface="urw-din"/>
              </a:rPr>
              <a:t>. </a:t>
            </a:r>
            <a:r>
              <a:rPr lang="sk-SK" b="0" i="0" err="1">
                <a:solidFill>
                  <a:srgbClr val="273239"/>
                </a:solidFill>
                <a:effectLst/>
                <a:latin typeface="urw-din"/>
              </a:rPr>
              <a:t>Thrashing</a:t>
            </a:r>
            <a:r>
              <a:rPr lang="sk-SK" b="0" i="0">
                <a:solidFill>
                  <a:srgbClr val="273239"/>
                </a:solidFill>
                <a:effectLst/>
                <a:latin typeface="urw-din"/>
              </a:rPr>
              <a:t> </a:t>
            </a:r>
            <a:r>
              <a:rPr lang="sk-SK" b="0" i="0" err="1">
                <a:solidFill>
                  <a:srgbClr val="273239"/>
                </a:solidFill>
                <a:effectLst/>
                <a:latin typeface="urw-din"/>
              </a:rPr>
              <a:t>also</a:t>
            </a:r>
            <a:r>
              <a:rPr lang="sk-SK" b="0" i="0">
                <a:solidFill>
                  <a:srgbClr val="273239"/>
                </a:solidFill>
                <a:effectLst/>
                <a:latin typeface="urw-din"/>
              </a:rPr>
              <a:t> </a:t>
            </a:r>
            <a:r>
              <a:rPr lang="sk-SK" b="0" i="0" err="1">
                <a:solidFill>
                  <a:srgbClr val="273239"/>
                </a:solidFill>
                <a:effectLst/>
                <a:latin typeface="urw-din"/>
              </a:rPr>
              <a:t>causes</a:t>
            </a:r>
            <a:r>
              <a:rPr lang="sk-SK" b="0" i="0">
                <a:solidFill>
                  <a:srgbClr val="273239"/>
                </a:solidFill>
                <a:effectLst/>
                <a:latin typeface="urw-din"/>
              </a:rPr>
              <a:t> </a:t>
            </a:r>
            <a:r>
              <a:rPr lang="sk-SK" b="0" i="0" err="1">
                <a:solidFill>
                  <a:srgbClr val="273239"/>
                </a:solidFill>
                <a:effectLst/>
                <a:latin typeface="urw-din"/>
              </a:rPr>
              <a:t>serious</a:t>
            </a:r>
            <a:r>
              <a:rPr lang="sk-SK" b="0" i="0">
                <a:solidFill>
                  <a:srgbClr val="273239"/>
                </a:solidFill>
                <a:effectLst/>
                <a:latin typeface="urw-din"/>
              </a:rPr>
              <a:t> </a:t>
            </a:r>
            <a:r>
              <a:rPr lang="sk-SK" b="0" i="0" err="1">
                <a:solidFill>
                  <a:srgbClr val="273239"/>
                </a:solidFill>
                <a:effectLst/>
                <a:latin typeface="urw-din"/>
              </a:rPr>
              <a:t>performance</a:t>
            </a:r>
            <a:r>
              <a:rPr lang="sk-SK" b="0" i="0">
                <a:solidFill>
                  <a:srgbClr val="273239"/>
                </a:solidFill>
                <a:effectLst/>
                <a:latin typeface="urw-din"/>
              </a:rPr>
              <a:t> </a:t>
            </a:r>
            <a:r>
              <a:rPr lang="sk-SK" b="0" i="0" err="1">
                <a:solidFill>
                  <a:srgbClr val="273239"/>
                </a:solidFill>
                <a:effectLst/>
                <a:latin typeface="urw-din"/>
              </a:rPr>
              <a:t>issues</a:t>
            </a:r>
            <a:r>
              <a:rPr lang="sk-SK" b="0" i="0">
                <a:solidFill>
                  <a:srgbClr val="273239"/>
                </a:solidFill>
                <a:effectLst/>
                <a:latin typeface="urw-din"/>
              </a:rPr>
              <a:t> </a:t>
            </a:r>
            <a:r>
              <a:rPr lang="sk-SK" b="0" i="0" err="1">
                <a:solidFill>
                  <a:srgbClr val="273239"/>
                </a:solidFill>
                <a:effectLst/>
                <a:latin typeface="urw-din"/>
              </a:rPr>
              <a:t>with</a:t>
            </a:r>
            <a:r>
              <a:rPr lang="sk-SK" b="0" i="0">
                <a:solidFill>
                  <a:srgbClr val="273239"/>
                </a:solidFill>
                <a:effectLst/>
                <a:latin typeface="urw-din"/>
              </a:rPr>
              <a:t> </a:t>
            </a:r>
            <a:r>
              <a:rPr lang="sk-SK" b="0" i="0" err="1">
                <a:solidFill>
                  <a:srgbClr val="273239"/>
                </a:solidFill>
                <a:effectLst/>
                <a:latin typeface="urw-din"/>
              </a:rPr>
              <a:t>the</a:t>
            </a:r>
            <a:r>
              <a:rPr lang="sk-SK" b="0" i="0">
                <a:solidFill>
                  <a:srgbClr val="273239"/>
                </a:solidFill>
                <a:effectLst/>
                <a:latin typeface="urw-din"/>
              </a:rPr>
              <a:t> </a:t>
            </a:r>
            <a:r>
              <a:rPr lang="sk-SK" b="0" i="0" err="1">
                <a:solidFill>
                  <a:srgbClr val="273239"/>
                </a:solidFill>
                <a:effectLst/>
                <a:latin typeface="urw-din"/>
              </a:rPr>
              <a:t>operating</a:t>
            </a:r>
            <a:r>
              <a:rPr lang="sk-SK" b="0" i="0">
                <a:solidFill>
                  <a:srgbClr val="273239"/>
                </a:solidFill>
                <a:effectLst/>
                <a:latin typeface="urw-din"/>
              </a:rPr>
              <a:t> </a:t>
            </a:r>
            <a:r>
              <a:rPr lang="sk-SK" b="0" i="0" err="1">
                <a:solidFill>
                  <a:srgbClr val="273239"/>
                </a:solidFill>
                <a:effectLst/>
                <a:latin typeface="urw-din"/>
              </a:rPr>
              <a:t>system</a:t>
            </a:r>
            <a:r>
              <a:rPr lang="sk-SK" b="0" i="0">
                <a:solidFill>
                  <a:srgbClr val="273239"/>
                </a:solidFill>
                <a:effectLst/>
                <a:latin typeface="urw-din"/>
              </a:rPr>
              <a:t>. </a:t>
            </a:r>
            <a:r>
              <a:rPr lang="sk-SK" b="0" i="0" err="1">
                <a:solidFill>
                  <a:srgbClr val="273239"/>
                </a:solidFill>
                <a:effectLst/>
                <a:latin typeface="urw-din"/>
              </a:rPr>
              <a:t>When</a:t>
            </a:r>
            <a:r>
              <a:rPr lang="sk-SK" b="0" i="0">
                <a:solidFill>
                  <a:srgbClr val="273239"/>
                </a:solidFill>
                <a:effectLst/>
                <a:latin typeface="urw-din"/>
              </a:rPr>
              <a:t> </a:t>
            </a:r>
            <a:r>
              <a:rPr lang="sk-SK" b="0" i="0" err="1">
                <a:solidFill>
                  <a:srgbClr val="273239"/>
                </a:solidFill>
                <a:effectLst/>
                <a:latin typeface="urw-din"/>
              </a:rPr>
              <a:t>the</a:t>
            </a:r>
            <a:r>
              <a:rPr lang="sk-SK" b="0" i="0">
                <a:solidFill>
                  <a:srgbClr val="273239"/>
                </a:solidFill>
                <a:effectLst/>
                <a:latin typeface="urw-din"/>
              </a:rPr>
              <a:t> </a:t>
            </a:r>
            <a:r>
              <a:rPr lang="sk-SK" b="0" i="0" err="1">
                <a:solidFill>
                  <a:srgbClr val="273239"/>
                </a:solidFill>
                <a:effectLst/>
                <a:latin typeface="urw-din"/>
              </a:rPr>
              <a:t>CPU’s</a:t>
            </a:r>
            <a:r>
              <a:rPr lang="sk-SK" b="0" i="0">
                <a:solidFill>
                  <a:srgbClr val="273239"/>
                </a:solidFill>
                <a:effectLst/>
                <a:latin typeface="urw-din"/>
              </a:rPr>
              <a:t> </a:t>
            </a:r>
            <a:r>
              <a:rPr lang="sk-SK" b="0" i="0" err="1">
                <a:solidFill>
                  <a:srgbClr val="273239"/>
                </a:solidFill>
                <a:effectLst/>
                <a:latin typeface="urw-din"/>
              </a:rPr>
              <a:t>usage</a:t>
            </a:r>
            <a:r>
              <a:rPr lang="sk-SK" b="0" i="0">
                <a:solidFill>
                  <a:srgbClr val="273239"/>
                </a:solidFill>
                <a:effectLst/>
                <a:latin typeface="urw-din"/>
              </a:rPr>
              <a:t> </a:t>
            </a:r>
            <a:r>
              <a:rPr lang="sk-SK" b="0" i="0" err="1">
                <a:solidFill>
                  <a:srgbClr val="273239"/>
                </a:solidFill>
                <a:effectLst/>
                <a:latin typeface="urw-din"/>
              </a:rPr>
              <a:t>is</a:t>
            </a:r>
            <a:r>
              <a:rPr lang="sk-SK" b="0" i="0">
                <a:solidFill>
                  <a:srgbClr val="273239"/>
                </a:solidFill>
                <a:effectLst/>
                <a:latin typeface="urw-din"/>
              </a:rPr>
              <a:t> </a:t>
            </a:r>
            <a:r>
              <a:rPr lang="sk-SK" b="0" i="0" err="1">
                <a:solidFill>
                  <a:srgbClr val="273239"/>
                </a:solidFill>
                <a:effectLst/>
                <a:latin typeface="urw-din"/>
              </a:rPr>
              <a:t>low</a:t>
            </a:r>
            <a:r>
              <a:rPr lang="sk-SK" b="0" i="0">
                <a:solidFill>
                  <a:srgbClr val="273239"/>
                </a:solidFill>
                <a:effectLst/>
                <a:latin typeface="urw-din"/>
              </a:rPr>
              <a:t>, </a:t>
            </a:r>
            <a:r>
              <a:rPr lang="sk-SK" b="0" i="0" err="1">
                <a:solidFill>
                  <a:srgbClr val="273239"/>
                </a:solidFill>
                <a:effectLst/>
                <a:latin typeface="urw-din"/>
              </a:rPr>
              <a:t>the</a:t>
            </a:r>
            <a:r>
              <a:rPr lang="sk-SK" b="0" i="0">
                <a:solidFill>
                  <a:srgbClr val="273239"/>
                </a:solidFill>
                <a:effectLst/>
                <a:latin typeface="urw-din"/>
              </a:rPr>
              <a:t> </a:t>
            </a:r>
            <a:r>
              <a:rPr lang="sk-SK" b="0" i="0" err="1">
                <a:solidFill>
                  <a:srgbClr val="273239"/>
                </a:solidFill>
                <a:effectLst/>
                <a:latin typeface="urw-din"/>
              </a:rPr>
              <a:t>process</a:t>
            </a:r>
            <a:r>
              <a:rPr lang="sk-SK" b="0" i="0">
                <a:solidFill>
                  <a:srgbClr val="273239"/>
                </a:solidFill>
                <a:effectLst/>
                <a:latin typeface="urw-din"/>
              </a:rPr>
              <a:t> </a:t>
            </a:r>
            <a:r>
              <a:rPr lang="sk-SK" b="0" i="0" err="1">
                <a:solidFill>
                  <a:srgbClr val="273239"/>
                </a:solidFill>
                <a:effectLst/>
                <a:latin typeface="urw-din"/>
              </a:rPr>
              <a:t>scheduling</a:t>
            </a:r>
            <a:r>
              <a:rPr lang="sk-SK" b="0" i="0">
                <a:solidFill>
                  <a:srgbClr val="273239"/>
                </a:solidFill>
                <a:effectLst/>
                <a:latin typeface="urw-din"/>
              </a:rPr>
              <a:t> </a:t>
            </a:r>
            <a:r>
              <a:rPr lang="sk-SK" b="0" i="0" err="1">
                <a:solidFill>
                  <a:srgbClr val="273239"/>
                </a:solidFill>
                <a:effectLst/>
                <a:latin typeface="urw-din"/>
              </a:rPr>
              <a:t>mechanism</a:t>
            </a:r>
            <a:r>
              <a:rPr lang="sk-SK" b="0" i="0">
                <a:solidFill>
                  <a:srgbClr val="273239"/>
                </a:solidFill>
                <a:effectLst/>
                <a:latin typeface="urw-din"/>
              </a:rPr>
              <a:t> </a:t>
            </a:r>
            <a:r>
              <a:rPr lang="sk-SK" b="0" i="0" err="1">
                <a:solidFill>
                  <a:srgbClr val="273239"/>
                </a:solidFill>
                <a:effectLst/>
                <a:latin typeface="urw-din"/>
              </a:rPr>
              <a:t>tries</a:t>
            </a:r>
            <a:r>
              <a:rPr lang="sk-SK" b="0" i="0">
                <a:solidFill>
                  <a:srgbClr val="273239"/>
                </a:solidFill>
                <a:effectLst/>
                <a:latin typeface="urw-din"/>
              </a:rPr>
              <a:t> to </a:t>
            </a:r>
            <a:r>
              <a:rPr lang="sk-SK" b="0" i="0" err="1">
                <a:solidFill>
                  <a:srgbClr val="273239"/>
                </a:solidFill>
                <a:effectLst/>
                <a:latin typeface="urw-din"/>
              </a:rPr>
              <a:t>load</a:t>
            </a:r>
            <a:r>
              <a:rPr lang="sk-SK" b="0" i="0">
                <a:solidFill>
                  <a:srgbClr val="273239"/>
                </a:solidFill>
                <a:effectLst/>
                <a:latin typeface="urw-din"/>
              </a:rPr>
              <a:t> </a:t>
            </a:r>
            <a:r>
              <a:rPr lang="sk-SK" b="0" i="0" err="1">
                <a:solidFill>
                  <a:srgbClr val="273239"/>
                </a:solidFill>
                <a:effectLst/>
                <a:latin typeface="urw-din"/>
              </a:rPr>
              <a:t>multiple</a:t>
            </a:r>
            <a:r>
              <a:rPr lang="sk-SK" b="0" i="0">
                <a:solidFill>
                  <a:srgbClr val="273239"/>
                </a:solidFill>
                <a:effectLst/>
                <a:latin typeface="urw-din"/>
              </a:rPr>
              <a:t> </a:t>
            </a:r>
            <a:r>
              <a:rPr lang="sk-SK" b="0" i="0" err="1">
                <a:solidFill>
                  <a:srgbClr val="273239"/>
                </a:solidFill>
                <a:effectLst/>
                <a:latin typeface="urw-din"/>
              </a:rPr>
              <a:t>processes</a:t>
            </a:r>
            <a:r>
              <a:rPr lang="sk-SK" b="0" i="0">
                <a:solidFill>
                  <a:srgbClr val="273239"/>
                </a:solidFill>
                <a:effectLst/>
                <a:latin typeface="urw-din"/>
              </a:rPr>
              <a:t> </a:t>
            </a:r>
            <a:r>
              <a:rPr lang="sk-SK" b="0" i="0" err="1">
                <a:solidFill>
                  <a:srgbClr val="273239"/>
                </a:solidFill>
                <a:effectLst/>
                <a:latin typeface="urw-din"/>
              </a:rPr>
              <a:t>into</a:t>
            </a:r>
            <a:r>
              <a:rPr lang="sk-SK" b="0" i="0">
                <a:solidFill>
                  <a:srgbClr val="273239"/>
                </a:solidFill>
                <a:effectLst/>
                <a:latin typeface="urw-din"/>
              </a:rPr>
              <a:t> </a:t>
            </a:r>
            <a:r>
              <a:rPr lang="sk-SK" b="0" i="0" err="1">
                <a:solidFill>
                  <a:srgbClr val="273239"/>
                </a:solidFill>
                <a:effectLst/>
                <a:latin typeface="urw-din"/>
              </a:rPr>
              <a:t>memory</a:t>
            </a:r>
            <a:r>
              <a:rPr lang="sk-SK" b="0" i="0">
                <a:solidFill>
                  <a:srgbClr val="273239"/>
                </a:solidFill>
                <a:effectLst/>
                <a:latin typeface="urw-din"/>
              </a:rPr>
              <a:t> at </a:t>
            </a:r>
            <a:r>
              <a:rPr lang="sk-SK" b="0" i="0" err="1">
                <a:solidFill>
                  <a:srgbClr val="273239"/>
                </a:solidFill>
                <a:effectLst/>
                <a:latin typeface="urw-din"/>
              </a:rPr>
              <a:t>the</a:t>
            </a:r>
            <a:r>
              <a:rPr lang="sk-SK" b="0" i="0">
                <a:solidFill>
                  <a:srgbClr val="273239"/>
                </a:solidFill>
                <a:effectLst/>
                <a:latin typeface="urw-din"/>
              </a:rPr>
              <a:t> </a:t>
            </a:r>
            <a:r>
              <a:rPr lang="sk-SK" b="0" i="0" err="1">
                <a:solidFill>
                  <a:srgbClr val="273239"/>
                </a:solidFill>
                <a:effectLst/>
                <a:latin typeface="urw-din"/>
              </a:rPr>
              <a:t>same</a:t>
            </a:r>
            <a:r>
              <a:rPr lang="sk-SK" b="0" i="0">
                <a:solidFill>
                  <a:srgbClr val="273239"/>
                </a:solidFill>
                <a:effectLst/>
                <a:latin typeface="urw-din"/>
              </a:rPr>
              <a:t> </a:t>
            </a:r>
            <a:r>
              <a:rPr lang="sk-SK" b="0" i="0" err="1">
                <a:solidFill>
                  <a:srgbClr val="273239"/>
                </a:solidFill>
                <a:effectLst/>
                <a:latin typeface="urw-din"/>
              </a:rPr>
              <a:t>time</a:t>
            </a:r>
            <a:r>
              <a:rPr lang="sk-SK" b="0" i="0">
                <a:solidFill>
                  <a:srgbClr val="273239"/>
                </a:solidFill>
                <a:effectLst/>
                <a:latin typeface="urw-din"/>
              </a:rPr>
              <a:t>, </a:t>
            </a:r>
            <a:r>
              <a:rPr lang="sk-SK" b="0" i="0" err="1">
                <a:solidFill>
                  <a:srgbClr val="273239"/>
                </a:solidFill>
                <a:effectLst/>
                <a:latin typeface="urw-din"/>
              </a:rPr>
              <a:t>increasing</a:t>
            </a:r>
            <a:r>
              <a:rPr lang="sk-SK" b="0" i="0">
                <a:solidFill>
                  <a:srgbClr val="273239"/>
                </a:solidFill>
                <a:effectLst/>
                <a:latin typeface="urw-din"/>
              </a:rPr>
              <a:t> </a:t>
            </a:r>
            <a:r>
              <a:rPr lang="sk-SK" b="0" i="0" err="1">
                <a:solidFill>
                  <a:srgbClr val="273239"/>
                </a:solidFill>
                <a:effectLst/>
                <a:latin typeface="urw-din"/>
              </a:rPr>
              <a:t>the</a:t>
            </a:r>
            <a:r>
              <a:rPr lang="sk-SK" b="0" i="0">
                <a:solidFill>
                  <a:srgbClr val="273239"/>
                </a:solidFill>
                <a:effectLst/>
                <a:latin typeface="urw-din"/>
              </a:rPr>
              <a:t> </a:t>
            </a:r>
            <a:r>
              <a:rPr lang="sk-SK" b="0" i="0" err="1">
                <a:solidFill>
                  <a:srgbClr val="273239"/>
                </a:solidFill>
                <a:effectLst/>
                <a:latin typeface="urw-din"/>
              </a:rPr>
              <a:t>degree</a:t>
            </a:r>
            <a:r>
              <a:rPr lang="sk-SK" b="0" i="0">
                <a:solidFill>
                  <a:srgbClr val="273239"/>
                </a:solidFill>
                <a:effectLst/>
                <a:latin typeface="urw-din"/>
              </a:rPr>
              <a:t> of </a:t>
            </a:r>
            <a:r>
              <a:rPr lang="sk-SK" b="0" i="0" err="1">
                <a:solidFill>
                  <a:srgbClr val="273239"/>
                </a:solidFill>
                <a:effectLst/>
                <a:latin typeface="urw-din"/>
              </a:rPr>
              <a:t>Multi</a:t>
            </a:r>
            <a:r>
              <a:rPr lang="sk-SK" b="0" i="0">
                <a:solidFill>
                  <a:srgbClr val="273239"/>
                </a:solidFill>
                <a:effectLst/>
                <a:latin typeface="urw-din"/>
              </a:rPr>
              <a:t> </a:t>
            </a:r>
            <a:r>
              <a:rPr lang="sk-SK" b="0" i="0" err="1">
                <a:solidFill>
                  <a:srgbClr val="273239"/>
                </a:solidFill>
                <a:effectLst/>
                <a:latin typeface="urw-din"/>
              </a:rPr>
              <a:t>programming</a:t>
            </a:r>
            <a:r>
              <a:rPr lang="sk-SK" b="0" i="0">
                <a:solidFill>
                  <a:srgbClr val="273239"/>
                </a:solidFill>
                <a:effectLst/>
                <a:latin typeface="urw-din"/>
              </a:rPr>
              <a:t>.</a:t>
            </a:r>
          </a:p>
          <a:p>
            <a:pPr marL="0" indent="0" algn="l" fontAlgn="base">
              <a:buNone/>
            </a:pPr>
            <a:r>
              <a:rPr lang="sk-SK" b="0" i="0">
                <a:solidFill>
                  <a:srgbClr val="273239"/>
                </a:solidFill>
                <a:effectLst/>
                <a:latin typeface="urw-din"/>
              </a:rPr>
              <a:t> In </a:t>
            </a:r>
            <a:r>
              <a:rPr lang="sk-SK" b="0" i="0" err="1">
                <a:solidFill>
                  <a:srgbClr val="273239"/>
                </a:solidFill>
                <a:effectLst/>
                <a:latin typeface="urw-din"/>
              </a:rPr>
              <a:t>this</a:t>
            </a:r>
            <a:r>
              <a:rPr lang="sk-SK" b="0" i="0">
                <a:solidFill>
                  <a:srgbClr val="273239"/>
                </a:solidFill>
                <a:effectLst/>
                <a:latin typeface="urw-din"/>
              </a:rPr>
              <a:t> </a:t>
            </a:r>
            <a:r>
              <a:rPr lang="sk-SK" b="0" i="0" err="1">
                <a:solidFill>
                  <a:srgbClr val="273239"/>
                </a:solidFill>
                <a:effectLst/>
                <a:latin typeface="urw-din"/>
              </a:rPr>
              <a:t>case</a:t>
            </a:r>
            <a:r>
              <a:rPr lang="sk-SK" b="0" i="0">
                <a:solidFill>
                  <a:srgbClr val="273239"/>
                </a:solidFill>
                <a:effectLst/>
                <a:latin typeface="urw-din"/>
              </a:rPr>
              <a:t>, </a:t>
            </a:r>
            <a:r>
              <a:rPr lang="sk-SK" b="0" i="0" err="1">
                <a:solidFill>
                  <a:srgbClr val="273239"/>
                </a:solidFill>
                <a:effectLst/>
                <a:latin typeface="urw-din"/>
              </a:rPr>
              <a:t>the</a:t>
            </a:r>
            <a:r>
              <a:rPr lang="sk-SK" b="0" i="0">
                <a:solidFill>
                  <a:srgbClr val="273239"/>
                </a:solidFill>
                <a:effectLst/>
                <a:latin typeface="urw-din"/>
              </a:rPr>
              <a:t> </a:t>
            </a:r>
            <a:r>
              <a:rPr lang="sk-SK" b="0" i="0" err="1">
                <a:solidFill>
                  <a:srgbClr val="273239"/>
                </a:solidFill>
                <a:effectLst/>
                <a:latin typeface="urw-din"/>
              </a:rPr>
              <a:t>number</a:t>
            </a:r>
            <a:r>
              <a:rPr lang="sk-SK" b="0" i="0">
                <a:solidFill>
                  <a:srgbClr val="273239"/>
                </a:solidFill>
                <a:effectLst/>
                <a:latin typeface="urw-din"/>
              </a:rPr>
              <a:t> of </a:t>
            </a:r>
            <a:r>
              <a:rPr lang="sk-SK" b="0" i="0" err="1">
                <a:solidFill>
                  <a:srgbClr val="273239"/>
                </a:solidFill>
                <a:effectLst/>
                <a:latin typeface="urw-din"/>
              </a:rPr>
              <a:t>processes</a:t>
            </a:r>
            <a:r>
              <a:rPr lang="sk-SK" b="0" i="0">
                <a:solidFill>
                  <a:srgbClr val="273239"/>
                </a:solidFill>
                <a:effectLst/>
                <a:latin typeface="urw-din"/>
              </a:rPr>
              <a:t> in </a:t>
            </a:r>
            <a:r>
              <a:rPr lang="sk-SK" b="0" i="0" err="1">
                <a:solidFill>
                  <a:srgbClr val="273239"/>
                </a:solidFill>
                <a:effectLst/>
                <a:latin typeface="urw-din"/>
              </a:rPr>
              <a:t>the</a:t>
            </a:r>
            <a:r>
              <a:rPr lang="sk-SK" b="0" i="0">
                <a:solidFill>
                  <a:srgbClr val="273239"/>
                </a:solidFill>
                <a:effectLst/>
                <a:latin typeface="urw-din"/>
              </a:rPr>
              <a:t> </a:t>
            </a:r>
            <a:r>
              <a:rPr lang="sk-SK" b="0" i="0" err="1">
                <a:solidFill>
                  <a:srgbClr val="273239"/>
                </a:solidFill>
                <a:effectLst/>
                <a:latin typeface="urw-din"/>
              </a:rPr>
              <a:t>memory</a:t>
            </a:r>
            <a:r>
              <a:rPr lang="sk-SK" b="0" i="0">
                <a:solidFill>
                  <a:srgbClr val="273239"/>
                </a:solidFill>
                <a:effectLst/>
                <a:latin typeface="urw-din"/>
              </a:rPr>
              <a:t> </a:t>
            </a:r>
            <a:r>
              <a:rPr lang="sk-SK" b="0" i="0" err="1">
                <a:solidFill>
                  <a:srgbClr val="273239"/>
                </a:solidFill>
                <a:effectLst/>
                <a:latin typeface="urw-din"/>
              </a:rPr>
              <a:t>exceeds</a:t>
            </a:r>
            <a:r>
              <a:rPr lang="sk-SK" b="0" i="0">
                <a:solidFill>
                  <a:srgbClr val="273239"/>
                </a:solidFill>
                <a:effectLst/>
                <a:latin typeface="urw-din"/>
              </a:rPr>
              <a:t> </a:t>
            </a:r>
            <a:r>
              <a:rPr lang="sk-SK" b="0" i="0" err="1">
                <a:solidFill>
                  <a:srgbClr val="273239"/>
                </a:solidFill>
                <a:effectLst/>
                <a:latin typeface="urw-din"/>
              </a:rPr>
              <a:t>the</a:t>
            </a:r>
            <a:r>
              <a:rPr lang="sk-SK" b="0" i="0">
                <a:solidFill>
                  <a:srgbClr val="273239"/>
                </a:solidFill>
                <a:effectLst/>
                <a:latin typeface="urw-din"/>
              </a:rPr>
              <a:t> </a:t>
            </a:r>
            <a:r>
              <a:rPr lang="sk-SK" b="0" i="0" err="1">
                <a:solidFill>
                  <a:srgbClr val="273239"/>
                </a:solidFill>
                <a:effectLst/>
                <a:latin typeface="urw-din"/>
              </a:rPr>
              <a:t>number</a:t>
            </a:r>
            <a:r>
              <a:rPr lang="sk-SK" b="0" i="0">
                <a:solidFill>
                  <a:srgbClr val="273239"/>
                </a:solidFill>
                <a:effectLst/>
                <a:latin typeface="urw-din"/>
              </a:rPr>
              <a:t> of </a:t>
            </a:r>
            <a:r>
              <a:rPr lang="sk-SK" b="0" i="0" err="1">
                <a:solidFill>
                  <a:srgbClr val="273239"/>
                </a:solidFill>
                <a:effectLst/>
                <a:latin typeface="urw-din"/>
              </a:rPr>
              <a:t>frames</a:t>
            </a:r>
            <a:r>
              <a:rPr lang="sk-SK" b="0" i="0">
                <a:solidFill>
                  <a:srgbClr val="273239"/>
                </a:solidFill>
                <a:effectLst/>
                <a:latin typeface="urw-din"/>
              </a:rPr>
              <a:t> </a:t>
            </a:r>
            <a:r>
              <a:rPr lang="sk-SK" b="0" i="0" err="1">
                <a:solidFill>
                  <a:srgbClr val="273239"/>
                </a:solidFill>
                <a:effectLst/>
                <a:latin typeface="urw-din"/>
              </a:rPr>
              <a:t>available</a:t>
            </a:r>
            <a:r>
              <a:rPr lang="sk-SK" b="0" i="0">
                <a:solidFill>
                  <a:srgbClr val="273239"/>
                </a:solidFill>
                <a:effectLst/>
                <a:latin typeface="urw-din"/>
              </a:rPr>
              <a:t> in </a:t>
            </a:r>
            <a:r>
              <a:rPr lang="sk-SK" b="0" i="0" err="1">
                <a:solidFill>
                  <a:srgbClr val="273239"/>
                </a:solidFill>
                <a:effectLst/>
                <a:latin typeface="urw-din"/>
              </a:rPr>
              <a:t>the</a:t>
            </a:r>
            <a:r>
              <a:rPr lang="sk-SK" b="0" i="0">
                <a:solidFill>
                  <a:srgbClr val="273239"/>
                </a:solidFill>
                <a:effectLst/>
                <a:latin typeface="urw-din"/>
              </a:rPr>
              <a:t> </a:t>
            </a:r>
            <a:r>
              <a:rPr lang="sk-SK" b="0" i="0" err="1">
                <a:solidFill>
                  <a:srgbClr val="273239"/>
                </a:solidFill>
                <a:effectLst/>
                <a:latin typeface="urw-din"/>
              </a:rPr>
              <a:t>memory</a:t>
            </a:r>
            <a:r>
              <a:rPr lang="sk-SK" b="0" i="0">
                <a:solidFill>
                  <a:srgbClr val="273239"/>
                </a:solidFill>
                <a:effectLst/>
                <a:latin typeface="urw-din"/>
              </a:rPr>
              <a:t>. </a:t>
            </a:r>
            <a:r>
              <a:rPr lang="sk-SK" b="0" i="0" err="1">
                <a:solidFill>
                  <a:srgbClr val="273239"/>
                </a:solidFill>
                <a:effectLst/>
                <a:latin typeface="urw-din"/>
              </a:rPr>
              <a:t>Each</a:t>
            </a:r>
            <a:r>
              <a:rPr lang="sk-SK" b="0" i="0">
                <a:solidFill>
                  <a:srgbClr val="273239"/>
                </a:solidFill>
                <a:effectLst/>
                <a:latin typeface="urw-din"/>
              </a:rPr>
              <a:t> </a:t>
            </a:r>
            <a:r>
              <a:rPr lang="sk-SK" b="0" i="0" err="1">
                <a:solidFill>
                  <a:srgbClr val="273239"/>
                </a:solidFill>
                <a:effectLst/>
                <a:latin typeface="urw-din"/>
              </a:rPr>
              <a:t>process</a:t>
            </a:r>
            <a:r>
              <a:rPr lang="sk-SK" b="0" i="0">
                <a:solidFill>
                  <a:srgbClr val="273239"/>
                </a:solidFill>
                <a:effectLst/>
                <a:latin typeface="urw-din"/>
              </a:rPr>
              <a:t> </a:t>
            </a:r>
            <a:r>
              <a:rPr lang="sk-SK" b="0" i="0" err="1">
                <a:solidFill>
                  <a:srgbClr val="273239"/>
                </a:solidFill>
                <a:effectLst/>
                <a:latin typeface="urw-din"/>
              </a:rPr>
              <a:t>is</a:t>
            </a:r>
            <a:r>
              <a:rPr lang="sk-SK" b="0" i="0">
                <a:solidFill>
                  <a:srgbClr val="273239"/>
                </a:solidFill>
                <a:effectLst/>
                <a:latin typeface="urw-din"/>
              </a:rPr>
              <a:t> </a:t>
            </a:r>
            <a:r>
              <a:rPr lang="sk-SK" b="0" i="0" err="1">
                <a:solidFill>
                  <a:srgbClr val="273239"/>
                </a:solidFill>
                <a:effectLst/>
                <a:latin typeface="urw-din"/>
              </a:rPr>
              <a:t>given</a:t>
            </a:r>
            <a:r>
              <a:rPr lang="sk-SK" b="0" i="0">
                <a:solidFill>
                  <a:srgbClr val="273239"/>
                </a:solidFill>
                <a:effectLst/>
                <a:latin typeface="urw-din"/>
              </a:rPr>
              <a:t> a set </a:t>
            </a:r>
            <a:r>
              <a:rPr lang="sk-SK" b="0" i="0" err="1">
                <a:solidFill>
                  <a:srgbClr val="273239"/>
                </a:solidFill>
                <a:effectLst/>
                <a:latin typeface="urw-din"/>
              </a:rPr>
              <a:t>number</a:t>
            </a:r>
            <a:r>
              <a:rPr lang="sk-SK" b="0" i="0">
                <a:solidFill>
                  <a:srgbClr val="273239"/>
                </a:solidFill>
                <a:effectLst/>
                <a:latin typeface="urw-din"/>
              </a:rPr>
              <a:t> of </a:t>
            </a:r>
            <a:r>
              <a:rPr lang="sk-SK" b="0" i="0" err="1">
                <a:solidFill>
                  <a:srgbClr val="273239"/>
                </a:solidFill>
                <a:effectLst/>
                <a:latin typeface="urw-din"/>
              </a:rPr>
              <a:t>frames</a:t>
            </a:r>
            <a:r>
              <a:rPr lang="sk-SK" b="0" i="0">
                <a:solidFill>
                  <a:srgbClr val="273239"/>
                </a:solidFill>
                <a:effectLst/>
                <a:latin typeface="urw-din"/>
              </a:rPr>
              <a:t> to </a:t>
            </a:r>
            <a:r>
              <a:rPr lang="sk-SK" b="0" i="0" err="1">
                <a:solidFill>
                  <a:srgbClr val="273239"/>
                </a:solidFill>
                <a:effectLst/>
                <a:latin typeface="urw-din"/>
              </a:rPr>
              <a:t>work</a:t>
            </a:r>
            <a:r>
              <a:rPr lang="sk-SK" b="0" i="0">
                <a:solidFill>
                  <a:srgbClr val="273239"/>
                </a:solidFill>
                <a:effectLst/>
                <a:latin typeface="urw-din"/>
              </a:rPr>
              <a:t> </a:t>
            </a:r>
            <a:r>
              <a:rPr lang="sk-SK" b="0" i="0" err="1">
                <a:solidFill>
                  <a:srgbClr val="273239"/>
                </a:solidFill>
                <a:effectLst/>
                <a:latin typeface="urw-din"/>
              </a:rPr>
              <a:t>with</a:t>
            </a:r>
            <a:r>
              <a:rPr lang="sk-SK" b="0" i="0">
                <a:solidFill>
                  <a:srgbClr val="273239"/>
                </a:solidFill>
                <a:effectLst/>
                <a:latin typeface="urw-din"/>
              </a:rPr>
              <a:t>.</a:t>
            </a:r>
          </a:p>
          <a:p>
            <a:pPr fontAlgn="base"/>
            <a:endParaRPr lang="sk-SK" b="0" i="0">
              <a:solidFill>
                <a:srgbClr val="273239"/>
              </a:solidFill>
              <a:effectLst/>
              <a:latin typeface="urw-din"/>
            </a:endParaRPr>
          </a:p>
        </p:txBody>
      </p:sp>
      <p:sp>
        <p:nvSpPr>
          <p:cNvPr id="3" name="BlokTextu 2">
            <a:extLst>
              <a:ext uri="{FF2B5EF4-FFF2-40B4-BE49-F238E27FC236}">
                <a16:creationId xmlns:a16="http://schemas.microsoft.com/office/drawing/2014/main" id="{F9EA1DF1-B3FC-196A-DA45-DE6A0A5468D8}"/>
              </a:ext>
            </a:extLst>
          </p:cNvPr>
          <p:cNvSpPr txBox="1"/>
          <p:nvPr/>
        </p:nvSpPr>
        <p:spPr>
          <a:xfrm>
            <a:off x="1098096" y="6069471"/>
            <a:ext cx="7996918" cy="369332"/>
          </a:xfrm>
          <a:prstGeom prst="rect">
            <a:avLst/>
          </a:prstGeom>
          <a:noFill/>
        </p:spPr>
        <p:txBody>
          <a:bodyPr wrap="square">
            <a:spAutoFit/>
          </a:bodyPr>
          <a:lstStyle/>
          <a:p>
            <a:r>
              <a:rPr lang="sk-SK" err="1"/>
              <a:t>Source</a:t>
            </a:r>
            <a:r>
              <a:rPr lang="sk-SK"/>
              <a:t>: </a:t>
            </a:r>
            <a:r>
              <a:rPr lang="sk-SK" err="1"/>
              <a:t>https</a:t>
            </a:r>
            <a:r>
              <a:rPr lang="sk-SK"/>
              <a:t>://</a:t>
            </a:r>
            <a:r>
              <a:rPr lang="sk-SK" err="1"/>
              <a:t>www.geeksforgeeks.org</a:t>
            </a:r>
            <a:r>
              <a:rPr lang="sk-SK"/>
              <a:t>/</a:t>
            </a:r>
            <a:r>
              <a:rPr lang="sk-SK" err="1"/>
              <a:t>techniques</a:t>
            </a:r>
            <a:r>
              <a:rPr lang="sk-SK"/>
              <a:t>-to-</a:t>
            </a:r>
            <a:r>
              <a:rPr lang="sk-SK" err="1"/>
              <a:t>handle</a:t>
            </a:r>
            <a:r>
              <a:rPr lang="sk-SK"/>
              <a:t>-</a:t>
            </a:r>
            <a:r>
              <a:rPr lang="sk-SK" err="1"/>
              <a:t>thrashing</a:t>
            </a:r>
            <a:r>
              <a:rPr lang="sk-SK"/>
              <a:t>/</a:t>
            </a:r>
          </a:p>
        </p:txBody>
      </p:sp>
      <mc:AlternateContent xmlns:mc="http://schemas.openxmlformats.org/markup-compatibility/2006" xmlns:p14="http://schemas.microsoft.com/office/powerpoint/2010/main">
        <mc:Choice Requires="p14">
          <p:contentPart p14:bwMode="auto" r:id="rId3">
            <p14:nvContentPartPr>
              <p14:cNvPr id="2" name="Písanie rukou 1">
                <a:extLst>
                  <a:ext uri="{FF2B5EF4-FFF2-40B4-BE49-F238E27FC236}">
                    <a16:creationId xmlns:a16="http://schemas.microsoft.com/office/drawing/2014/main" id="{BBDEB325-5EC1-A6D1-DF2C-C39220E0B197}"/>
                  </a:ext>
                </a:extLst>
              </p14:cNvPr>
              <p14:cNvContentPartPr/>
              <p14:nvPr/>
            </p14:nvContentPartPr>
            <p14:xfrm>
              <a:off x="8820360" y="2289960"/>
              <a:ext cx="2617920" cy="631080"/>
            </p14:xfrm>
          </p:contentPart>
        </mc:Choice>
        <mc:Fallback xmlns="">
          <p:pic>
            <p:nvPicPr>
              <p:cNvPr id="2" name="Písanie rukou 1">
                <a:extLst>
                  <a:ext uri="{FF2B5EF4-FFF2-40B4-BE49-F238E27FC236}">
                    <a16:creationId xmlns:a16="http://schemas.microsoft.com/office/drawing/2014/main" id="{BBDEB325-5EC1-A6D1-DF2C-C39220E0B197}"/>
                  </a:ext>
                </a:extLst>
              </p:cNvPr>
              <p:cNvPicPr/>
              <p:nvPr/>
            </p:nvPicPr>
            <p:blipFill>
              <a:blip r:embed="rId4"/>
              <a:stretch>
                <a:fillRect/>
              </a:stretch>
            </p:blipFill>
            <p:spPr>
              <a:xfrm>
                <a:off x="8811000" y="2280600"/>
                <a:ext cx="2636640" cy="649800"/>
              </a:xfrm>
              <a:prstGeom prst="rect">
                <a:avLst/>
              </a:prstGeom>
            </p:spPr>
          </p:pic>
        </mc:Fallback>
      </mc:AlternateContent>
    </p:spTree>
    <p:extLst>
      <p:ext uri="{BB962C8B-B14F-4D97-AF65-F5344CB8AC3E}">
        <p14:creationId xmlns:p14="http://schemas.microsoft.com/office/powerpoint/2010/main" val="13870720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Rectangle 2">
            <a:extLst>
              <a:ext uri="{FF2B5EF4-FFF2-40B4-BE49-F238E27FC236}">
                <a16:creationId xmlns:a16="http://schemas.microsoft.com/office/drawing/2014/main" id="{107E7D27-E067-2347-B385-BE229BA6A11D}"/>
              </a:ext>
            </a:extLst>
          </p:cNvPr>
          <p:cNvSpPr>
            <a:spLocks noGrp="1" noChangeArrowheads="1"/>
          </p:cNvSpPr>
          <p:nvPr>
            <p:ph type="title"/>
          </p:nvPr>
        </p:nvSpPr>
        <p:spPr>
          <a:xfrm>
            <a:off x="2015729" y="277416"/>
            <a:ext cx="7787878" cy="576263"/>
          </a:xfrm>
        </p:spPr>
        <p:txBody>
          <a:bodyPr>
            <a:normAutofit fontScale="90000"/>
          </a:bodyPr>
          <a:lstStyle/>
          <a:p>
            <a:pPr eaLnBrk="1" hangingPunct="1"/>
            <a:r>
              <a:rPr lang="en-US" altLang="sk-SK">
                <a:ea typeface="ＭＳ Ｐゴシック" panose="020B0600070205080204" pitchFamily="34" charset="-128"/>
              </a:rPr>
              <a:t>Thrashing (Cont.)</a:t>
            </a:r>
            <a:endParaRPr lang="en-US" altLang="sk-SK" sz="2550">
              <a:ea typeface="ＭＳ Ｐゴシック" panose="020B0600070205080204" pitchFamily="34" charset="-128"/>
            </a:endParaRPr>
          </a:p>
        </p:txBody>
      </p:sp>
      <p:pic>
        <p:nvPicPr>
          <p:cNvPr id="97282" name="Picture 4" descr="9">
            <a:extLst>
              <a:ext uri="{FF2B5EF4-FFF2-40B4-BE49-F238E27FC236}">
                <a16:creationId xmlns:a16="http://schemas.microsoft.com/office/drawing/2014/main" id="{66B83005-5E2A-EF4D-898D-0F8830EDB0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4279" y="1227535"/>
            <a:ext cx="8536781" cy="438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4472152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Rectangle 2">
            <a:extLst>
              <a:ext uri="{FF2B5EF4-FFF2-40B4-BE49-F238E27FC236}">
                <a16:creationId xmlns:a16="http://schemas.microsoft.com/office/drawing/2014/main" id="{4D1A15DF-E6DD-4548-AD2A-0395EB15404F}"/>
              </a:ext>
            </a:extLst>
          </p:cNvPr>
          <p:cNvSpPr>
            <a:spLocks noGrp="1" noChangeArrowheads="1"/>
          </p:cNvSpPr>
          <p:nvPr>
            <p:ph type="title"/>
          </p:nvPr>
        </p:nvSpPr>
        <p:spPr/>
        <p:txBody>
          <a:bodyPr/>
          <a:lstStyle/>
          <a:p>
            <a:r>
              <a:rPr lang="en-US" altLang="sk-SK"/>
              <a:t>Demand Paging and Thrashing </a:t>
            </a:r>
          </a:p>
        </p:txBody>
      </p:sp>
      <p:sp>
        <p:nvSpPr>
          <p:cNvPr id="99330" name="Rectangle 3">
            <a:extLst>
              <a:ext uri="{FF2B5EF4-FFF2-40B4-BE49-F238E27FC236}">
                <a16:creationId xmlns:a16="http://schemas.microsoft.com/office/drawing/2014/main" id="{8323ACB7-2C6D-4C48-8E85-FE981CE38349}"/>
              </a:ext>
            </a:extLst>
          </p:cNvPr>
          <p:cNvSpPr>
            <a:spLocks noGrp="1" noChangeArrowheads="1"/>
          </p:cNvSpPr>
          <p:nvPr>
            <p:ph type="body" idx="1"/>
          </p:nvPr>
        </p:nvSpPr>
        <p:spPr/>
        <p:txBody>
          <a:bodyPr>
            <a:normAutofit fontScale="92500" lnSpcReduction="20000"/>
          </a:bodyPr>
          <a:lstStyle/>
          <a:p>
            <a:r>
              <a:rPr lang="sk-SK"/>
              <a:t>To </a:t>
            </a:r>
            <a:r>
              <a:rPr lang="sk-SK" err="1"/>
              <a:t>prevent</a:t>
            </a:r>
            <a:r>
              <a:rPr lang="sk-SK"/>
              <a:t> </a:t>
            </a:r>
            <a:r>
              <a:rPr lang="sk-SK" err="1"/>
              <a:t>thrashing</a:t>
            </a:r>
            <a:r>
              <a:rPr lang="sk-SK"/>
              <a:t>, </a:t>
            </a:r>
            <a:r>
              <a:rPr lang="sk-SK" err="1"/>
              <a:t>we</a:t>
            </a:r>
            <a:r>
              <a:rPr lang="sk-SK"/>
              <a:t> </a:t>
            </a:r>
            <a:r>
              <a:rPr lang="sk-SK" err="1"/>
              <a:t>must</a:t>
            </a:r>
            <a:r>
              <a:rPr lang="sk-SK"/>
              <a:t> </a:t>
            </a:r>
            <a:r>
              <a:rPr lang="sk-SK" err="1"/>
              <a:t>provide</a:t>
            </a:r>
            <a:r>
              <a:rPr lang="sk-SK"/>
              <a:t> a </a:t>
            </a:r>
            <a:r>
              <a:rPr lang="sk-SK" err="1"/>
              <a:t>process</a:t>
            </a:r>
            <a:r>
              <a:rPr lang="sk-SK"/>
              <a:t> </a:t>
            </a:r>
            <a:r>
              <a:rPr lang="sk-SK" err="1"/>
              <a:t>with</a:t>
            </a:r>
            <a:r>
              <a:rPr lang="sk-SK"/>
              <a:t> as </a:t>
            </a:r>
            <a:r>
              <a:rPr lang="sk-SK" err="1"/>
              <a:t>many</a:t>
            </a:r>
            <a:r>
              <a:rPr lang="sk-SK"/>
              <a:t> </a:t>
            </a:r>
            <a:r>
              <a:rPr lang="sk-SK" err="1"/>
              <a:t>frames</a:t>
            </a:r>
            <a:r>
              <a:rPr lang="sk-SK"/>
              <a:t> as </a:t>
            </a:r>
            <a:r>
              <a:rPr lang="sk-SK" err="1"/>
              <a:t>it</a:t>
            </a:r>
            <a:r>
              <a:rPr lang="sk-SK"/>
              <a:t> </a:t>
            </a:r>
            <a:r>
              <a:rPr lang="sk-SK" err="1"/>
              <a:t>needs</a:t>
            </a:r>
            <a:r>
              <a:rPr lang="sk-SK"/>
              <a:t>.</a:t>
            </a:r>
          </a:p>
          <a:p>
            <a:pPr marL="0" indent="0">
              <a:buNone/>
            </a:pPr>
            <a:endParaRPr lang="en-US" altLang="sk-SK"/>
          </a:p>
          <a:p>
            <a:r>
              <a:rPr lang="en-US" altLang="sk-SK"/>
              <a:t>Why does demand paging work?</a:t>
            </a:r>
            <a:br>
              <a:rPr lang="en-US" altLang="sk-SK"/>
            </a:br>
            <a:r>
              <a:rPr lang="en-US" altLang="sk-SK">
                <a:solidFill>
                  <a:srgbClr val="0070C0"/>
                </a:solidFill>
              </a:rPr>
              <a:t>Locality model </a:t>
            </a:r>
            <a:r>
              <a:rPr lang="sk-SK" u="sng" err="1"/>
              <a:t>control</a:t>
            </a:r>
            <a:r>
              <a:rPr lang="sk-SK" u="sng"/>
              <a:t> </a:t>
            </a:r>
            <a:r>
              <a:rPr lang="sk-SK" u="sng" err="1"/>
              <a:t>thrashing</a:t>
            </a:r>
            <a:endParaRPr lang="en-US" altLang="sk-SK" u="sng">
              <a:solidFill>
                <a:srgbClr val="0070C0"/>
              </a:solidFill>
            </a:endParaRPr>
          </a:p>
          <a:p>
            <a:pPr lvl="1"/>
            <a:r>
              <a:rPr lang="en-US" altLang="sk-SK"/>
              <a:t>Process migrates from one locality to another</a:t>
            </a:r>
          </a:p>
          <a:p>
            <a:pPr lvl="1"/>
            <a:r>
              <a:rPr lang="en-US" altLang="sk-SK"/>
              <a:t>Localities may overlap</a:t>
            </a:r>
          </a:p>
          <a:p>
            <a:pPr lvl="1"/>
            <a:endParaRPr lang="en-US" altLang="sk-SK"/>
          </a:p>
          <a:p>
            <a:r>
              <a:rPr lang="sk-SK" err="1"/>
              <a:t>Suppose</a:t>
            </a:r>
            <a:r>
              <a:rPr lang="sk-SK"/>
              <a:t> </a:t>
            </a:r>
            <a:r>
              <a:rPr lang="sk-SK" err="1"/>
              <a:t>we</a:t>
            </a:r>
            <a:r>
              <a:rPr lang="sk-SK"/>
              <a:t> </a:t>
            </a:r>
            <a:r>
              <a:rPr lang="sk-SK" err="1"/>
              <a:t>allocate</a:t>
            </a:r>
            <a:r>
              <a:rPr lang="sk-SK"/>
              <a:t> </a:t>
            </a:r>
            <a:r>
              <a:rPr lang="sk-SK" err="1"/>
              <a:t>enough</a:t>
            </a:r>
            <a:r>
              <a:rPr lang="sk-SK"/>
              <a:t> </a:t>
            </a:r>
            <a:r>
              <a:rPr lang="sk-SK" err="1"/>
              <a:t>frames</a:t>
            </a:r>
            <a:r>
              <a:rPr lang="sk-SK"/>
              <a:t> to a </a:t>
            </a:r>
            <a:r>
              <a:rPr lang="sk-SK" err="1"/>
              <a:t>process</a:t>
            </a:r>
            <a:r>
              <a:rPr lang="sk-SK"/>
              <a:t> to </a:t>
            </a:r>
            <a:r>
              <a:rPr lang="sk-SK" err="1"/>
              <a:t>accommodate</a:t>
            </a:r>
            <a:r>
              <a:rPr lang="sk-SK"/>
              <a:t> </a:t>
            </a:r>
            <a:r>
              <a:rPr lang="sk-SK" err="1"/>
              <a:t>its</a:t>
            </a:r>
            <a:r>
              <a:rPr lang="sk-SK"/>
              <a:t> </a:t>
            </a:r>
            <a:r>
              <a:rPr lang="sk-SK" err="1"/>
              <a:t>current</a:t>
            </a:r>
            <a:r>
              <a:rPr lang="sk-SK"/>
              <a:t> </a:t>
            </a:r>
            <a:r>
              <a:rPr lang="sk-SK" err="1"/>
              <a:t>locality</a:t>
            </a:r>
            <a:r>
              <a:rPr lang="sk-SK"/>
              <a:t>.</a:t>
            </a:r>
          </a:p>
          <a:p>
            <a:pPr lvl="1"/>
            <a:r>
              <a:rPr lang="sk-SK" err="1"/>
              <a:t>It</a:t>
            </a:r>
            <a:r>
              <a:rPr lang="sk-SK"/>
              <a:t> </a:t>
            </a:r>
            <a:r>
              <a:rPr lang="sk-SK" err="1"/>
              <a:t>will</a:t>
            </a:r>
            <a:r>
              <a:rPr lang="sk-SK"/>
              <a:t> </a:t>
            </a:r>
            <a:r>
              <a:rPr lang="sk-SK" err="1"/>
              <a:t>fault</a:t>
            </a:r>
            <a:r>
              <a:rPr lang="sk-SK"/>
              <a:t> </a:t>
            </a:r>
            <a:r>
              <a:rPr lang="sk-SK" err="1"/>
              <a:t>for</a:t>
            </a:r>
            <a:r>
              <a:rPr lang="sk-SK"/>
              <a:t> </a:t>
            </a:r>
            <a:r>
              <a:rPr lang="sk-SK" err="1"/>
              <a:t>the</a:t>
            </a:r>
            <a:r>
              <a:rPr lang="sk-SK"/>
              <a:t> </a:t>
            </a:r>
            <a:r>
              <a:rPr lang="sk-SK" err="1"/>
              <a:t>pages</a:t>
            </a:r>
            <a:r>
              <a:rPr lang="sk-SK"/>
              <a:t> in </a:t>
            </a:r>
            <a:r>
              <a:rPr lang="sk-SK" err="1"/>
              <a:t>its</a:t>
            </a:r>
            <a:r>
              <a:rPr lang="sk-SK"/>
              <a:t> </a:t>
            </a:r>
            <a:r>
              <a:rPr lang="sk-SK" err="1"/>
              <a:t>locality</a:t>
            </a:r>
            <a:r>
              <a:rPr lang="sk-SK"/>
              <a:t> </a:t>
            </a:r>
            <a:r>
              <a:rPr lang="sk-SK" err="1"/>
              <a:t>until</a:t>
            </a:r>
            <a:r>
              <a:rPr lang="sk-SK"/>
              <a:t> </a:t>
            </a:r>
            <a:r>
              <a:rPr lang="sk-SK" err="1"/>
              <a:t>all</a:t>
            </a:r>
            <a:r>
              <a:rPr lang="sk-SK"/>
              <a:t> </a:t>
            </a:r>
            <a:r>
              <a:rPr lang="sk-SK" err="1"/>
              <a:t>these</a:t>
            </a:r>
            <a:r>
              <a:rPr lang="sk-SK"/>
              <a:t> </a:t>
            </a:r>
            <a:r>
              <a:rPr lang="sk-SK" err="1"/>
              <a:t>pages</a:t>
            </a:r>
            <a:r>
              <a:rPr lang="sk-SK"/>
              <a:t> are in </a:t>
            </a:r>
            <a:r>
              <a:rPr lang="sk-SK" err="1"/>
              <a:t>memory</a:t>
            </a:r>
            <a:r>
              <a:rPr lang="sk-SK"/>
              <a:t>; </a:t>
            </a:r>
          </a:p>
          <a:p>
            <a:pPr lvl="1"/>
            <a:r>
              <a:rPr lang="sk-SK" err="1"/>
              <a:t>it</a:t>
            </a:r>
            <a:r>
              <a:rPr lang="sk-SK"/>
              <a:t> </a:t>
            </a:r>
            <a:r>
              <a:rPr lang="sk-SK" err="1"/>
              <a:t>will</a:t>
            </a:r>
            <a:r>
              <a:rPr lang="sk-SK"/>
              <a:t> </a:t>
            </a:r>
            <a:r>
              <a:rPr lang="sk-SK" err="1"/>
              <a:t>not</a:t>
            </a:r>
            <a:r>
              <a:rPr lang="sk-SK"/>
              <a:t> </a:t>
            </a:r>
            <a:r>
              <a:rPr lang="sk-SK" err="1"/>
              <a:t>fault</a:t>
            </a:r>
            <a:r>
              <a:rPr lang="sk-SK"/>
              <a:t> </a:t>
            </a:r>
            <a:r>
              <a:rPr lang="sk-SK" err="1"/>
              <a:t>again</a:t>
            </a:r>
            <a:r>
              <a:rPr lang="sk-SK"/>
              <a:t> </a:t>
            </a:r>
            <a:r>
              <a:rPr lang="sk-SK" err="1"/>
              <a:t>until</a:t>
            </a:r>
            <a:r>
              <a:rPr lang="sk-SK"/>
              <a:t> </a:t>
            </a:r>
            <a:r>
              <a:rPr lang="sk-SK" err="1"/>
              <a:t>it</a:t>
            </a:r>
            <a:r>
              <a:rPr lang="sk-SK"/>
              <a:t> </a:t>
            </a:r>
            <a:r>
              <a:rPr lang="sk-SK" err="1"/>
              <a:t>changes</a:t>
            </a:r>
            <a:r>
              <a:rPr lang="sk-SK"/>
              <a:t> </a:t>
            </a:r>
            <a:r>
              <a:rPr lang="sk-SK" err="1"/>
              <a:t>localities</a:t>
            </a:r>
            <a:endParaRPr lang="sk-SK"/>
          </a:p>
        </p:txBody>
      </p:sp>
      <p:sp>
        <p:nvSpPr>
          <p:cNvPr id="2" name="BlokTextu 1">
            <a:extLst>
              <a:ext uri="{FF2B5EF4-FFF2-40B4-BE49-F238E27FC236}">
                <a16:creationId xmlns:a16="http://schemas.microsoft.com/office/drawing/2014/main" id="{38A188B3-C69A-1A42-BD95-7B7A585016A8}"/>
              </a:ext>
            </a:extLst>
          </p:cNvPr>
          <p:cNvSpPr txBox="1"/>
          <p:nvPr/>
        </p:nvSpPr>
        <p:spPr>
          <a:xfrm>
            <a:off x="7591269" y="2985631"/>
            <a:ext cx="3762531" cy="2031325"/>
          </a:xfrm>
          <a:prstGeom prst="rect">
            <a:avLst/>
          </a:prstGeom>
          <a:noFill/>
        </p:spPr>
        <p:txBody>
          <a:bodyPr wrap="square" rtlCol="0">
            <a:spAutoFit/>
          </a:bodyPr>
          <a:lstStyle/>
          <a:p>
            <a:pPr marL="285750" indent="-285750">
              <a:buFont typeface="Arial" panose="020B0604020202020204" pitchFamily="34" charset="0"/>
              <a:buChar char="•"/>
            </a:pPr>
            <a:r>
              <a:rPr lang="sk-SK"/>
              <a:t>A </a:t>
            </a:r>
            <a:r>
              <a:rPr lang="sk-SK" err="1"/>
              <a:t>locality</a:t>
            </a:r>
            <a:r>
              <a:rPr lang="sk-SK"/>
              <a:t> </a:t>
            </a:r>
            <a:r>
              <a:rPr lang="sk-SK" err="1"/>
              <a:t>is</a:t>
            </a:r>
            <a:r>
              <a:rPr lang="sk-SK"/>
              <a:t> a set of </a:t>
            </a:r>
            <a:r>
              <a:rPr lang="sk-SK" err="1"/>
              <a:t>pages</a:t>
            </a:r>
            <a:r>
              <a:rPr lang="sk-SK"/>
              <a:t> </a:t>
            </a:r>
            <a:r>
              <a:rPr lang="sk-SK" err="1"/>
              <a:t>that</a:t>
            </a:r>
            <a:r>
              <a:rPr lang="sk-SK"/>
              <a:t> are </a:t>
            </a:r>
            <a:r>
              <a:rPr lang="sk-SK" err="1"/>
              <a:t>actively</a:t>
            </a:r>
            <a:r>
              <a:rPr lang="sk-SK"/>
              <a:t> </a:t>
            </a:r>
            <a:r>
              <a:rPr lang="sk-SK" err="1"/>
              <a:t>used</a:t>
            </a:r>
            <a:r>
              <a:rPr lang="sk-SK"/>
              <a:t> </a:t>
            </a:r>
            <a:r>
              <a:rPr lang="sk-SK" err="1"/>
              <a:t>together</a:t>
            </a:r>
            <a:endParaRPr lang="sk-SK"/>
          </a:p>
          <a:p>
            <a:pPr marL="285750" indent="-285750">
              <a:buFont typeface="Arial" panose="020B0604020202020204" pitchFamily="34" charset="0"/>
              <a:buChar char="•"/>
            </a:pPr>
            <a:r>
              <a:rPr lang="sk-SK" err="1"/>
              <a:t>localities</a:t>
            </a:r>
            <a:r>
              <a:rPr lang="sk-SK"/>
              <a:t> are </a:t>
            </a:r>
            <a:r>
              <a:rPr lang="sk-SK" err="1"/>
              <a:t>defined</a:t>
            </a:r>
            <a:r>
              <a:rPr lang="sk-SK"/>
              <a:t> by </a:t>
            </a:r>
            <a:r>
              <a:rPr lang="sk-SK" err="1"/>
              <a:t>the</a:t>
            </a:r>
            <a:r>
              <a:rPr lang="sk-SK"/>
              <a:t> program </a:t>
            </a:r>
            <a:r>
              <a:rPr lang="sk-SK" err="1"/>
              <a:t>structure</a:t>
            </a:r>
            <a:r>
              <a:rPr lang="sk-SK"/>
              <a:t> and </a:t>
            </a:r>
            <a:r>
              <a:rPr lang="sk-SK" err="1"/>
              <a:t>its</a:t>
            </a:r>
            <a:r>
              <a:rPr lang="sk-SK"/>
              <a:t> </a:t>
            </a:r>
            <a:r>
              <a:rPr lang="sk-SK" err="1"/>
              <a:t>data</a:t>
            </a:r>
            <a:r>
              <a:rPr lang="sk-SK"/>
              <a:t> </a:t>
            </a:r>
            <a:r>
              <a:rPr lang="sk-SK" err="1"/>
              <a:t>structures</a:t>
            </a:r>
            <a:endParaRPr lang="sk-SK"/>
          </a:p>
          <a:p>
            <a:endParaRPr lang="sk-SK"/>
          </a:p>
          <a:p>
            <a:endParaRPr lang="en-US"/>
          </a:p>
        </p:txBody>
      </p:sp>
      <mc:AlternateContent xmlns:mc="http://schemas.openxmlformats.org/markup-compatibility/2006" xmlns:p14="http://schemas.microsoft.com/office/powerpoint/2010/main">
        <mc:Choice Requires="p14">
          <p:contentPart p14:bwMode="auto" r:id="rId3">
            <p14:nvContentPartPr>
              <p14:cNvPr id="3" name="Písanie rukou 2">
                <a:extLst>
                  <a:ext uri="{FF2B5EF4-FFF2-40B4-BE49-F238E27FC236}">
                    <a16:creationId xmlns:a16="http://schemas.microsoft.com/office/drawing/2014/main" id="{E40116C1-8A20-EE48-B04F-67EC96204DE1}"/>
                  </a:ext>
                </a:extLst>
              </p14:cNvPr>
              <p14:cNvContentPartPr/>
              <p14:nvPr/>
            </p14:nvContentPartPr>
            <p14:xfrm>
              <a:off x="7817760" y="3294360"/>
              <a:ext cx="3323160" cy="367920"/>
            </p14:xfrm>
          </p:contentPart>
        </mc:Choice>
        <mc:Fallback xmlns="">
          <p:pic>
            <p:nvPicPr>
              <p:cNvPr id="3" name="Písanie rukou 2">
                <a:extLst>
                  <a:ext uri="{FF2B5EF4-FFF2-40B4-BE49-F238E27FC236}">
                    <a16:creationId xmlns:a16="http://schemas.microsoft.com/office/drawing/2014/main" id="{E40116C1-8A20-EE48-B04F-67EC96204DE1}"/>
                  </a:ext>
                </a:extLst>
              </p:cNvPr>
              <p:cNvPicPr/>
              <p:nvPr/>
            </p:nvPicPr>
            <p:blipFill>
              <a:blip r:embed="rId4"/>
              <a:stretch>
                <a:fillRect/>
              </a:stretch>
            </p:blipFill>
            <p:spPr>
              <a:xfrm>
                <a:off x="7808400" y="3285000"/>
                <a:ext cx="3341880" cy="386640"/>
              </a:xfrm>
              <a:prstGeom prst="rect">
                <a:avLst/>
              </a:prstGeom>
            </p:spPr>
          </p:pic>
        </mc:Fallback>
      </mc:AlternateContent>
    </p:spTree>
    <p:extLst>
      <p:ext uri="{BB962C8B-B14F-4D97-AF65-F5344CB8AC3E}">
        <p14:creationId xmlns:p14="http://schemas.microsoft.com/office/powerpoint/2010/main" val="331935218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2">
            <a:extLst>
              <a:ext uri="{FF2B5EF4-FFF2-40B4-BE49-F238E27FC236}">
                <a16:creationId xmlns:a16="http://schemas.microsoft.com/office/drawing/2014/main" id="{14180006-5321-7F49-B381-D71E5FE80E48}"/>
              </a:ext>
            </a:extLst>
          </p:cNvPr>
          <p:cNvSpPr>
            <a:spLocks noGrp="1" noChangeArrowheads="1"/>
          </p:cNvSpPr>
          <p:nvPr>
            <p:ph type="title"/>
          </p:nvPr>
        </p:nvSpPr>
        <p:spPr>
          <a:xfrm>
            <a:off x="838200" y="250551"/>
            <a:ext cx="10515600" cy="1325563"/>
          </a:xfrm>
        </p:spPr>
        <p:txBody>
          <a:bodyPr>
            <a:normAutofit/>
          </a:bodyPr>
          <a:lstStyle/>
          <a:p>
            <a:r>
              <a:rPr lang="en-US" altLang="sk-SK"/>
              <a:t>Working-Set Model -</a:t>
            </a:r>
            <a:r>
              <a:rPr lang="sk-SK"/>
              <a:t> </a:t>
            </a:r>
            <a:r>
              <a:rPr lang="sk-SK" sz="2800" err="1"/>
              <a:t>based</a:t>
            </a:r>
            <a:r>
              <a:rPr lang="sk-SK" sz="2800"/>
              <a:t> on </a:t>
            </a:r>
            <a:r>
              <a:rPr lang="sk-SK" sz="2800" err="1"/>
              <a:t>the</a:t>
            </a:r>
            <a:r>
              <a:rPr lang="sk-SK" sz="2800"/>
              <a:t> </a:t>
            </a:r>
            <a:r>
              <a:rPr lang="sk-SK" sz="2800" err="1"/>
              <a:t>assumption</a:t>
            </a:r>
            <a:r>
              <a:rPr lang="sk-SK" sz="2800"/>
              <a:t> of </a:t>
            </a:r>
            <a:r>
              <a:rPr lang="sk-SK" sz="2800" err="1"/>
              <a:t>locality</a:t>
            </a:r>
            <a:r>
              <a:rPr lang="sk-SK" sz="2800"/>
              <a:t> – </a:t>
            </a:r>
            <a:r>
              <a:rPr lang="sk-SK" sz="2800" err="1"/>
              <a:t>control</a:t>
            </a:r>
            <a:r>
              <a:rPr lang="sk-SK" sz="2800"/>
              <a:t> </a:t>
            </a:r>
            <a:r>
              <a:rPr lang="sk-SK" sz="2800" err="1"/>
              <a:t>thrashing</a:t>
            </a:r>
            <a:endParaRPr lang="en-US" altLang="sk-SK" sz="2800"/>
          </a:p>
        </p:txBody>
      </p:sp>
      <p:sp>
        <p:nvSpPr>
          <p:cNvPr id="103426" name="Rectangle 3">
            <a:extLst>
              <a:ext uri="{FF2B5EF4-FFF2-40B4-BE49-F238E27FC236}">
                <a16:creationId xmlns:a16="http://schemas.microsoft.com/office/drawing/2014/main" id="{446999EA-393B-D44D-91EA-C28DE8A5C95B}"/>
              </a:ext>
            </a:extLst>
          </p:cNvPr>
          <p:cNvSpPr>
            <a:spLocks noGrp="1" noChangeArrowheads="1"/>
          </p:cNvSpPr>
          <p:nvPr>
            <p:ph type="body" idx="1"/>
          </p:nvPr>
        </p:nvSpPr>
        <p:spPr>
          <a:xfrm>
            <a:off x="838200" y="1715136"/>
            <a:ext cx="10515600" cy="3216713"/>
          </a:xfrm>
        </p:spPr>
        <p:txBody>
          <a:bodyPr>
            <a:normAutofit fontScale="77500" lnSpcReduction="20000"/>
          </a:bodyPr>
          <a:lstStyle/>
          <a:p>
            <a:r>
              <a:rPr lang="en-US" altLang="sk-SK">
                <a:sym typeface="Symbol" pitchFamily="2" charset="2"/>
              </a:rPr>
              <a:t>  working-set window  a fixed number of page references </a:t>
            </a:r>
          </a:p>
          <a:p>
            <a:r>
              <a:rPr lang="en-US" altLang="sk-SK" err="1">
                <a:sym typeface="Symbol" pitchFamily="2" charset="2"/>
              </a:rPr>
              <a:t>WSSi</a:t>
            </a:r>
            <a:r>
              <a:rPr lang="en-US" altLang="sk-SK">
                <a:sym typeface="Symbol" pitchFamily="2" charset="2"/>
              </a:rPr>
              <a:t> (working set size of Process Pi) = total number of pages referenced in the most recent  (varies in time)</a:t>
            </a:r>
          </a:p>
          <a:p>
            <a:pPr lvl="1"/>
            <a:r>
              <a:rPr lang="en-US" altLang="sk-SK">
                <a:sym typeface="Symbol" pitchFamily="2" charset="2"/>
              </a:rPr>
              <a:t>if  too small will not encompass entire locality</a:t>
            </a:r>
          </a:p>
          <a:p>
            <a:pPr lvl="1"/>
            <a:r>
              <a:rPr lang="en-US" altLang="sk-SK">
                <a:sym typeface="Symbol" pitchFamily="2" charset="2"/>
              </a:rPr>
              <a:t>if  too large will encompass several localities</a:t>
            </a:r>
          </a:p>
          <a:p>
            <a:pPr lvl="1"/>
            <a:r>
              <a:rPr lang="en-US" altLang="sk-SK">
                <a:sym typeface="Symbol" pitchFamily="2" charset="2"/>
              </a:rPr>
              <a:t>if  =   will encompass entire program</a:t>
            </a:r>
          </a:p>
          <a:p>
            <a:r>
              <a:rPr lang="en-US" altLang="sk-SK">
                <a:sym typeface="Symbol" pitchFamily="2" charset="2"/>
              </a:rPr>
              <a:t>D =  </a:t>
            </a:r>
            <a:r>
              <a:rPr lang="en-US" altLang="sk-SK" err="1">
                <a:sym typeface="Symbol" pitchFamily="2" charset="2"/>
              </a:rPr>
              <a:t>WSSi</a:t>
            </a:r>
            <a:r>
              <a:rPr lang="en-US" altLang="sk-SK">
                <a:sym typeface="Symbol" pitchFamily="2" charset="2"/>
              </a:rPr>
              <a:t>  </a:t>
            </a:r>
            <a:r>
              <a:rPr lang="en-US" altLang="sk-SK" b="1">
                <a:sym typeface="Symbol" pitchFamily="2" charset="2"/>
              </a:rPr>
              <a:t>total demand frames </a:t>
            </a:r>
          </a:p>
          <a:p>
            <a:pPr lvl="1"/>
            <a:r>
              <a:rPr lang="en-US" altLang="sk-SK">
                <a:sym typeface="Symbol" pitchFamily="2" charset="2"/>
              </a:rPr>
              <a:t>Approximation of locality</a:t>
            </a:r>
          </a:p>
          <a:p>
            <a:r>
              <a:rPr lang="en-US" altLang="sk-SK">
                <a:sym typeface="Symbol" pitchFamily="2" charset="2"/>
              </a:rPr>
              <a:t>if D &gt; m  Thrashing</a:t>
            </a:r>
          </a:p>
          <a:p>
            <a:r>
              <a:rPr lang="en-US" altLang="sk-SK">
                <a:sym typeface="Symbol" pitchFamily="2" charset="2"/>
              </a:rPr>
              <a:t>Policy if D &gt; m, then suspend or swap out one of the processes </a:t>
            </a:r>
          </a:p>
        </p:txBody>
      </p:sp>
      <p:pic>
        <p:nvPicPr>
          <p:cNvPr id="103427" name="Picture 5">
            <a:extLst>
              <a:ext uri="{FF2B5EF4-FFF2-40B4-BE49-F238E27FC236}">
                <a16:creationId xmlns:a16="http://schemas.microsoft.com/office/drawing/2014/main" id="{E6313F05-3DAB-6D40-917E-B709573A0A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5481" y="4820321"/>
            <a:ext cx="7544990" cy="1787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BlokTextu 1">
            <a:extLst>
              <a:ext uri="{FF2B5EF4-FFF2-40B4-BE49-F238E27FC236}">
                <a16:creationId xmlns:a16="http://schemas.microsoft.com/office/drawing/2014/main" id="{C558C47A-1CB4-9E40-8375-264E7FD02039}"/>
              </a:ext>
            </a:extLst>
          </p:cNvPr>
          <p:cNvSpPr txBox="1"/>
          <p:nvPr/>
        </p:nvSpPr>
        <p:spPr>
          <a:xfrm>
            <a:off x="7571695" y="4031864"/>
            <a:ext cx="3782105" cy="646331"/>
          </a:xfrm>
          <a:prstGeom prst="rect">
            <a:avLst/>
          </a:prstGeom>
          <a:noFill/>
        </p:spPr>
        <p:txBody>
          <a:bodyPr wrap="square" rtlCol="0">
            <a:spAutoFit/>
          </a:bodyPr>
          <a:lstStyle/>
          <a:p>
            <a:r>
              <a:rPr lang="sk-SK"/>
              <a:t>m - </a:t>
            </a:r>
            <a:r>
              <a:rPr lang="sk-SK" b="1" err="1"/>
              <a:t>total</a:t>
            </a:r>
            <a:r>
              <a:rPr lang="sk-SK" b="1"/>
              <a:t> </a:t>
            </a:r>
            <a:r>
              <a:rPr lang="sk-SK" b="1" err="1"/>
              <a:t>number</a:t>
            </a:r>
            <a:r>
              <a:rPr lang="sk-SK" b="1"/>
              <a:t> of </a:t>
            </a:r>
            <a:r>
              <a:rPr lang="sk-SK" b="1" err="1"/>
              <a:t>available</a:t>
            </a:r>
            <a:r>
              <a:rPr lang="sk-SK" b="1"/>
              <a:t> </a:t>
            </a:r>
            <a:r>
              <a:rPr lang="sk-SK" b="1" err="1"/>
              <a:t>frames</a:t>
            </a:r>
            <a:endParaRPr lang="sk-SK" b="1"/>
          </a:p>
          <a:p>
            <a:endParaRPr lang="en-US"/>
          </a:p>
        </p:txBody>
      </p:sp>
    </p:spTree>
    <p:extLst>
      <p:ext uri="{BB962C8B-B14F-4D97-AF65-F5344CB8AC3E}">
        <p14:creationId xmlns:p14="http://schemas.microsoft.com/office/powerpoint/2010/main" val="59378870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Rectangle 2">
            <a:extLst>
              <a:ext uri="{FF2B5EF4-FFF2-40B4-BE49-F238E27FC236}">
                <a16:creationId xmlns:a16="http://schemas.microsoft.com/office/drawing/2014/main" id="{BF376335-1705-CB4D-AD73-893FCD4470A9}"/>
              </a:ext>
            </a:extLst>
          </p:cNvPr>
          <p:cNvSpPr>
            <a:spLocks noGrp="1" noChangeArrowheads="1"/>
          </p:cNvSpPr>
          <p:nvPr>
            <p:ph type="title"/>
          </p:nvPr>
        </p:nvSpPr>
        <p:spPr/>
        <p:txBody>
          <a:bodyPr>
            <a:normAutofit/>
          </a:bodyPr>
          <a:lstStyle/>
          <a:p>
            <a:r>
              <a:rPr lang="en-US" altLang="sk-SK"/>
              <a:t>Page-Fault Frequency </a:t>
            </a:r>
            <a:r>
              <a:rPr lang="sk-SK" sz="2700" err="1"/>
              <a:t>control</a:t>
            </a:r>
            <a:r>
              <a:rPr lang="sk-SK" sz="2700"/>
              <a:t> </a:t>
            </a:r>
            <a:r>
              <a:rPr lang="sk-SK" sz="2700" err="1"/>
              <a:t>thrashing</a:t>
            </a:r>
            <a:endParaRPr lang="en-US" altLang="sk-SK"/>
          </a:p>
        </p:txBody>
      </p:sp>
      <p:sp>
        <p:nvSpPr>
          <p:cNvPr id="107522" name="Rectangle 3">
            <a:extLst>
              <a:ext uri="{FF2B5EF4-FFF2-40B4-BE49-F238E27FC236}">
                <a16:creationId xmlns:a16="http://schemas.microsoft.com/office/drawing/2014/main" id="{3E151181-911A-5346-9BDC-77FCE25E50B4}"/>
              </a:ext>
            </a:extLst>
          </p:cNvPr>
          <p:cNvSpPr>
            <a:spLocks noGrp="1" noChangeArrowheads="1"/>
          </p:cNvSpPr>
          <p:nvPr>
            <p:ph type="body" idx="1"/>
          </p:nvPr>
        </p:nvSpPr>
        <p:spPr>
          <a:xfrm>
            <a:off x="838200" y="1825624"/>
            <a:ext cx="10515600" cy="1455457"/>
          </a:xfrm>
        </p:spPr>
        <p:txBody>
          <a:bodyPr>
            <a:normAutofit fontScale="77500" lnSpcReduction="20000"/>
          </a:bodyPr>
          <a:lstStyle/>
          <a:p>
            <a:r>
              <a:rPr lang="en-US" altLang="sk-SK"/>
              <a:t>More direct approach than WSS</a:t>
            </a:r>
          </a:p>
          <a:p>
            <a:r>
              <a:rPr lang="en-US" altLang="sk-SK"/>
              <a:t>Establish </a:t>
            </a:r>
            <a:r>
              <a:rPr lang="ja-JP" altLang="en-US"/>
              <a:t>“</a:t>
            </a:r>
            <a:r>
              <a:rPr lang="en-US" altLang="ja-JP"/>
              <a:t>acceptable</a:t>
            </a:r>
            <a:r>
              <a:rPr lang="ja-JP" altLang="en-US"/>
              <a:t>”</a:t>
            </a:r>
            <a:r>
              <a:rPr lang="en-US" altLang="ja-JP"/>
              <a:t> </a:t>
            </a:r>
            <a:r>
              <a:rPr lang="en-US" altLang="ja-JP">
                <a:solidFill>
                  <a:srgbClr val="0070C0"/>
                </a:solidFill>
              </a:rPr>
              <a:t>page-fault frequency </a:t>
            </a:r>
            <a:r>
              <a:rPr lang="en-US" altLang="ja-JP"/>
              <a:t>(PFF) rate and use local replacement policy</a:t>
            </a:r>
          </a:p>
          <a:p>
            <a:pPr lvl="1"/>
            <a:r>
              <a:rPr lang="en-US" altLang="sk-SK"/>
              <a:t>If actual rate too low, process loses frame</a:t>
            </a:r>
          </a:p>
          <a:p>
            <a:pPr lvl="1"/>
            <a:r>
              <a:rPr lang="en-US" altLang="sk-SK"/>
              <a:t>If actual rate too high, process gains frame</a:t>
            </a:r>
          </a:p>
        </p:txBody>
      </p:sp>
      <p:pic>
        <p:nvPicPr>
          <p:cNvPr id="107523" name="Picture 1" descr="9_21.pdf">
            <a:extLst>
              <a:ext uri="{FF2B5EF4-FFF2-40B4-BE49-F238E27FC236}">
                <a16:creationId xmlns:a16="http://schemas.microsoft.com/office/drawing/2014/main" id="{FDD5CA49-9810-3A4B-9591-FC31D26685F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676526" y="3173972"/>
            <a:ext cx="6574631" cy="3382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0608690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Title 1">
            <a:extLst>
              <a:ext uri="{FF2B5EF4-FFF2-40B4-BE49-F238E27FC236}">
                <a16:creationId xmlns:a16="http://schemas.microsoft.com/office/drawing/2014/main" id="{04BAFDFF-210F-F443-B303-88A9B85A0E80}"/>
              </a:ext>
            </a:extLst>
          </p:cNvPr>
          <p:cNvSpPr>
            <a:spLocks noGrp="1"/>
          </p:cNvSpPr>
          <p:nvPr>
            <p:ph type="title"/>
          </p:nvPr>
        </p:nvSpPr>
        <p:spPr/>
        <p:txBody>
          <a:bodyPr/>
          <a:lstStyle/>
          <a:p>
            <a:r>
              <a:rPr lang="en-US" altLang="sk-SK"/>
              <a:t>Working Sets and Page Fault Rates</a:t>
            </a:r>
          </a:p>
        </p:txBody>
      </p:sp>
      <p:sp>
        <p:nvSpPr>
          <p:cNvPr id="3" name="Zástupný objekt pre obsah 2">
            <a:extLst>
              <a:ext uri="{FF2B5EF4-FFF2-40B4-BE49-F238E27FC236}">
                <a16:creationId xmlns:a16="http://schemas.microsoft.com/office/drawing/2014/main" id="{50908BB9-E140-4F4A-A48D-CCE0D25DF07B}"/>
              </a:ext>
            </a:extLst>
          </p:cNvPr>
          <p:cNvSpPr>
            <a:spLocks noGrp="1"/>
          </p:cNvSpPr>
          <p:nvPr>
            <p:ph idx="1"/>
          </p:nvPr>
        </p:nvSpPr>
        <p:spPr>
          <a:xfrm>
            <a:off x="838200" y="1825625"/>
            <a:ext cx="4543269" cy="4351338"/>
          </a:xfrm>
        </p:spPr>
        <p:txBody>
          <a:bodyPr>
            <a:normAutofit/>
          </a:bodyPr>
          <a:lstStyle/>
          <a:p>
            <a:pPr>
              <a:defRPr/>
            </a:pPr>
            <a:r>
              <a:rPr lang="en-US">
                <a:ea typeface="ＭＳ Ｐゴシック" charset="0"/>
                <a:cs typeface="ＭＳ Ｐゴシック" charset="0"/>
              </a:rPr>
              <a:t>Direct relationship between working set of a process and its page-fault rate</a:t>
            </a:r>
          </a:p>
          <a:p>
            <a:pPr lvl="1">
              <a:defRPr/>
            </a:pPr>
            <a:r>
              <a:rPr lang="en-US">
                <a:ea typeface="ＭＳ Ｐゴシック" charset="0"/>
                <a:cs typeface="ＭＳ Ｐゴシック" charset="0"/>
              </a:rPr>
              <a:t>Working set changes over time</a:t>
            </a:r>
          </a:p>
          <a:p>
            <a:pPr lvl="1">
              <a:defRPr/>
            </a:pPr>
            <a:r>
              <a:rPr lang="en-US">
                <a:ea typeface="ＭＳ Ｐゴシック" charset="0"/>
                <a:cs typeface="ＭＳ Ｐゴシック" charset="0"/>
              </a:rPr>
              <a:t>Peaks and valleys over time</a:t>
            </a:r>
          </a:p>
          <a:p>
            <a:r>
              <a:rPr lang="sk-SK"/>
              <a:t>A </a:t>
            </a:r>
            <a:r>
              <a:rPr lang="sk-SK" err="1"/>
              <a:t>peak</a:t>
            </a:r>
            <a:r>
              <a:rPr lang="sk-SK"/>
              <a:t> in </a:t>
            </a:r>
            <a:r>
              <a:rPr lang="sk-SK" err="1"/>
              <a:t>the</a:t>
            </a:r>
            <a:r>
              <a:rPr lang="sk-SK"/>
              <a:t> </a:t>
            </a:r>
            <a:r>
              <a:rPr lang="sk-SK" err="1"/>
              <a:t>page-fault</a:t>
            </a:r>
            <a:r>
              <a:rPr lang="sk-SK"/>
              <a:t> rate </a:t>
            </a:r>
            <a:r>
              <a:rPr lang="sk-SK" err="1"/>
              <a:t>occurs</a:t>
            </a:r>
            <a:r>
              <a:rPr lang="sk-SK"/>
              <a:t> </a:t>
            </a:r>
            <a:r>
              <a:rPr lang="sk-SK" err="1"/>
              <a:t>when</a:t>
            </a:r>
            <a:r>
              <a:rPr lang="sk-SK"/>
              <a:t> </a:t>
            </a:r>
            <a:r>
              <a:rPr lang="sk-SK" err="1"/>
              <a:t>we</a:t>
            </a:r>
            <a:r>
              <a:rPr lang="sk-SK"/>
              <a:t> </a:t>
            </a:r>
            <a:r>
              <a:rPr lang="sk-SK" err="1"/>
              <a:t>begin</a:t>
            </a:r>
            <a:r>
              <a:rPr lang="sk-SK"/>
              <a:t> </a:t>
            </a:r>
            <a:r>
              <a:rPr lang="sk-SK" err="1"/>
              <a:t>demand-paging</a:t>
            </a:r>
            <a:r>
              <a:rPr lang="sk-SK"/>
              <a:t> a new </a:t>
            </a:r>
            <a:r>
              <a:rPr lang="sk-SK" err="1"/>
              <a:t>locality</a:t>
            </a:r>
            <a:r>
              <a:rPr lang="sk-SK"/>
              <a:t>.</a:t>
            </a:r>
          </a:p>
          <a:p>
            <a:pPr>
              <a:defRPr/>
            </a:pPr>
            <a:endParaRPr lang="en-US">
              <a:ea typeface="ＭＳ Ｐゴシック" charset="0"/>
              <a:cs typeface="ＭＳ Ｐゴシック" charset="0"/>
            </a:endParaRPr>
          </a:p>
          <a:p>
            <a:pPr marL="0" indent="0">
              <a:buNone/>
            </a:pPr>
            <a:endParaRPr lang="en-US"/>
          </a:p>
        </p:txBody>
      </p:sp>
      <p:pic>
        <p:nvPicPr>
          <p:cNvPr id="109570" name="Picture 4" descr="9">
            <a:extLst>
              <a:ext uri="{FF2B5EF4-FFF2-40B4-BE49-F238E27FC236}">
                <a16:creationId xmlns:a16="http://schemas.microsoft.com/office/drawing/2014/main" id="{002D067C-3DC7-5342-9B5A-E9F89D25BD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81469" y="3429000"/>
            <a:ext cx="7156847" cy="290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4611660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Rectangle 2">
            <a:extLst>
              <a:ext uri="{FF2B5EF4-FFF2-40B4-BE49-F238E27FC236}">
                <a16:creationId xmlns:a16="http://schemas.microsoft.com/office/drawing/2014/main" id="{060541FB-8C56-DF41-A158-889D35FD8D77}"/>
              </a:ext>
            </a:extLst>
          </p:cNvPr>
          <p:cNvSpPr>
            <a:spLocks noGrp="1" noChangeArrowheads="1"/>
          </p:cNvSpPr>
          <p:nvPr>
            <p:ph type="title"/>
          </p:nvPr>
        </p:nvSpPr>
        <p:spPr/>
        <p:txBody>
          <a:bodyPr/>
          <a:lstStyle/>
          <a:p>
            <a:r>
              <a:rPr lang="en-US" altLang="sk-SK" dirty="0"/>
              <a:t>Memory-Mapped Files</a:t>
            </a:r>
          </a:p>
        </p:txBody>
      </p:sp>
      <p:sp>
        <p:nvSpPr>
          <p:cNvPr id="111618" name="Rectangle 3">
            <a:extLst>
              <a:ext uri="{FF2B5EF4-FFF2-40B4-BE49-F238E27FC236}">
                <a16:creationId xmlns:a16="http://schemas.microsoft.com/office/drawing/2014/main" id="{0F9E7D8A-D147-8244-B4C4-D72C5ACD6136}"/>
              </a:ext>
            </a:extLst>
          </p:cNvPr>
          <p:cNvSpPr>
            <a:spLocks noGrp="1" noChangeArrowheads="1"/>
          </p:cNvSpPr>
          <p:nvPr>
            <p:ph type="body" idx="1"/>
          </p:nvPr>
        </p:nvSpPr>
        <p:spPr/>
        <p:txBody>
          <a:bodyPr>
            <a:normAutofit fontScale="92500" lnSpcReduction="20000"/>
          </a:bodyPr>
          <a:lstStyle/>
          <a:p>
            <a:r>
              <a:rPr lang="en-US" altLang="sk-SK"/>
              <a:t>Memory-mapped file I/O allows file I/O to be treated as routine memory access by </a:t>
            </a:r>
            <a:r>
              <a:rPr lang="en-US" altLang="sk-SK">
                <a:solidFill>
                  <a:srgbClr val="0070C0"/>
                </a:solidFill>
              </a:rPr>
              <a:t>mapping</a:t>
            </a:r>
            <a:r>
              <a:rPr lang="en-US" altLang="sk-SK"/>
              <a:t> a disk block to a page in memory</a:t>
            </a:r>
          </a:p>
          <a:p>
            <a:r>
              <a:rPr lang="en-US" altLang="sk-SK"/>
              <a:t>A file is initially read using demand paging</a:t>
            </a:r>
          </a:p>
          <a:p>
            <a:pPr lvl="1"/>
            <a:r>
              <a:rPr lang="en-US" altLang="sk-SK"/>
              <a:t>A page-sized portion of the file is read from the file system into a physical page</a:t>
            </a:r>
          </a:p>
          <a:p>
            <a:pPr lvl="1"/>
            <a:r>
              <a:rPr lang="en-US" altLang="sk-SK"/>
              <a:t>Subsequent reads/writes to/from the file are treated as ordinary memory accesses</a:t>
            </a:r>
          </a:p>
          <a:p>
            <a:r>
              <a:rPr lang="en-US" altLang="sk-SK"/>
              <a:t>Simplifies and speeds file access by driving file I/O through memory rather than read() and write() system calls</a:t>
            </a:r>
          </a:p>
          <a:p>
            <a:r>
              <a:rPr lang="en-US" altLang="sk-SK"/>
              <a:t>Also allows several processes to map the same file allowing the pages in memory to be shared</a:t>
            </a:r>
          </a:p>
          <a:p>
            <a:r>
              <a:rPr lang="en-US" altLang="sk-SK"/>
              <a:t>But when does written data make it to disk?</a:t>
            </a:r>
          </a:p>
          <a:p>
            <a:pPr lvl="1"/>
            <a:r>
              <a:rPr lang="en-US" altLang="sk-SK"/>
              <a:t>Periodically and / or at file close() time</a:t>
            </a:r>
          </a:p>
          <a:p>
            <a:pPr lvl="1"/>
            <a:r>
              <a:rPr lang="en-US" altLang="sk-SK"/>
              <a:t>For example, when the pager scans for dirty pages</a:t>
            </a:r>
          </a:p>
        </p:txBody>
      </p:sp>
    </p:spTree>
    <p:extLst>
      <p:ext uri="{BB962C8B-B14F-4D97-AF65-F5344CB8AC3E}">
        <p14:creationId xmlns:p14="http://schemas.microsoft.com/office/powerpoint/2010/main" val="365102877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Title 1">
            <a:extLst>
              <a:ext uri="{FF2B5EF4-FFF2-40B4-BE49-F238E27FC236}">
                <a16:creationId xmlns:a16="http://schemas.microsoft.com/office/drawing/2014/main" id="{BFE0715C-2B08-0C41-B491-477A19F57AA4}"/>
              </a:ext>
            </a:extLst>
          </p:cNvPr>
          <p:cNvSpPr>
            <a:spLocks noGrp="1"/>
          </p:cNvSpPr>
          <p:nvPr>
            <p:ph type="title"/>
          </p:nvPr>
        </p:nvSpPr>
        <p:spPr/>
        <p:txBody>
          <a:bodyPr/>
          <a:lstStyle/>
          <a:p>
            <a:r>
              <a:rPr lang="en-US" altLang="sk-SK"/>
              <a:t>Memory-Mapped File Technique for all I/O</a:t>
            </a:r>
          </a:p>
        </p:txBody>
      </p:sp>
      <p:sp>
        <p:nvSpPr>
          <p:cNvPr id="113666" name="Content Placeholder 2">
            <a:extLst>
              <a:ext uri="{FF2B5EF4-FFF2-40B4-BE49-F238E27FC236}">
                <a16:creationId xmlns:a16="http://schemas.microsoft.com/office/drawing/2014/main" id="{AAC9E767-E074-464C-9052-2654D7660E37}"/>
              </a:ext>
            </a:extLst>
          </p:cNvPr>
          <p:cNvSpPr>
            <a:spLocks noGrp="1"/>
          </p:cNvSpPr>
          <p:nvPr>
            <p:ph idx="1"/>
          </p:nvPr>
        </p:nvSpPr>
        <p:spPr/>
        <p:txBody>
          <a:bodyPr>
            <a:normAutofit fontScale="92500" lnSpcReduction="20000"/>
          </a:bodyPr>
          <a:lstStyle/>
          <a:p>
            <a:r>
              <a:rPr lang="en-US" altLang="sk-SK"/>
              <a:t>Some OSes  uses memory mapped files for standard I/O</a:t>
            </a:r>
          </a:p>
          <a:p>
            <a:r>
              <a:rPr lang="en-US" altLang="sk-SK"/>
              <a:t>Process can explicitly request memory mapping a file via </a:t>
            </a:r>
            <a:r>
              <a:rPr lang="en-US" altLang="sk-SK" err="1"/>
              <a:t>mmap</a:t>
            </a:r>
            <a:r>
              <a:rPr lang="en-US" altLang="sk-SK"/>
              <a:t>() system call</a:t>
            </a:r>
          </a:p>
          <a:p>
            <a:pPr lvl="1"/>
            <a:r>
              <a:rPr lang="en-US" altLang="sk-SK"/>
              <a:t>Now file mapped into process address space</a:t>
            </a:r>
          </a:p>
          <a:p>
            <a:r>
              <a:rPr lang="en-US" altLang="sk-SK"/>
              <a:t>For standard I/O (open(), read(), write(), close()), </a:t>
            </a:r>
            <a:r>
              <a:rPr lang="en-US" altLang="sk-SK" err="1"/>
              <a:t>mmap</a:t>
            </a:r>
            <a:r>
              <a:rPr lang="en-US" altLang="sk-SK"/>
              <a:t> anyway</a:t>
            </a:r>
          </a:p>
          <a:p>
            <a:pPr lvl="1"/>
            <a:r>
              <a:rPr lang="en-US" altLang="sk-SK"/>
              <a:t>But map file into kernel address space</a:t>
            </a:r>
          </a:p>
          <a:p>
            <a:pPr lvl="1"/>
            <a:r>
              <a:rPr lang="en-US" altLang="sk-SK"/>
              <a:t>Process still does read() and write()</a:t>
            </a:r>
          </a:p>
          <a:p>
            <a:pPr lvl="2"/>
            <a:r>
              <a:rPr lang="en-US" altLang="sk-SK"/>
              <a:t>Copies data to and from kernel space and user space</a:t>
            </a:r>
          </a:p>
          <a:p>
            <a:pPr lvl="1"/>
            <a:r>
              <a:rPr lang="en-US" altLang="sk-SK"/>
              <a:t>Uses efficient memory management subsystem</a:t>
            </a:r>
          </a:p>
          <a:p>
            <a:pPr lvl="2"/>
            <a:r>
              <a:rPr lang="en-US" altLang="sk-SK"/>
              <a:t>Avoids needing separate subsystem</a:t>
            </a:r>
          </a:p>
          <a:p>
            <a:r>
              <a:rPr lang="en-US" altLang="sk-SK"/>
              <a:t>COW </a:t>
            </a:r>
            <a:r>
              <a:rPr lang="sk-SK" altLang="sk-SK" sz="1900"/>
              <a:t>(</a:t>
            </a:r>
            <a:r>
              <a:rPr lang="sk-SK" altLang="sk-SK" sz="1900" err="1"/>
              <a:t>copy</a:t>
            </a:r>
            <a:r>
              <a:rPr lang="sk-SK" altLang="sk-SK" sz="1900"/>
              <a:t> on </a:t>
            </a:r>
            <a:r>
              <a:rPr lang="sk-SK" altLang="sk-SK" sz="1900" err="1"/>
              <a:t>write</a:t>
            </a:r>
            <a:r>
              <a:rPr lang="sk-SK" altLang="sk-SK" sz="1900"/>
              <a:t>) </a:t>
            </a:r>
            <a:r>
              <a:rPr lang="en-US" altLang="sk-SK"/>
              <a:t>can be used for read/write non-shared pages</a:t>
            </a:r>
          </a:p>
          <a:p>
            <a:r>
              <a:rPr lang="en-US" altLang="sk-SK"/>
              <a:t>Memory mapped files can be  used for shared memory (although again via separate system calls)</a:t>
            </a:r>
          </a:p>
        </p:txBody>
      </p:sp>
    </p:spTree>
    <p:extLst>
      <p:ext uri="{BB962C8B-B14F-4D97-AF65-F5344CB8AC3E}">
        <p14:creationId xmlns:p14="http://schemas.microsoft.com/office/powerpoint/2010/main" val="329654962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Rectangle 2">
            <a:extLst>
              <a:ext uri="{FF2B5EF4-FFF2-40B4-BE49-F238E27FC236}">
                <a16:creationId xmlns:a16="http://schemas.microsoft.com/office/drawing/2014/main" id="{681725E7-34C6-144D-9229-00064CC98A42}"/>
              </a:ext>
            </a:extLst>
          </p:cNvPr>
          <p:cNvSpPr>
            <a:spLocks noGrp="1" noChangeArrowheads="1"/>
          </p:cNvSpPr>
          <p:nvPr>
            <p:ph type="title"/>
          </p:nvPr>
        </p:nvSpPr>
        <p:spPr/>
        <p:txBody>
          <a:bodyPr/>
          <a:lstStyle/>
          <a:p>
            <a:r>
              <a:rPr lang="en-US" altLang="sk-SK"/>
              <a:t>Memory Mapped Files</a:t>
            </a:r>
          </a:p>
        </p:txBody>
      </p:sp>
      <p:pic>
        <p:nvPicPr>
          <p:cNvPr id="114690" name="Picture 1" descr="9_22.pdf">
            <a:extLst>
              <a:ext uri="{FF2B5EF4-FFF2-40B4-BE49-F238E27FC236}">
                <a16:creationId xmlns:a16="http://schemas.microsoft.com/office/drawing/2014/main" id="{B55D3537-03DE-5C47-9D70-6E5D097787C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000375" y="1523206"/>
            <a:ext cx="6191250" cy="49696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588541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Rectangle 2">
            <a:extLst>
              <a:ext uri="{FF2B5EF4-FFF2-40B4-BE49-F238E27FC236}">
                <a16:creationId xmlns:a16="http://schemas.microsoft.com/office/drawing/2014/main" id="{86C75BD4-7D54-504A-88D9-81A1D0E80DE3}"/>
              </a:ext>
            </a:extLst>
          </p:cNvPr>
          <p:cNvSpPr>
            <a:spLocks noGrp="1" noChangeArrowheads="1"/>
          </p:cNvSpPr>
          <p:nvPr>
            <p:ph type="title"/>
          </p:nvPr>
        </p:nvSpPr>
        <p:spPr/>
        <p:txBody>
          <a:bodyPr/>
          <a:lstStyle/>
          <a:p>
            <a:r>
              <a:rPr lang="en-US" altLang="sk-SK" dirty="0"/>
              <a:t>Shared Memory via Memory-Mapped I/O</a:t>
            </a:r>
          </a:p>
        </p:txBody>
      </p:sp>
      <p:pic>
        <p:nvPicPr>
          <p:cNvPr id="116738" name="Picture 1" descr="9_23.pdf">
            <a:extLst>
              <a:ext uri="{FF2B5EF4-FFF2-40B4-BE49-F238E27FC236}">
                <a16:creationId xmlns:a16="http://schemas.microsoft.com/office/drawing/2014/main" id="{5416AFAB-5318-B449-A62D-4E58CF0C6BA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109788" y="1733550"/>
            <a:ext cx="7999810" cy="3257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BlokTextu 1">
            <a:extLst>
              <a:ext uri="{FF2B5EF4-FFF2-40B4-BE49-F238E27FC236}">
                <a16:creationId xmlns:a16="http://schemas.microsoft.com/office/drawing/2014/main" id="{06575A05-72E2-4AE0-85EF-EF5A24F67B77}"/>
              </a:ext>
            </a:extLst>
          </p:cNvPr>
          <p:cNvSpPr txBox="1"/>
          <p:nvPr/>
        </p:nvSpPr>
        <p:spPr>
          <a:xfrm>
            <a:off x="3396192" y="5899599"/>
            <a:ext cx="4353179" cy="523220"/>
          </a:xfrm>
          <a:prstGeom prst="rect">
            <a:avLst/>
          </a:prstGeom>
          <a:noFill/>
        </p:spPr>
        <p:txBody>
          <a:bodyPr wrap="none" rtlCol="0">
            <a:spAutoFit/>
          </a:bodyPr>
          <a:lstStyle/>
          <a:p>
            <a:r>
              <a:rPr lang="sk-SK" sz="2800" b="1" dirty="0"/>
              <a:t>Unix </a:t>
            </a:r>
            <a:r>
              <a:rPr lang="sk-SK" sz="2800" b="1" dirty="0" err="1"/>
              <a:t>pipe</a:t>
            </a:r>
            <a:r>
              <a:rPr lang="sk-SK" sz="2800" b="1" dirty="0"/>
              <a:t> ... Ps –</a:t>
            </a:r>
            <a:r>
              <a:rPr lang="sk-SK" sz="2800" b="1" dirty="0" err="1"/>
              <a:t>ef</a:t>
            </a:r>
            <a:r>
              <a:rPr lang="sk-SK" sz="2800" b="1" dirty="0"/>
              <a:t> </a:t>
            </a:r>
            <a:r>
              <a:rPr lang="en-GB" sz="2800" b="1" dirty="0"/>
              <a:t>| grep </a:t>
            </a:r>
            <a:r>
              <a:rPr lang="en-GB" sz="2800" b="1" dirty="0" err="1"/>
              <a:t>sh</a:t>
            </a:r>
            <a:endParaRPr lang="sk-SK" sz="2800" b="1" dirty="0"/>
          </a:p>
        </p:txBody>
      </p:sp>
    </p:spTree>
    <p:extLst>
      <p:ext uri="{BB962C8B-B14F-4D97-AF65-F5344CB8AC3E}">
        <p14:creationId xmlns:p14="http://schemas.microsoft.com/office/powerpoint/2010/main" val="93465254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Rectangle 2">
            <a:extLst>
              <a:ext uri="{FF2B5EF4-FFF2-40B4-BE49-F238E27FC236}">
                <a16:creationId xmlns:a16="http://schemas.microsoft.com/office/drawing/2014/main" id="{12700733-0BBC-9940-86B4-B6806D6F320F}"/>
              </a:ext>
            </a:extLst>
          </p:cNvPr>
          <p:cNvSpPr>
            <a:spLocks noGrp="1" noChangeArrowheads="1"/>
          </p:cNvSpPr>
          <p:nvPr>
            <p:ph type="title"/>
          </p:nvPr>
        </p:nvSpPr>
        <p:spPr/>
        <p:txBody>
          <a:bodyPr/>
          <a:lstStyle/>
          <a:p>
            <a:r>
              <a:rPr lang="en-US" altLang="sk-SK"/>
              <a:t>Shared Memory in Windows API</a:t>
            </a:r>
          </a:p>
        </p:txBody>
      </p:sp>
      <p:sp>
        <p:nvSpPr>
          <p:cNvPr id="118786" name="Rectangle 3">
            <a:extLst>
              <a:ext uri="{FF2B5EF4-FFF2-40B4-BE49-F238E27FC236}">
                <a16:creationId xmlns:a16="http://schemas.microsoft.com/office/drawing/2014/main" id="{E303D318-746A-8249-A687-5C5BC3FD6875}"/>
              </a:ext>
            </a:extLst>
          </p:cNvPr>
          <p:cNvSpPr>
            <a:spLocks noGrp="1" noChangeArrowheads="1"/>
          </p:cNvSpPr>
          <p:nvPr>
            <p:ph type="body" idx="1"/>
          </p:nvPr>
        </p:nvSpPr>
        <p:spPr/>
        <p:txBody>
          <a:bodyPr>
            <a:normAutofit/>
          </a:bodyPr>
          <a:lstStyle/>
          <a:p>
            <a:r>
              <a:rPr lang="en-US" altLang="sk-SK"/>
              <a:t>First create a </a:t>
            </a:r>
            <a:r>
              <a:rPr lang="en-US" altLang="sk-SK">
                <a:solidFill>
                  <a:srgbClr val="0070C0"/>
                </a:solidFill>
              </a:rPr>
              <a:t>file mapping </a:t>
            </a:r>
            <a:r>
              <a:rPr lang="en-US" altLang="sk-SK"/>
              <a:t>for file to be mapped</a:t>
            </a:r>
          </a:p>
          <a:p>
            <a:pPr lvl="1"/>
            <a:r>
              <a:rPr lang="en-US" altLang="sk-SK"/>
              <a:t>Then establish a view of the mapped file in process</a:t>
            </a:r>
            <a:r>
              <a:rPr lang="en-US" altLang="en-US"/>
              <a:t>’</a:t>
            </a:r>
            <a:r>
              <a:rPr lang="en-US" altLang="sk-SK"/>
              <a:t>s virtual address space</a:t>
            </a:r>
          </a:p>
          <a:p>
            <a:pPr lvl="1"/>
            <a:endParaRPr lang="en-US" altLang="sk-SK"/>
          </a:p>
          <a:p>
            <a:r>
              <a:rPr lang="en-US" altLang="sk-SK"/>
              <a:t>Consider producer / consumer</a:t>
            </a:r>
          </a:p>
          <a:p>
            <a:pPr lvl="1"/>
            <a:r>
              <a:rPr lang="en-US" altLang="sk-SK"/>
              <a:t>Producer create shared-memory object using memory mapping features</a:t>
            </a:r>
          </a:p>
          <a:p>
            <a:pPr lvl="1"/>
            <a:r>
              <a:rPr lang="en-US" altLang="sk-SK"/>
              <a:t>Open file via </a:t>
            </a:r>
            <a:r>
              <a:rPr lang="en-US" altLang="sk-SK" err="1"/>
              <a:t>CreateFile</a:t>
            </a:r>
            <a:r>
              <a:rPr lang="en-US" altLang="sk-SK"/>
              <a:t>(), returning a HANDLE</a:t>
            </a:r>
          </a:p>
          <a:p>
            <a:pPr lvl="1"/>
            <a:r>
              <a:rPr lang="en-US" altLang="sk-SK"/>
              <a:t>Create mapping via </a:t>
            </a:r>
            <a:r>
              <a:rPr lang="en-US" altLang="sk-SK" err="1"/>
              <a:t>CreateFileMapping</a:t>
            </a:r>
            <a:r>
              <a:rPr lang="en-US" altLang="sk-SK"/>
              <a:t>() creating a named </a:t>
            </a:r>
            <a:r>
              <a:rPr lang="en-US" altLang="sk-SK">
                <a:solidFill>
                  <a:srgbClr val="0070C0"/>
                </a:solidFill>
              </a:rPr>
              <a:t>shared-memory object</a:t>
            </a:r>
          </a:p>
          <a:p>
            <a:pPr lvl="1"/>
            <a:r>
              <a:rPr lang="en-US" altLang="sk-SK"/>
              <a:t>Create view via </a:t>
            </a:r>
            <a:r>
              <a:rPr lang="en-US" altLang="sk-SK" err="1"/>
              <a:t>MapViewOfFile</a:t>
            </a:r>
            <a:r>
              <a:rPr lang="en-US" altLang="sk-SK"/>
              <a:t>()</a:t>
            </a:r>
          </a:p>
        </p:txBody>
      </p:sp>
    </p:spTree>
    <p:extLst>
      <p:ext uri="{BB962C8B-B14F-4D97-AF65-F5344CB8AC3E}">
        <p14:creationId xmlns:p14="http://schemas.microsoft.com/office/powerpoint/2010/main" val="428024877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Rectangle 2">
            <a:extLst>
              <a:ext uri="{FF2B5EF4-FFF2-40B4-BE49-F238E27FC236}">
                <a16:creationId xmlns:a16="http://schemas.microsoft.com/office/drawing/2014/main" id="{5CAF48BF-E5AE-644F-A163-A13E4D1640FC}"/>
              </a:ext>
            </a:extLst>
          </p:cNvPr>
          <p:cNvSpPr>
            <a:spLocks noGrp="1" noChangeArrowheads="1"/>
          </p:cNvSpPr>
          <p:nvPr>
            <p:ph type="title"/>
          </p:nvPr>
        </p:nvSpPr>
        <p:spPr/>
        <p:txBody>
          <a:bodyPr/>
          <a:lstStyle/>
          <a:p>
            <a:r>
              <a:rPr lang="en-US" altLang="sk-SK"/>
              <a:t>Allocating Kernel Memory</a:t>
            </a:r>
          </a:p>
        </p:txBody>
      </p:sp>
      <p:sp>
        <p:nvSpPr>
          <p:cNvPr id="120834" name="Rectangle 3">
            <a:extLst>
              <a:ext uri="{FF2B5EF4-FFF2-40B4-BE49-F238E27FC236}">
                <a16:creationId xmlns:a16="http://schemas.microsoft.com/office/drawing/2014/main" id="{014A57D8-D81C-7E45-A4F5-01AA965EC23D}"/>
              </a:ext>
            </a:extLst>
          </p:cNvPr>
          <p:cNvSpPr>
            <a:spLocks noGrp="1" noChangeArrowheads="1"/>
          </p:cNvSpPr>
          <p:nvPr>
            <p:ph type="body" idx="1"/>
          </p:nvPr>
        </p:nvSpPr>
        <p:spPr/>
        <p:txBody>
          <a:bodyPr/>
          <a:lstStyle/>
          <a:p>
            <a:r>
              <a:rPr lang="en-US" altLang="sk-SK"/>
              <a:t>Treated differently from user memory</a:t>
            </a:r>
          </a:p>
          <a:p>
            <a:endParaRPr lang="en-US" altLang="sk-SK"/>
          </a:p>
          <a:p>
            <a:r>
              <a:rPr lang="en-US" altLang="sk-SK"/>
              <a:t>Often allocated from a free-memory pool</a:t>
            </a:r>
          </a:p>
          <a:p>
            <a:pPr marL="914400" lvl="1" indent="-457200">
              <a:buFont typeface="+mj-lt"/>
              <a:buAutoNum type="arabicPeriod"/>
            </a:pPr>
            <a:r>
              <a:rPr lang="en-US" altLang="sk-SK"/>
              <a:t>Kernel requests memory for structures of varying sizes</a:t>
            </a:r>
          </a:p>
          <a:p>
            <a:pPr marL="914400" lvl="1" indent="-457200">
              <a:buFont typeface="+mj-lt"/>
              <a:buAutoNum type="arabicPeriod"/>
            </a:pPr>
            <a:r>
              <a:rPr lang="en-US" altLang="sk-SK"/>
              <a:t>Some kernel memory needs to be contiguous</a:t>
            </a:r>
          </a:p>
          <a:p>
            <a:pPr lvl="2"/>
            <a:r>
              <a:rPr lang="en-US" altLang="sk-SK"/>
              <a:t>I.e. for device I/O</a:t>
            </a:r>
          </a:p>
          <a:p>
            <a:endParaRPr lang="en-US" altLang="sk-SK"/>
          </a:p>
        </p:txBody>
      </p:sp>
    </p:spTree>
    <p:extLst>
      <p:ext uri="{BB962C8B-B14F-4D97-AF65-F5344CB8AC3E}">
        <p14:creationId xmlns:p14="http://schemas.microsoft.com/office/powerpoint/2010/main" val="168494880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1" name="Rectangle 2">
            <a:extLst>
              <a:ext uri="{FF2B5EF4-FFF2-40B4-BE49-F238E27FC236}">
                <a16:creationId xmlns:a16="http://schemas.microsoft.com/office/drawing/2014/main" id="{04CC9219-FF73-E34F-9335-039671B17DCD}"/>
              </a:ext>
            </a:extLst>
          </p:cNvPr>
          <p:cNvSpPr>
            <a:spLocks noGrp="1" noChangeArrowheads="1"/>
          </p:cNvSpPr>
          <p:nvPr>
            <p:ph type="title"/>
          </p:nvPr>
        </p:nvSpPr>
        <p:spPr/>
        <p:txBody>
          <a:bodyPr/>
          <a:lstStyle/>
          <a:p>
            <a:r>
              <a:rPr lang="en-US" altLang="sk-SK" dirty="0"/>
              <a:t>Buddy System </a:t>
            </a:r>
            <a:r>
              <a:rPr lang="en-US" altLang="sk-SK" sz="2800" dirty="0"/>
              <a:t>(</a:t>
            </a:r>
            <a:r>
              <a:rPr lang="sk-SK" sz="2800" dirty="0" err="1"/>
              <a:t>allocating</a:t>
            </a:r>
            <a:r>
              <a:rPr lang="sk-SK" sz="2800" dirty="0"/>
              <a:t> </a:t>
            </a:r>
            <a:r>
              <a:rPr lang="sk-SK" sz="2800" dirty="0" err="1"/>
              <a:t>kernel</a:t>
            </a:r>
            <a:r>
              <a:rPr lang="sk-SK" sz="2800" dirty="0"/>
              <a:t> </a:t>
            </a:r>
            <a:r>
              <a:rPr lang="sk-SK" sz="2800" dirty="0" err="1"/>
              <a:t>memory</a:t>
            </a:r>
            <a:r>
              <a:rPr lang="sk-SK" sz="2800" dirty="0"/>
              <a:t>)</a:t>
            </a:r>
            <a:endParaRPr lang="en-US" altLang="sk-SK" dirty="0"/>
          </a:p>
        </p:txBody>
      </p:sp>
      <p:sp>
        <p:nvSpPr>
          <p:cNvPr id="122882" name="Rectangle 3">
            <a:extLst>
              <a:ext uri="{FF2B5EF4-FFF2-40B4-BE49-F238E27FC236}">
                <a16:creationId xmlns:a16="http://schemas.microsoft.com/office/drawing/2014/main" id="{22A6F62C-A014-F947-8DD9-9C96CA5F4B55}"/>
              </a:ext>
            </a:extLst>
          </p:cNvPr>
          <p:cNvSpPr>
            <a:spLocks noGrp="1" noChangeArrowheads="1"/>
          </p:cNvSpPr>
          <p:nvPr>
            <p:ph type="body" idx="1"/>
          </p:nvPr>
        </p:nvSpPr>
        <p:spPr/>
        <p:txBody>
          <a:bodyPr>
            <a:normAutofit/>
          </a:bodyPr>
          <a:lstStyle/>
          <a:p>
            <a:r>
              <a:rPr lang="en-US" altLang="sk-SK" dirty="0"/>
              <a:t>Allocates memory from fixed-size segment consisting of </a:t>
            </a:r>
            <a:r>
              <a:rPr lang="en-US" altLang="sk-SK" u="sng" dirty="0"/>
              <a:t>physically-contiguous pages</a:t>
            </a:r>
          </a:p>
          <a:p>
            <a:r>
              <a:rPr lang="en-US" altLang="sk-SK" dirty="0"/>
              <a:t>Memory allocated using </a:t>
            </a:r>
            <a:r>
              <a:rPr lang="en-US" altLang="sk-SK" dirty="0">
                <a:solidFill>
                  <a:srgbClr val="0070C0"/>
                </a:solidFill>
              </a:rPr>
              <a:t>power-of-2 allocator</a:t>
            </a:r>
          </a:p>
          <a:p>
            <a:pPr lvl="1"/>
            <a:r>
              <a:rPr lang="en-US" altLang="sk-SK" dirty="0"/>
              <a:t>Satisfies requests in units sized as power of 2</a:t>
            </a:r>
          </a:p>
          <a:p>
            <a:pPr lvl="1"/>
            <a:r>
              <a:rPr lang="en-US" altLang="sk-SK" dirty="0"/>
              <a:t>Request rounded up to next highest power of 2</a:t>
            </a:r>
          </a:p>
          <a:p>
            <a:pPr lvl="1"/>
            <a:r>
              <a:rPr lang="en-US" altLang="sk-SK" dirty="0"/>
              <a:t>When smaller allocation needed than is available, current chunk split into two buddies of next-lower power of 2</a:t>
            </a:r>
          </a:p>
          <a:p>
            <a:pPr lvl="2"/>
            <a:r>
              <a:rPr lang="en-US" altLang="sk-SK" dirty="0"/>
              <a:t>Continue until appropriate sized chunk available</a:t>
            </a:r>
          </a:p>
          <a:p>
            <a:r>
              <a:rPr lang="en-US" altLang="sk-SK" dirty="0"/>
              <a:t>Advantage – quickly </a:t>
            </a:r>
            <a:r>
              <a:rPr lang="sk-SK" altLang="sk-SK" dirty="0" err="1">
                <a:solidFill>
                  <a:srgbClr val="0070C0"/>
                </a:solidFill>
              </a:rPr>
              <a:t>join</a:t>
            </a:r>
            <a:r>
              <a:rPr lang="en-US" altLang="sk-SK" dirty="0"/>
              <a:t> unused chunks into larger chunk</a:t>
            </a:r>
          </a:p>
          <a:p>
            <a:r>
              <a:rPr lang="en-US" altLang="sk-SK" dirty="0"/>
              <a:t>Disadvantage - fragmentation</a:t>
            </a:r>
          </a:p>
        </p:txBody>
      </p:sp>
    </p:spTree>
    <p:extLst>
      <p:ext uri="{BB962C8B-B14F-4D97-AF65-F5344CB8AC3E}">
        <p14:creationId xmlns:p14="http://schemas.microsoft.com/office/powerpoint/2010/main" val="238508171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9" name="Rectangle 2">
            <a:extLst>
              <a:ext uri="{FF2B5EF4-FFF2-40B4-BE49-F238E27FC236}">
                <a16:creationId xmlns:a16="http://schemas.microsoft.com/office/drawing/2014/main" id="{7625DEDB-D46F-BC42-86AF-1F90CFE32F5C}"/>
              </a:ext>
            </a:extLst>
          </p:cNvPr>
          <p:cNvSpPr>
            <a:spLocks noGrp="1" noChangeArrowheads="1"/>
          </p:cNvSpPr>
          <p:nvPr>
            <p:ph type="title"/>
          </p:nvPr>
        </p:nvSpPr>
        <p:spPr/>
        <p:txBody>
          <a:bodyPr/>
          <a:lstStyle/>
          <a:p>
            <a:r>
              <a:rPr lang="en-US" altLang="sk-SK"/>
              <a:t>Buddy System Allocator</a:t>
            </a:r>
          </a:p>
        </p:txBody>
      </p:sp>
      <p:pic>
        <p:nvPicPr>
          <p:cNvPr id="124930" name="Picture 1" descr="9_26.pdf">
            <a:extLst>
              <a:ext uri="{FF2B5EF4-FFF2-40B4-BE49-F238E27FC236}">
                <a16:creationId xmlns:a16="http://schemas.microsoft.com/office/drawing/2014/main" id="{D6C55865-EE0B-C64B-B060-52B558A5D1B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158729" y="1335462"/>
            <a:ext cx="5657850" cy="49268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7621029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7" name="Rectangle 2">
            <a:extLst>
              <a:ext uri="{FF2B5EF4-FFF2-40B4-BE49-F238E27FC236}">
                <a16:creationId xmlns:a16="http://schemas.microsoft.com/office/drawing/2014/main" id="{3833AF5B-28E2-C64C-84EA-5AF82BFE7399}"/>
              </a:ext>
            </a:extLst>
          </p:cNvPr>
          <p:cNvSpPr>
            <a:spLocks noGrp="1" noChangeArrowheads="1"/>
          </p:cNvSpPr>
          <p:nvPr>
            <p:ph type="title"/>
          </p:nvPr>
        </p:nvSpPr>
        <p:spPr/>
        <p:txBody>
          <a:bodyPr/>
          <a:lstStyle/>
          <a:p>
            <a:r>
              <a:rPr lang="en-US" altLang="sk-SK" dirty="0"/>
              <a:t>Slab Allocator </a:t>
            </a:r>
            <a:r>
              <a:rPr lang="en-US" altLang="sk-SK" sz="2800" dirty="0"/>
              <a:t>(</a:t>
            </a:r>
            <a:r>
              <a:rPr lang="sk-SK" sz="2800" dirty="0" err="1"/>
              <a:t>allocating</a:t>
            </a:r>
            <a:r>
              <a:rPr lang="sk-SK" sz="2800" dirty="0"/>
              <a:t> </a:t>
            </a:r>
            <a:r>
              <a:rPr lang="sk-SK" sz="2800" dirty="0" err="1"/>
              <a:t>kernel</a:t>
            </a:r>
            <a:r>
              <a:rPr lang="sk-SK" sz="2800" dirty="0"/>
              <a:t> </a:t>
            </a:r>
            <a:r>
              <a:rPr lang="sk-SK" sz="2800" dirty="0" err="1"/>
              <a:t>memory</a:t>
            </a:r>
            <a:r>
              <a:rPr lang="sk-SK" sz="2800" dirty="0"/>
              <a:t>)</a:t>
            </a:r>
            <a:endParaRPr lang="en-US" altLang="sk-SK" dirty="0"/>
          </a:p>
        </p:txBody>
      </p:sp>
      <p:sp>
        <p:nvSpPr>
          <p:cNvPr id="126978" name="Rectangle 3">
            <a:extLst>
              <a:ext uri="{FF2B5EF4-FFF2-40B4-BE49-F238E27FC236}">
                <a16:creationId xmlns:a16="http://schemas.microsoft.com/office/drawing/2014/main" id="{D785E445-901E-EF4A-9C5C-76D32E6299EC}"/>
              </a:ext>
            </a:extLst>
          </p:cNvPr>
          <p:cNvSpPr>
            <a:spLocks noGrp="1" noChangeArrowheads="1"/>
          </p:cNvSpPr>
          <p:nvPr>
            <p:ph type="body" idx="1"/>
          </p:nvPr>
        </p:nvSpPr>
        <p:spPr>
          <a:xfrm>
            <a:off x="838200" y="1825625"/>
            <a:ext cx="5139407" cy="4351338"/>
          </a:xfrm>
        </p:spPr>
        <p:txBody>
          <a:bodyPr>
            <a:normAutofit fontScale="62500" lnSpcReduction="20000"/>
          </a:bodyPr>
          <a:lstStyle/>
          <a:p>
            <a:r>
              <a:rPr lang="en-US" altLang="sk-SK" dirty="0"/>
              <a:t>Alternate strategy</a:t>
            </a:r>
          </a:p>
          <a:p>
            <a:r>
              <a:rPr lang="en-US" altLang="sk-SK" dirty="0">
                <a:solidFill>
                  <a:srgbClr val="0070C0"/>
                </a:solidFill>
              </a:rPr>
              <a:t>Slab</a:t>
            </a:r>
            <a:r>
              <a:rPr lang="en-US" altLang="sk-SK" dirty="0"/>
              <a:t> </a:t>
            </a:r>
            <a:r>
              <a:rPr lang="en-US" altLang="sk-SK" u="sng" dirty="0"/>
              <a:t>is one or more physically contiguous pages</a:t>
            </a:r>
          </a:p>
          <a:p>
            <a:r>
              <a:rPr lang="en-US" altLang="sk-SK" dirty="0">
                <a:solidFill>
                  <a:srgbClr val="0070C0"/>
                </a:solidFill>
              </a:rPr>
              <a:t>Cache</a:t>
            </a:r>
            <a:r>
              <a:rPr lang="en-US" altLang="sk-SK" dirty="0"/>
              <a:t> consists of one or more slabs</a:t>
            </a:r>
          </a:p>
          <a:p>
            <a:r>
              <a:rPr lang="en-US" altLang="sk-SK" dirty="0"/>
              <a:t>Single cache for each unique kernel data structure</a:t>
            </a:r>
          </a:p>
          <a:p>
            <a:pPr lvl="1"/>
            <a:r>
              <a:rPr lang="en-US" altLang="sk-SK" dirty="0"/>
              <a:t>Each cache filled with objects – instantiations of the data structure</a:t>
            </a:r>
          </a:p>
          <a:p>
            <a:r>
              <a:rPr lang="en-US" altLang="sk-SK" dirty="0"/>
              <a:t>When cache created, filled with objects marked as </a:t>
            </a:r>
            <a:r>
              <a:rPr lang="en-US" altLang="sk-SK" dirty="0">
                <a:solidFill>
                  <a:srgbClr val="0070C0"/>
                </a:solidFill>
              </a:rPr>
              <a:t>free</a:t>
            </a:r>
          </a:p>
          <a:p>
            <a:r>
              <a:rPr lang="en-US" altLang="sk-SK" dirty="0"/>
              <a:t>When structures stored, objects marked as </a:t>
            </a:r>
            <a:r>
              <a:rPr lang="en-US" altLang="sk-SK" dirty="0">
                <a:solidFill>
                  <a:schemeClr val="accent1">
                    <a:lumMod val="75000"/>
                  </a:schemeClr>
                </a:solidFill>
              </a:rPr>
              <a:t>used</a:t>
            </a:r>
          </a:p>
          <a:p>
            <a:r>
              <a:rPr lang="en-US" altLang="sk-SK" dirty="0"/>
              <a:t>If slab is full of used objects, next object allocated from empty slab</a:t>
            </a:r>
          </a:p>
          <a:p>
            <a:pPr lvl="1"/>
            <a:r>
              <a:rPr lang="en-US" altLang="sk-SK" dirty="0"/>
              <a:t>If no empty slabs, new slab allocated</a:t>
            </a:r>
          </a:p>
          <a:p>
            <a:pPr marL="0" indent="0">
              <a:buNone/>
            </a:pPr>
            <a:r>
              <a:rPr lang="en-US" altLang="sk-SK" dirty="0"/>
              <a:t>Benefits:</a:t>
            </a:r>
          </a:p>
          <a:p>
            <a:r>
              <a:rPr lang="en-US" altLang="sk-SK" dirty="0"/>
              <a:t>include no fragmentation, </a:t>
            </a:r>
          </a:p>
          <a:p>
            <a:r>
              <a:rPr lang="en-US" altLang="sk-SK" dirty="0"/>
              <a:t>fast memory request satisfaction</a:t>
            </a:r>
          </a:p>
          <a:p>
            <a:endParaRPr lang="en-US" altLang="sk-SK" dirty="0"/>
          </a:p>
          <a:p>
            <a:endParaRPr lang="en-US" altLang="sk-SK" dirty="0"/>
          </a:p>
        </p:txBody>
      </p:sp>
      <p:pic>
        <p:nvPicPr>
          <p:cNvPr id="4" name="Picture 1" descr="9_27.pdf">
            <a:extLst>
              <a:ext uri="{FF2B5EF4-FFF2-40B4-BE49-F238E27FC236}">
                <a16:creationId xmlns:a16="http://schemas.microsoft.com/office/drawing/2014/main" id="{1AB56FA4-583D-4CE9-A562-1795ABF0F21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977607" y="1904008"/>
            <a:ext cx="5953125" cy="4194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9963080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6F8A017E-223E-5E2A-440A-8BFE75324664}"/>
              </a:ext>
            </a:extLst>
          </p:cNvPr>
          <p:cNvSpPr>
            <a:spLocks noGrp="1"/>
          </p:cNvSpPr>
          <p:nvPr>
            <p:ph type="title"/>
          </p:nvPr>
        </p:nvSpPr>
        <p:spPr>
          <a:xfrm>
            <a:off x="838202" y="64128"/>
            <a:ext cx="10515600" cy="1325563"/>
          </a:xfrm>
        </p:spPr>
        <p:txBody>
          <a:bodyPr>
            <a:normAutofit/>
          </a:bodyPr>
          <a:lstStyle/>
          <a:p>
            <a:r>
              <a:rPr lang="sk-SK" dirty="0" err="1"/>
              <a:t>Buddy</a:t>
            </a:r>
            <a:r>
              <a:rPr lang="sk-SK" dirty="0"/>
              <a:t> </a:t>
            </a:r>
            <a:r>
              <a:rPr lang="sk-SK" dirty="0" err="1"/>
              <a:t>allocation</a:t>
            </a:r>
            <a:r>
              <a:rPr lang="sk-SK" dirty="0"/>
              <a:t> a SLAB </a:t>
            </a:r>
            <a:r>
              <a:rPr lang="sk-SK" dirty="0" err="1"/>
              <a:t>allocation</a:t>
            </a:r>
            <a:endParaRPr lang="sk-SK" dirty="0"/>
          </a:p>
        </p:txBody>
      </p:sp>
      <p:sp>
        <p:nvSpPr>
          <p:cNvPr id="3" name="Zástupný objekt pre obsah 2">
            <a:extLst>
              <a:ext uri="{FF2B5EF4-FFF2-40B4-BE49-F238E27FC236}">
                <a16:creationId xmlns:a16="http://schemas.microsoft.com/office/drawing/2014/main" id="{DE6D54AC-FCED-5478-BB2B-820D8CE72685}"/>
              </a:ext>
            </a:extLst>
          </p:cNvPr>
          <p:cNvSpPr>
            <a:spLocks noGrp="1"/>
          </p:cNvSpPr>
          <p:nvPr>
            <p:ph sz="half" idx="1"/>
          </p:nvPr>
        </p:nvSpPr>
        <p:spPr>
          <a:xfrm>
            <a:off x="520995" y="1095598"/>
            <a:ext cx="5181600" cy="4351338"/>
          </a:xfrm>
        </p:spPr>
        <p:txBody>
          <a:bodyPr>
            <a:normAutofit fontScale="70000" lnSpcReduction="20000"/>
          </a:bodyPr>
          <a:lstStyle/>
          <a:p>
            <a:pPr marL="0" indent="0">
              <a:buNone/>
            </a:pPr>
            <a:r>
              <a:rPr lang="sk-SK" b="1" dirty="0" err="1"/>
              <a:t>Buddy</a:t>
            </a:r>
            <a:r>
              <a:rPr lang="sk-SK" b="1" dirty="0"/>
              <a:t> </a:t>
            </a:r>
            <a:r>
              <a:rPr lang="sk-SK" b="1" dirty="0" err="1"/>
              <a:t>Allocation</a:t>
            </a:r>
            <a:r>
              <a:rPr lang="sk-SK" b="1" dirty="0"/>
              <a:t>:</a:t>
            </a:r>
          </a:p>
          <a:p>
            <a:r>
              <a:rPr lang="sk-SK" b="1" dirty="0"/>
              <a:t>Metóda</a:t>
            </a:r>
            <a:r>
              <a:rPr lang="sk-SK" dirty="0"/>
              <a:t> Pamäť je rozdelená do blokov veľkosti, ktoré sú mocninami dvoch.</a:t>
            </a:r>
          </a:p>
          <a:p>
            <a:r>
              <a:rPr lang="sk-SK" b="1" dirty="0"/>
              <a:t>Flexibilita</a:t>
            </a:r>
            <a:r>
              <a:rPr lang="sk-SK" dirty="0"/>
              <a:t> Mierne flexibilná, pretože umožňuje rozdeľovanie a spájanie blokov.</a:t>
            </a:r>
          </a:p>
          <a:p>
            <a:r>
              <a:rPr lang="sk-SK" b="1" dirty="0"/>
              <a:t>Fragmentácia</a:t>
            </a:r>
            <a:r>
              <a:rPr lang="sk-SK" dirty="0"/>
              <a:t> Nižšia interná fragmentácia, ale môže trpieť externou fragmentáciou.</a:t>
            </a:r>
          </a:p>
          <a:p>
            <a:r>
              <a:rPr lang="sk-SK" b="1" dirty="0"/>
              <a:t>Implementácia</a:t>
            </a:r>
            <a:r>
              <a:rPr lang="sk-SK" dirty="0"/>
              <a:t> Používa sa na správu dynamických blokov pamäte, často v rámci menších pamäťových oblastí.</a:t>
            </a:r>
          </a:p>
          <a:p>
            <a:r>
              <a:rPr lang="sk-SK" b="1" dirty="0"/>
              <a:t>Výhody</a:t>
            </a:r>
            <a:r>
              <a:rPr lang="sk-SK" dirty="0"/>
              <a:t> Rýchle alokovanie a de-alokovanie pamäte. Jednoduché zlúčenie susediacich voľných blokov.</a:t>
            </a:r>
          </a:p>
          <a:p>
            <a:r>
              <a:rPr lang="sk-SK" b="1" dirty="0"/>
              <a:t>Nevýhody</a:t>
            </a:r>
            <a:r>
              <a:rPr lang="sk-SK" dirty="0"/>
              <a:t> Externá fragmentácia a neefektívne využitie pamäte, keď nie sú k dispozícii dostatočne veľké bloky.</a:t>
            </a:r>
          </a:p>
        </p:txBody>
      </p:sp>
      <p:sp>
        <p:nvSpPr>
          <p:cNvPr id="4" name="Zástupný objekt pre obsah 3">
            <a:extLst>
              <a:ext uri="{FF2B5EF4-FFF2-40B4-BE49-F238E27FC236}">
                <a16:creationId xmlns:a16="http://schemas.microsoft.com/office/drawing/2014/main" id="{E180AEEA-BB97-3B75-DEC1-A547A5B998FB}"/>
              </a:ext>
            </a:extLst>
          </p:cNvPr>
          <p:cNvSpPr>
            <a:spLocks noGrp="1"/>
          </p:cNvSpPr>
          <p:nvPr>
            <p:ph sz="half" idx="2"/>
          </p:nvPr>
        </p:nvSpPr>
        <p:spPr>
          <a:xfrm>
            <a:off x="6214730" y="1103056"/>
            <a:ext cx="5181600" cy="4351338"/>
          </a:xfrm>
        </p:spPr>
        <p:txBody>
          <a:bodyPr>
            <a:normAutofit fontScale="70000" lnSpcReduction="20000"/>
          </a:bodyPr>
          <a:lstStyle/>
          <a:p>
            <a:pPr marL="0" indent="0">
              <a:buNone/>
            </a:pPr>
            <a:r>
              <a:rPr lang="sk-SK" b="1" dirty="0"/>
              <a:t>SLAB </a:t>
            </a:r>
            <a:r>
              <a:rPr lang="sk-SK" b="1" dirty="0" err="1"/>
              <a:t>Allocation</a:t>
            </a:r>
            <a:r>
              <a:rPr lang="sk-SK" b="1" dirty="0"/>
              <a:t>:</a:t>
            </a:r>
          </a:p>
          <a:p>
            <a:r>
              <a:rPr lang="sk-SK" b="1" dirty="0"/>
              <a:t>Metóda</a:t>
            </a:r>
            <a:r>
              <a:rPr lang="sk-SK" dirty="0"/>
              <a:t> Pamäť je rozdelená do menších pevne veľkostných blokov nazývaných </a:t>
            </a:r>
            <a:r>
              <a:rPr lang="sk-SK" dirty="0" err="1"/>
              <a:t>SLABy</a:t>
            </a:r>
            <a:r>
              <a:rPr lang="sk-SK" dirty="0"/>
              <a:t>.</a:t>
            </a:r>
          </a:p>
          <a:p>
            <a:r>
              <a:rPr lang="sk-SK" b="1" dirty="0"/>
              <a:t>Flexibilita</a:t>
            </a:r>
            <a:r>
              <a:rPr lang="sk-SK" dirty="0"/>
              <a:t> Menej flexibilná, ale efektívna pri pridelení pamäte rovnakým typom objektov.</a:t>
            </a:r>
          </a:p>
          <a:p>
            <a:r>
              <a:rPr lang="sk-SK" b="1" dirty="0"/>
              <a:t>Fragmentácia</a:t>
            </a:r>
            <a:r>
              <a:rPr lang="sk-SK" dirty="0"/>
              <a:t> Minimálna fragmentácia, pretože </a:t>
            </a:r>
            <a:r>
              <a:rPr lang="sk-SK" dirty="0" err="1"/>
              <a:t>SLABy</a:t>
            </a:r>
            <a:r>
              <a:rPr lang="sk-SK" dirty="0"/>
              <a:t> sú pevne určené pre konkrétne typy objektov.</a:t>
            </a:r>
          </a:p>
          <a:p>
            <a:r>
              <a:rPr lang="sk-SK" b="1" dirty="0"/>
              <a:t>Implementácia</a:t>
            </a:r>
            <a:r>
              <a:rPr lang="sk-SK" dirty="0"/>
              <a:t> Často používaný na alokáciu pamäte pre často používané objekty, ako sú jadrá operačných systémov.</a:t>
            </a:r>
          </a:p>
          <a:p>
            <a:r>
              <a:rPr lang="sk-SK" b="1" dirty="0"/>
              <a:t>Výhody</a:t>
            </a:r>
            <a:r>
              <a:rPr lang="sk-SK" dirty="0"/>
              <a:t> Efektívne využitie pamäte pre špecifické typy objektov. Znižuje fragmentáciu a zrýchľuje pridelenie pamäte.</a:t>
            </a:r>
          </a:p>
          <a:p>
            <a:r>
              <a:rPr lang="sk-SK" b="1" dirty="0"/>
              <a:t>Nevýhody</a:t>
            </a:r>
            <a:r>
              <a:rPr lang="sk-SK" dirty="0"/>
              <a:t> Menej flexibilný pri správe rôzne veľkých objektov.</a:t>
            </a:r>
          </a:p>
        </p:txBody>
      </p:sp>
      <p:sp>
        <p:nvSpPr>
          <p:cNvPr id="5" name="BlokTextu 4">
            <a:extLst>
              <a:ext uri="{FF2B5EF4-FFF2-40B4-BE49-F238E27FC236}">
                <a16:creationId xmlns:a16="http://schemas.microsoft.com/office/drawing/2014/main" id="{450BED1E-EAE9-E16D-2577-D2B8A6521FAC}"/>
              </a:ext>
            </a:extLst>
          </p:cNvPr>
          <p:cNvSpPr txBox="1"/>
          <p:nvPr/>
        </p:nvSpPr>
        <p:spPr>
          <a:xfrm>
            <a:off x="838202" y="5457124"/>
            <a:ext cx="10600660" cy="1754326"/>
          </a:xfrm>
          <a:prstGeom prst="rect">
            <a:avLst/>
          </a:prstGeom>
          <a:noFill/>
        </p:spPr>
        <p:txBody>
          <a:bodyPr wrap="square" rtlCol="0">
            <a:spAutoFit/>
          </a:bodyPr>
          <a:lstStyle/>
          <a:p>
            <a:r>
              <a:rPr lang="sk-SK" b="1" dirty="0"/>
              <a:t>Zhrnutie:</a:t>
            </a:r>
          </a:p>
          <a:p>
            <a:r>
              <a:rPr lang="sk-SK" dirty="0" err="1"/>
              <a:t>Buddy</a:t>
            </a:r>
            <a:r>
              <a:rPr lang="sk-SK" dirty="0"/>
              <a:t> alokácia je flexibilnejšia a lepšie sa hodí pre dynamické pridelenie pamäte, ale môže trpieť externou fragmentáciou. </a:t>
            </a:r>
          </a:p>
          <a:p>
            <a:r>
              <a:rPr lang="sk-SK" dirty="0"/>
              <a:t>SLAB alokácia je efektívnejšia pre špecifické typy objektov a znižuje fragmentáciu, ale je menej flexibilná pri správe rôzne veľkých objektov.</a:t>
            </a:r>
          </a:p>
          <a:p>
            <a:endParaRPr lang="sk-SK" dirty="0"/>
          </a:p>
        </p:txBody>
      </p:sp>
    </p:spTree>
    <p:extLst>
      <p:ext uri="{BB962C8B-B14F-4D97-AF65-F5344CB8AC3E}">
        <p14:creationId xmlns:p14="http://schemas.microsoft.com/office/powerpoint/2010/main" val="302002910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1" name="Rectangle 2">
            <a:extLst>
              <a:ext uri="{FF2B5EF4-FFF2-40B4-BE49-F238E27FC236}">
                <a16:creationId xmlns:a16="http://schemas.microsoft.com/office/drawing/2014/main" id="{F566CE1B-3B8F-C449-B6DE-BA3277330A16}"/>
              </a:ext>
            </a:extLst>
          </p:cNvPr>
          <p:cNvSpPr>
            <a:spLocks noGrp="1" noChangeArrowheads="1"/>
          </p:cNvSpPr>
          <p:nvPr>
            <p:ph type="title"/>
          </p:nvPr>
        </p:nvSpPr>
        <p:spPr/>
        <p:txBody>
          <a:bodyPr/>
          <a:lstStyle/>
          <a:p>
            <a:r>
              <a:rPr lang="en-US" altLang="sk-SK" dirty="0"/>
              <a:t>Other Considerations -- </a:t>
            </a:r>
            <a:r>
              <a:rPr lang="en-US" altLang="sk-SK" dirty="0" err="1"/>
              <a:t>Prepaging</a:t>
            </a:r>
            <a:endParaRPr lang="en-US" altLang="sk-SK" dirty="0"/>
          </a:p>
        </p:txBody>
      </p:sp>
      <p:sp>
        <p:nvSpPr>
          <p:cNvPr id="133122" name="Rectangle 3">
            <a:extLst>
              <a:ext uri="{FF2B5EF4-FFF2-40B4-BE49-F238E27FC236}">
                <a16:creationId xmlns:a16="http://schemas.microsoft.com/office/drawing/2014/main" id="{FB459EC1-3FF5-5047-B628-F39AD7D239D4}"/>
              </a:ext>
            </a:extLst>
          </p:cNvPr>
          <p:cNvSpPr>
            <a:spLocks noGrp="1" noChangeArrowheads="1"/>
          </p:cNvSpPr>
          <p:nvPr>
            <p:ph type="body" idx="1"/>
          </p:nvPr>
        </p:nvSpPr>
        <p:spPr/>
        <p:txBody>
          <a:bodyPr/>
          <a:lstStyle/>
          <a:p>
            <a:pPr marL="0" indent="0">
              <a:buNone/>
            </a:pPr>
            <a:r>
              <a:rPr lang="en-US" altLang="sk-SK" err="1"/>
              <a:t>Prepaging</a:t>
            </a:r>
            <a:r>
              <a:rPr lang="en-US" altLang="sk-SK"/>
              <a:t> </a:t>
            </a:r>
          </a:p>
          <a:p>
            <a:pPr lvl="1"/>
            <a:r>
              <a:rPr lang="en-US" altLang="sk-SK"/>
              <a:t>To reduce the large number of page faults that occurs at process startup</a:t>
            </a:r>
          </a:p>
          <a:p>
            <a:pPr lvl="1"/>
            <a:r>
              <a:rPr lang="en-US" altLang="sk-SK" err="1"/>
              <a:t>Prepage</a:t>
            </a:r>
            <a:r>
              <a:rPr lang="en-US" altLang="sk-SK"/>
              <a:t> all or some of the pages a process will need, before they are referenced</a:t>
            </a:r>
          </a:p>
          <a:p>
            <a:pPr lvl="1"/>
            <a:r>
              <a:rPr lang="en-US" altLang="sk-SK"/>
              <a:t>But if </a:t>
            </a:r>
            <a:r>
              <a:rPr lang="en-US" altLang="sk-SK" err="1"/>
              <a:t>prepaged</a:t>
            </a:r>
            <a:r>
              <a:rPr lang="en-US" altLang="sk-SK"/>
              <a:t> pages are unused, I/O and memory was wasted</a:t>
            </a:r>
          </a:p>
          <a:p>
            <a:pPr lvl="1"/>
            <a:r>
              <a:rPr lang="en-US" altLang="sk-SK"/>
              <a:t>Assume s pages are </a:t>
            </a:r>
            <a:r>
              <a:rPr lang="en-US" altLang="sk-SK" err="1"/>
              <a:t>prepaged</a:t>
            </a:r>
            <a:r>
              <a:rPr lang="en-US" altLang="sk-SK"/>
              <a:t> and </a:t>
            </a:r>
            <a:r>
              <a:rPr lang="el-GR" altLang="sk-SK"/>
              <a:t>α</a:t>
            </a:r>
            <a:r>
              <a:rPr lang="en-US" altLang="sk-SK"/>
              <a:t> of the pages is used</a:t>
            </a:r>
          </a:p>
          <a:p>
            <a:pPr lvl="2"/>
            <a:r>
              <a:rPr lang="en-US" altLang="sk-SK"/>
              <a:t>Is cost of s * </a:t>
            </a:r>
            <a:r>
              <a:rPr lang="el-GR" altLang="sk-SK"/>
              <a:t>α</a:t>
            </a:r>
            <a:r>
              <a:rPr lang="en-US" altLang="sk-SK"/>
              <a:t>  save pages faults &gt; or &lt; than the cost of </a:t>
            </a:r>
            <a:r>
              <a:rPr lang="en-US" altLang="sk-SK" err="1"/>
              <a:t>prepaging</a:t>
            </a:r>
            <a:r>
              <a:rPr lang="en-US" altLang="sk-SK"/>
              <a:t> </a:t>
            </a:r>
            <a:br>
              <a:rPr lang="en-US" altLang="sk-SK"/>
            </a:br>
            <a:r>
              <a:rPr lang="en-US" altLang="sk-SK"/>
              <a:t>s * (1- </a:t>
            </a:r>
            <a:r>
              <a:rPr lang="el-GR" altLang="sk-SK"/>
              <a:t>α</a:t>
            </a:r>
            <a:r>
              <a:rPr lang="en-US" altLang="sk-SK"/>
              <a:t>) unnecessary pages?  </a:t>
            </a:r>
          </a:p>
          <a:p>
            <a:pPr lvl="2"/>
            <a:r>
              <a:rPr lang="el-GR" altLang="sk-SK"/>
              <a:t>α</a:t>
            </a:r>
            <a:r>
              <a:rPr lang="en-US" altLang="sk-SK"/>
              <a:t> near zero </a:t>
            </a:r>
            <a:r>
              <a:rPr lang="en-US" altLang="sk-SK">
                <a:sym typeface="Symbol" pitchFamily="2" charset="2"/>
              </a:rPr>
              <a:t> </a:t>
            </a:r>
            <a:r>
              <a:rPr lang="en-US" altLang="sk-SK" err="1">
                <a:sym typeface="Symbol" pitchFamily="2" charset="2"/>
              </a:rPr>
              <a:t>prepaging</a:t>
            </a:r>
            <a:r>
              <a:rPr lang="en-US" altLang="sk-SK">
                <a:sym typeface="Symbol" pitchFamily="2" charset="2"/>
              </a:rPr>
              <a:t> loses</a:t>
            </a:r>
            <a:r>
              <a:rPr lang="en-US" altLang="sk-SK"/>
              <a:t> </a:t>
            </a:r>
          </a:p>
        </p:txBody>
      </p:sp>
    </p:spTree>
    <p:extLst>
      <p:ext uri="{BB962C8B-B14F-4D97-AF65-F5344CB8AC3E}">
        <p14:creationId xmlns:p14="http://schemas.microsoft.com/office/powerpoint/2010/main" val="270562075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69" name="Rectangle 2">
            <a:extLst>
              <a:ext uri="{FF2B5EF4-FFF2-40B4-BE49-F238E27FC236}">
                <a16:creationId xmlns:a16="http://schemas.microsoft.com/office/drawing/2014/main" id="{A85CE35D-7DF8-534A-8F93-CDCC4AF98FC9}"/>
              </a:ext>
            </a:extLst>
          </p:cNvPr>
          <p:cNvSpPr>
            <a:spLocks noGrp="1" noChangeArrowheads="1"/>
          </p:cNvSpPr>
          <p:nvPr>
            <p:ph type="title"/>
          </p:nvPr>
        </p:nvSpPr>
        <p:spPr/>
        <p:txBody>
          <a:bodyPr/>
          <a:lstStyle/>
          <a:p>
            <a:r>
              <a:rPr lang="en-US" altLang="sk-SK"/>
              <a:t>Other Issues – Page Size</a:t>
            </a:r>
          </a:p>
        </p:txBody>
      </p:sp>
      <p:sp>
        <p:nvSpPr>
          <p:cNvPr id="135170" name="Rectangle 3">
            <a:extLst>
              <a:ext uri="{FF2B5EF4-FFF2-40B4-BE49-F238E27FC236}">
                <a16:creationId xmlns:a16="http://schemas.microsoft.com/office/drawing/2014/main" id="{CE88AE07-9F20-C342-B0C7-618333E5D348}"/>
              </a:ext>
            </a:extLst>
          </p:cNvPr>
          <p:cNvSpPr>
            <a:spLocks noGrp="1" noChangeArrowheads="1"/>
          </p:cNvSpPr>
          <p:nvPr>
            <p:ph type="body" idx="1"/>
          </p:nvPr>
        </p:nvSpPr>
        <p:spPr/>
        <p:txBody>
          <a:bodyPr>
            <a:normAutofit fontScale="92500" lnSpcReduction="20000"/>
          </a:bodyPr>
          <a:lstStyle/>
          <a:p>
            <a:r>
              <a:rPr lang="en-US" altLang="sk-SK"/>
              <a:t>Sometimes OS designers have a choice</a:t>
            </a:r>
          </a:p>
          <a:p>
            <a:pPr lvl="1"/>
            <a:r>
              <a:rPr lang="en-US" altLang="sk-SK"/>
              <a:t>Especially if running on custom-built CPU</a:t>
            </a:r>
          </a:p>
          <a:p>
            <a:r>
              <a:rPr lang="en-US" altLang="sk-SK"/>
              <a:t>Page size selection must take into consideration:</a:t>
            </a:r>
          </a:p>
          <a:p>
            <a:pPr lvl="1"/>
            <a:r>
              <a:rPr lang="en-US" altLang="sk-SK"/>
              <a:t>Fragmentation</a:t>
            </a:r>
          </a:p>
          <a:p>
            <a:pPr lvl="1"/>
            <a:r>
              <a:rPr lang="en-US" altLang="sk-SK"/>
              <a:t>Page table size </a:t>
            </a:r>
          </a:p>
          <a:p>
            <a:pPr lvl="1"/>
            <a:r>
              <a:rPr lang="en-US" altLang="sk-SK">
                <a:solidFill>
                  <a:srgbClr val="0070C0"/>
                </a:solidFill>
              </a:rPr>
              <a:t>Resolution</a:t>
            </a:r>
          </a:p>
          <a:p>
            <a:pPr lvl="1"/>
            <a:r>
              <a:rPr lang="en-US" altLang="sk-SK"/>
              <a:t>I/O overhead</a:t>
            </a:r>
          </a:p>
          <a:p>
            <a:pPr lvl="1"/>
            <a:r>
              <a:rPr lang="en-US" altLang="sk-SK"/>
              <a:t>Number of page faults</a:t>
            </a:r>
          </a:p>
          <a:p>
            <a:pPr lvl="1"/>
            <a:r>
              <a:rPr lang="en-US" altLang="sk-SK"/>
              <a:t>Locality</a:t>
            </a:r>
          </a:p>
          <a:p>
            <a:pPr lvl="1"/>
            <a:r>
              <a:rPr lang="en-US" altLang="sk-SK"/>
              <a:t>TLB size and effectiveness</a:t>
            </a:r>
          </a:p>
          <a:p>
            <a:r>
              <a:rPr lang="en-US" altLang="sk-SK"/>
              <a:t>Always power of 2, usually in the range 2</a:t>
            </a:r>
            <a:r>
              <a:rPr lang="en-US" altLang="sk-SK" baseline="30000"/>
              <a:t>12</a:t>
            </a:r>
            <a:r>
              <a:rPr lang="en-US" altLang="sk-SK"/>
              <a:t> (4,096 bytes) to 2</a:t>
            </a:r>
            <a:r>
              <a:rPr lang="en-US" altLang="sk-SK" baseline="30000"/>
              <a:t>22</a:t>
            </a:r>
            <a:r>
              <a:rPr lang="en-US" altLang="sk-SK"/>
              <a:t> (4,194,304 bytes)</a:t>
            </a:r>
          </a:p>
          <a:p>
            <a:r>
              <a:rPr lang="en-US" altLang="sk-SK"/>
              <a:t>On average, growing over time</a:t>
            </a:r>
          </a:p>
        </p:txBody>
      </p:sp>
    </p:spTree>
    <p:extLst>
      <p:ext uri="{BB962C8B-B14F-4D97-AF65-F5344CB8AC3E}">
        <p14:creationId xmlns:p14="http://schemas.microsoft.com/office/powerpoint/2010/main" val="140179843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7" name="Rectangle 2">
            <a:extLst>
              <a:ext uri="{FF2B5EF4-FFF2-40B4-BE49-F238E27FC236}">
                <a16:creationId xmlns:a16="http://schemas.microsoft.com/office/drawing/2014/main" id="{E610ECD5-0502-8B47-B117-A51851201CA1}"/>
              </a:ext>
            </a:extLst>
          </p:cNvPr>
          <p:cNvSpPr>
            <a:spLocks noGrp="1" noChangeArrowheads="1"/>
          </p:cNvSpPr>
          <p:nvPr>
            <p:ph type="title"/>
          </p:nvPr>
        </p:nvSpPr>
        <p:spPr/>
        <p:txBody>
          <a:bodyPr/>
          <a:lstStyle/>
          <a:p>
            <a:r>
              <a:rPr lang="en-US" altLang="sk-SK"/>
              <a:t>Other Issues – TLB Reach </a:t>
            </a:r>
          </a:p>
        </p:txBody>
      </p:sp>
      <p:sp>
        <p:nvSpPr>
          <p:cNvPr id="137218" name="Rectangle 3">
            <a:extLst>
              <a:ext uri="{FF2B5EF4-FFF2-40B4-BE49-F238E27FC236}">
                <a16:creationId xmlns:a16="http://schemas.microsoft.com/office/drawing/2014/main" id="{AD409DE5-D3C9-2A49-BDCA-BCD88F27AA59}"/>
              </a:ext>
            </a:extLst>
          </p:cNvPr>
          <p:cNvSpPr>
            <a:spLocks noGrp="1" noChangeArrowheads="1"/>
          </p:cNvSpPr>
          <p:nvPr>
            <p:ph type="body" idx="1"/>
          </p:nvPr>
        </p:nvSpPr>
        <p:spPr/>
        <p:txBody>
          <a:bodyPr>
            <a:normAutofit fontScale="92500" lnSpcReduction="20000"/>
          </a:bodyPr>
          <a:lstStyle/>
          <a:p>
            <a:r>
              <a:rPr lang="en-US" altLang="sk-SK"/>
              <a:t>TLB Reach - The amount of memory accessible from the TLB (</a:t>
            </a:r>
            <a:r>
              <a:rPr lang="sk-SK" err="1"/>
              <a:t>translation</a:t>
            </a:r>
            <a:r>
              <a:rPr lang="sk-SK"/>
              <a:t> </a:t>
            </a:r>
            <a:r>
              <a:rPr lang="sk-SK" err="1"/>
              <a:t>look-aside</a:t>
            </a:r>
            <a:r>
              <a:rPr lang="sk-SK"/>
              <a:t> buffer)</a:t>
            </a:r>
          </a:p>
          <a:p>
            <a:r>
              <a:rPr lang="en-US" altLang="sk-SK"/>
              <a:t>TLB Reach = (TLB Size) X (Page Size)</a:t>
            </a:r>
          </a:p>
          <a:p>
            <a:r>
              <a:rPr lang="en-US" altLang="sk-SK"/>
              <a:t>Ideally, the working set of each process is stored in the TLB</a:t>
            </a:r>
          </a:p>
          <a:p>
            <a:pPr lvl="1"/>
            <a:r>
              <a:rPr lang="en-US" altLang="sk-SK"/>
              <a:t>Otherwise there is a high degree of page faults</a:t>
            </a:r>
          </a:p>
          <a:p>
            <a:pPr lvl="1"/>
            <a:endParaRPr lang="en-US" altLang="sk-SK"/>
          </a:p>
          <a:p>
            <a:r>
              <a:rPr lang="en-US" altLang="sk-SK"/>
              <a:t>Increase the Page Size</a:t>
            </a:r>
          </a:p>
          <a:p>
            <a:pPr lvl="1"/>
            <a:r>
              <a:rPr lang="en-US" altLang="sk-SK"/>
              <a:t>This may lead to an increase in fragmentation as not all applications require a large page size</a:t>
            </a:r>
          </a:p>
          <a:p>
            <a:r>
              <a:rPr lang="en-US" altLang="sk-SK"/>
              <a:t>Provide Multiple Page Sizes</a:t>
            </a:r>
          </a:p>
          <a:p>
            <a:pPr lvl="1"/>
            <a:r>
              <a:rPr lang="en-US" altLang="sk-SK"/>
              <a:t>This allows applications that require larger page sizes the opportunity to use them without an increase in fragmentation</a:t>
            </a:r>
          </a:p>
          <a:p>
            <a:endParaRPr lang="en-US" altLang="sk-SK"/>
          </a:p>
        </p:txBody>
      </p:sp>
    </p:spTree>
    <p:extLst>
      <p:ext uri="{BB962C8B-B14F-4D97-AF65-F5344CB8AC3E}">
        <p14:creationId xmlns:p14="http://schemas.microsoft.com/office/powerpoint/2010/main" val="184860683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5" name="Rectangle 2">
            <a:extLst>
              <a:ext uri="{FF2B5EF4-FFF2-40B4-BE49-F238E27FC236}">
                <a16:creationId xmlns:a16="http://schemas.microsoft.com/office/drawing/2014/main" id="{64BE13A0-94CE-E94B-B6DF-68341F2225EA}"/>
              </a:ext>
            </a:extLst>
          </p:cNvPr>
          <p:cNvSpPr>
            <a:spLocks noGrp="1" noChangeArrowheads="1"/>
          </p:cNvSpPr>
          <p:nvPr>
            <p:ph type="title"/>
          </p:nvPr>
        </p:nvSpPr>
        <p:spPr/>
        <p:txBody>
          <a:bodyPr/>
          <a:lstStyle/>
          <a:p>
            <a:r>
              <a:rPr lang="en-US" altLang="sk-SK"/>
              <a:t>Other Issues – Program Structure</a:t>
            </a:r>
          </a:p>
        </p:txBody>
      </p:sp>
      <p:sp>
        <p:nvSpPr>
          <p:cNvPr id="139266" name="Rectangle 3">
            <a:extLst>
              <a:ext uri="{FF2B5EF4-FFF2-40B4-BE49-F238E27FC236}">
                <a16:creationId xmlns:a16="http://schemas.microsoft.com/office/drawing/2014/main" id="{34A26FFD-51C3-9A41-B3FF-AC87B794CB2F}"/>
              </a:ext>
            </a:extLst>
          </p:cNvPr>
          <p:cNvSpPr>
            <a:spLocks noGrp="1" noChangeArrowheads="1"/>
          </p:cNvSpPr>
          <p:nvPr>
            <p:ph type="body" idx="1"/>
          </p:nvPr>
        </p:nvSpPr>
        <p:spPr/>
        <p:txBody>
          <a:bodyPr>
            <a:normAutofit fontScale="85000" lnSpcReduction="20000"/>
          </a:bodyPr>
          <a:lstStyle/>
          <a:p>
            <a:r>
              <a:rPr lang="en-US" altLang="sk-SK"/>
              <a:t>Program structure</a:t>
            </a:r>
          </a:p>
          <a:p>
            <a:pPr lvl="1"/>
            <a:r>
              <a:rPr lang="en-US" altLang="sk-SK"/>
              <a:t>int[128,128] data;</a:t>
            </a:r>
          </a:p>
          <a:p>
            <a:pPr lvl="1"/>
            <a:r>
              <a:rPr lang="en-US" altLang="sk-SK"/>
              <a:t>Each row is stored in one page </a:t>
            </a:r>
          </a:p>
          <a:p>
            <a:pPr lvl="1"/>
            <a:r>
              <a:rPr lang="en-US" altLang="sk-SK"/>
              <a:t>Program 1 	</a:t>
            </a:r>
          </a:p>
          <a:p>
            <a:r>
              <a:rPr lang="en-US" altLang="sk-SK"/>
              <a:t>                for (j = 0; j &lt;128; j++)</a:t>
            </a:r>
            <a:br>
              <a:rPr lang="en-US" altLang="sk-SK"/>
            </a:br>
            <a:r>
              <a:rPr lang="en-US" altLang="sk-SK"/>
              <a:t>                  for (i = 0; i &lt; 128; i++)</a:t>
            </a:r>
            <a:br>
              <a:rPr lang="en-US" altLang="sk-SK"/>
            </a:br>
            <a:r>
              <a:rPr lang="en-US" altLang="sk-SK"/>
              <a:t>                        data[i,j] = 0;</a:t>
            </a:r>
            <a:br>
              <a:rPr lang="en-US" altLang="sk-SK"/>
            </a:br>
            <a:endParaRPr lang="en-US" altLang="sk-SK"/>
          </a:p>
          <a:p>
            <a:pPr lvl="1"/>
            <a:r>
              <a:rPr lang="en-US" altLang="sk-SK"/>
              <a:t>     128 x 128 = 16,384 page faults </a:t>
            </a:r>
            <a:br>
              <a:rPr lang="en-US" altLang="sk-SK"/>
            </a:br>
            <a:endParaRPr lang="en-US" altLang="sk-SK"/>
          </a:p>
          <a:p>
            <a:pPr lvl="1"/>
            <a:r>
              <a:rPr lang="en-US" altLang="sk-SK"/>
              <a:t>Program 2 	</a:t>
            </a:r>
          </a:p>
          <a:p>
            <a:pPr lvl="1"/>
            <a:r>
              <a:rPr lang="en-US" altLang="sk-SK"/>
              <a:t>             for (i = 0; i &lt; 128; i++)</a:t>
            </a:r>
            <a:br>
              <a:rPr lang="en-US" altLang="sk-SK"/>
            </a:br>
            <a:r>
              <a:rPr lang="en-US" altLang="sk-SK"/>
              <a:t>               for (j = 0; j &lt; 128; j++)</a:t>
            </a:r>
            <a:br>
              <a:rPr lang="en-US" altLang="sk-SK"/>
            </a:br>
            <a:r>
              <a:rPr lang="en-US" altLang="sk-SK"/>
              <a:t>                     data[i,j] = 0;</a:t>
            </a:r>
          </a:p>
          <a:p>
            <a:pPr lvl="1"/>
            <a:br>
              <a:rPr lang="en-US" altLang="sk-SK"/>
            </a:br>
            <a:r>
              <a:rPr lang="en-US" altLang="sk-SK"/>
              <a:t>128 page faults</a:t>
            </a:r>
          </a:p>
        </p:txBody>
      </p:sp>
    </p:spTree>
    <p:extLst>
      <p:ext uri="{BB962C8B-B14F-4D97-AF65-F5344CB8AC3E}">
        <p14:creationId xmlns:p14="http://schemas.microsoft.com/office/powerpoint/2010/main" val="199654588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3" name="Rectangle 2">
            <a:extLst>
              <a:ext uri="{FF2B5EF4-FFF2-40B4-BE49-F238E27FC236}">
                <a16:creationId xmlns:a16="http://schemas.microsoft.com/office/drawing/2014/main" id="{48D79E22-9A74-244B-A786-2345593E1E7D}"/>
              </a:ext>
            </a:extLst>
          </p:cNvPr>
          <p:cNvSpPr>
            <a:spLocks noGrp="1" noChangeArrowheads="1"/>
          </p:cNvSpPr>
          <p:nvPr>
            <p:ph type="title"/>
          </p:nvPr>
        </p:nvSpPr>
        <p:spPr>
          <a:xfrm>
            <a:off x="1949053" y="277416"/>
            <a:ext cx="8776097" cy="576263"/>
          </a:xfrm>
        </p:spPr>
        <p:txBody>
          <a:bodyPr>
            <a:normAutofit fontScale="90000"/>
          </a:bodyPr>
          <a:lstStyle/>
          <a:p>
            <a:pPr eaLnBrk="1" hangingPunct="1"/>
            <a:r>
              <a:rPr lang="en-US" altLang="sk-SK">
                <a:ea typeface="ＭＳ Ｐゴシック" panose="020B0600070205080204" pitchFamily="34" charset="-128"/>
              </a:rPr>
              <a:t>Other Issues – I/O interlock</a:t>
            </a:r>
          </a:p>
        </p:txBody>
      </p:sp>
      <p:sp>
        <p:nvSpPr>
          <p:cNvPr id="141314" name="Rectangle 3">
            <a:extLst>
              <a:ext uri="{FF2B5EF4-FFF2-40B4-BE49-F238E27FC236}">
                <a16:creationId xmlns:a16="http://schemas.microsoft.com/office/drawing/2014/main" id="{1CCC809A-279E-DC4C-B28F-3F93B151242F}"/>
              </a:ext>
            </a:extLst>
          </p:cNvPr>
          <p:cNvSpPr>
            <a:spLocks noGrp="1" noChangeArrowheads="1"/>
          </p:cNvSpPr>
          <p:nvPr>
            <p:ph type="body" idx="1"/>
          </p:nvPr>
        </p:nvSpPr>
        <p:spPr>
          <a:xfrm>
            <a:off x="1883569" y="1409700"/>
            <a:ext cx="4319588" cy="4458891"/>
          </a:xfrm>
        </p:spPr>
        <p:txBody>
          <a:bodyPr>
            <a:normAutofit fontScale="92500" lnSpcReduction="20000"/>
          </a:bodyPr>
          <a:lstStyle/>
          <a:p>
            <a:r>
              <a:rPr lang="en-US" altLang="sk-SK" b="1">
                <a:solidFill>
                  <a:srgbClr val="3366FF"/>
                </a:solidFill>
                <a:ea typeface="ＭＳ Ｐゴシック" panose="020B0600070205080204" pitchFamily="34" charset="-128"/>
              </a:rPr>
              <a:t>I/O Interlock</a:t>
            </a:r>
            <a:r>
              <a:rPr lang="en-US" altLang="sk-SK">
                <a:solidFill>
                  <a:srgbClr val="3366FF"/>
                </a:solidFill>
                <a:ea typeface="ＭＳ Ｐゴシック" panose="020B0600070205080204" pitchFamily="34" charset="-128"/>
              </a:rPr>
              <a:t> </a:t>
            </a:r>
            <a:r>
              <a:rPr lang="en-US" altLang="sk-SK">
                <a:ea typeface="ＭＳ Ｐゴシック" panose="020B0600070205080204" pitchFamily="34" charset="-128"/>
              </a:rPr>
              <a:t>– Pages must sometimes be locked into memory</a:t>
            </a:r>
          </a:p>
          <a:p>
            <a:endParaRPr lang="en-US" altLang="sk-SK">
              <a:ea typeface="ＭＳ Ｐゴシック" panose="020B0600070205080204" pitchFamily="34" charset="-128"/>
            </a:endParaRPr>
          </a:p>
          <a:p>
            <a:r>
              <a:rPr lang="en-US" altLang="sk-SK">
                <a:ea typeface="ＭＳ Ｐゴシック" panose="020B0600070205080204" pitchFamily="34" charset="-128"/>
              </a:rPr>
              <a:t>Consider I/O - Pages that are used for copying a file from a device must be locked from being selected for eviction by a page replacement algorithm</a:t>
            </a:r>
          </a:p>
          <a:p>
            <a:endParaRPr lang="en-US" altLang="sk-SK">
              <a:ea typeface="ＭＳ Ｐゴシック" panose="020B0600070205080204" pitchFamily="34" charset="-128"/>
            </a:endParaRPr>
          </a:p>
          <a:p>
            <a:r>
              <a:rPr lang="en-US" altLang="sk-SK" b="1">
                <a:solidFill>
                  <a:srgbClr val="3366FF"/>
                </a:solidFill>
                <a:ea typeface="ＭＳ Ｐゴシック" panose="020B0600070205080204" pitchFamily="34" charset="-128"/>
              </a:rPr>
              <a:t>Pinning</a:t>
            </a:r>
            <a:r>
              <a:rPr lang="en-US" altLang="sk-SK">
                <a:ea typeface="ＭＳ Ｐゴシック" panose="020B0600070205080204" pitchFamily="34" charset="-128"/>
              </a:rPr>
              <a:t> of pages to lock into memory</a:t>
            </a:r>
          </a:p>
        </p:txBody>
      </p:sp>
      <p:pic>
        <p:nvPicPr>
          <p:cNvPr id="141315" name="Picture 5">
            <a:extLst>
              <a:ext uri="{FF2B5EF4-FFF2-40B4-BE49-F238E27FC236}">
                <a16:creationId xmlns:a16="http://schemas.microsoft.com/office/drawing/2014/main" id="{87050353-144E-144C-AAD9-3CFAE5A3E8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77025" y="1558529"/>
            <a:ext cx="3912394" cy="402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1383911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idx="4294967295"/>
          </p:nvPr>
        </p:nvSpPr>
        <p:spPr/>
        <p:txBody>
          <a:bodyPr/>
          <a:lstStyle/>
          <a:p>
            <a:r>
              <a:rPr lang="sk-SK"/>
              <a:t>Záver</a:t>
            </a:r>
          </a:p>
        </p:txBody>
      </p:sp>
      <p:sp>
        <p:nvSpPr>
          <p:cNvPr id="1028" name="Text Box 3"/>
          <p:cNvSpPr txBox="1">
            <a:spLocks noChangeArrowheads="1"/>
          </p:cNvSpPr>
          <p:nvPr/>
        </p:nvSpPr>
        <p:spPr bwMode="auto">
          <a:xfrm>
            <a:off x="2911476" y="2330450"/>
            <a:ext cx="3184525" cy="1098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sk-SK" sz="6600"/>
              <a:t>Otázky ?</a:t>
            </a:r>
            <a:endParaRPr lang="sk-SK" sz="5400"/>
          </a:p>
        </p:txBody>
      </p:sp>
      <p:pic>
        <p:nvPicPr>
          <p:cNvPr id="3" name="Obrázok 2" descr="Obrázok, na ktorom je osoba, muž, držiaci, uniforma&#10;&#10;Automaticky generovaný popis">
            <a:extLst>
              <a:ext uri="{FF2B5EF4-FFF2-40B4-BE49-F238E27FC236}">
                <a16:creationId xmlns:a16="http://schemas.microsoft.com/office/drawing/2014/main" id="{8B02BBCA-1BDF-1747-B2EF-867CD392DE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00970" y="1690688"/>
            <a:ext cx="2548547" cy="4204447"/>
          </a:xfrm>
          <a:prstGeom prst="rect">
            <a:avLst/>
          </a:prstGeom>
        </p:spPr>
      </p:pic>
    </p:spTree>
    <p:extLst>
      <p:ext uri="{BB962C8B-B14F-4D97-AF65-F5344CB8AC3E}">
        <p14:creationId xmlns:p14="http://schemas.microsoft.com/office/powerpoint/2010/main" val="492141323"/>
      </p:ext>
    </p:extLst>
  </p:cSld>
  <p:clrMapOvr>
    <a:masterClrMapping/>
  </p:clrMapOvr>
  <p:transition>
    <p:zoom/>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117</TotalTime>
  <Words>5228</Words>
  <Application>Microsoft Macintosh PowerPoint</Application>
  <PresentationFormat>Širokouhlá</PresentationFormat>
  <Paragraphs>629</Paragraphs>
  <Slides>66</Slides>
  <Notes>54</Notes>
  <HiddenSlides>2</HiddenSlides>
  <MMClips>0</MMClips>
  <ScaleCrop>false</ScaleCrop>
  <HeadingPairs>
    <vt:vector size="6" baseType="variant">
      <vt:variant>
        <vt:lpstr>Použité písma</vt:lpstr>
      </vt:variant>
      <vt:variant>
        <vt:i4>11</vt:i4>
      </vt:variant>
      <vt:variant>
        <vt:lpstr>Motív</vt:lpstr>
      </vt:variant>
      <vt:variant>
        <vt:i4>1</vt:i4>
      </vt:variant>
      <vt:variant>
        <vt:lpstr>Nadpisy snímok</vt:lpstr>
      </vt:variant>
      <vt:variant>
        <vt:i4>66</vt:i4>
      </vt:variant>
    </vt:vector>
  </HeadingPairs>
  <TitlesOfParts>
    <vt:vector size="78" baseType="lpstr">
      <vt:lpstr>ＭＳ Ｐゴシック</vt:lpstr>
      <vt:lpstr>Arial</vt:lpstr>
      <vt:lpstr>Calibri</vt:lpstr>
      <vt:lpstr>Calibri Light</vt:lpstr>
      <vt:lpstr>Helvetica</vt:lpstr>
      <vt:lpstr>inherit</vt:lpstr>
      <vt:lpstr>Monotype Sorts</vt:lpstr>
      <vt:lpstr>Symbol</vt:lpstr>
      <vt:lpstr>Times New Roman</vt:lpstr>
      <vt:lpstr>urw-din</vt:lpstr>
      <vt:lpstr>Verdana</vt:lpstr>
      <vt:lpstr>Office Theme</vt:lpstr>
      <vt:lpstr>Správa virtuálnej pamäti</vt:lpstr>
      <vt:lpstr>Background</vt:lpstr>
      <vt:lpstr>Background</vt:lpstr>
      <vt:lpstr>Virtual Memory That is  Larger Than Physical Memory</vt:lpstr>
      <vt:lpstr>Virtual-address Space</vt:lpstr>
      <vt:lpstr>Demand Paging (stránkovanie na žiadosť)</vt:lpstr>
      <vt:lpstr>Basic Concepts of Demand Paging</vt:lpstr>
      <vt:lpstr>Valid-Invalid Bit</vt:lpstr>
      <vt:lpstr>Page Table When Some Pages Are Not in Main Memory</vt:lpstr>
      <vt:lpstr>Page Fault (výpadok stránky)</vt:lpstr>
      <vt:lpstr>Steps in Handling a Page Fault</vt:lpstr>
      <vt:lpstr>Aspects of Demand Paging</vt:lpstr>
      <vt:lpstr>Instruction Restart</vt:lpstr>
      <vt:lpstr>Performance of Demand Paging</vt:lpstr>
      <vt:lpstr>Performance of Demand Paging (Cont.)</vt:lpstr>
      <vt:lpstr>Demand Paging Optimizations</vt:lpstr>
      <vt:lpstr>Copy-on-Write</vt:lpstr>
      <vt:lpstr>Before Process 1 Modifies Page C</vt:lpstr>
      <vt:lpstr>What Happens if There is no Free Frame?</vt:lpstr>
      <vt:lpstr>Page Replacement</vt:lpstr>
      <vt:lpstr>Need For Page Replacement</vt:lpstr>
      <vt:lpstr>Basic Page Replacement</vt:lpstr>
      <vt:lpstr>Page Replacement</vt:lpstr>
      <vt:lpstr>What is Segmentation?</vt:lpstr>
      <vt:lpstr>Advantages and Disadvantages of Segmentation</vt:lpstr>
      <vt:lpstr>Prezentácia programu PowerPoint</vt:lpstr>
      <vt:lpstr>Page and Frame Replacement Algorithms</vt:lpstr>
      <vt:lpstr>Graph of Page Faults Versus  The Number of Frames</vt:lpstr>
      <vt:lpstr>First-In-First-Out (FIFO) Algorithm</vt:lpstr>
      <vt:lpstr>FIFO Illustrating Belady’s Anomaly</vt:lpstr>
      <vt:lpstr>Optimal Algorithm</vt:lpstr>
      <vt:lpstr>Least Recently Used (LRU) Algorithm</vt:lpstr>
      <vt:lpstr>LRU Algorithm (Cont.)</vt:lpstr>
      <vt:lpstr>Use Of A Stack to Record Most Recent Page References</vt:lpstr>
      <vt:lpstr>LRU Approximation Algorithms</vt:lpstr>
      <vt:lpstr>Enhanced Second-Chance Algorithm</vt:lpstr>
      <vt:lpstr>Counting Algorithms</vt:lpstr>
      <vt:lpstr>Page-Buffering Algorithms</vt:lpstr>
      <vt:lpstr>Applications and Page Replacement</vt:lpstr>
      <vt:lpstr>Allocation of Frames</vt:lpstr>
      <vt:lpstr>Fixed Allocation</vt:lpstr>
      <vt:lpstr>Priority Allocation</vt:lpstr>
      <vt:lpstr>Global vs. Local replacement</vt:lpstr>
      <vt:lpstr>Non-Uniform Memory Access</vt:lpstr>
      <vt:lpstr>Thrashing</vt:lpstr>
      <vt:lpstr>Thrashing (Cont.)</vt:lpstr>
      <vt:lpstr>Demand Paging and Thrashing </vt:lpstr>
      <vt:lpstr>Working-Set Model - based on the assumption of locality – control thrashing</vt:lpstr>
      <vt:lpstr>Page-Fault Frequency control thrashing</vt:lpstr>
      <vt:lpstr>Working Sets and Page Fault Rates</vt:lpstr>
      <vt:lpstr>Memory-Mapped Files</vt:lpstr>
      <vt:lpstr>Memory-Mapped File Technique for all I/O</vt:lpstr>
      <vt:lpstr>Memory Mapped Files</vt:lpstr>
      <vt:lpstr>Shared Memory via Memory-Mapped I/O</vt:lpstr>
      <vt:lpstr>Shared Memory in Windows API</vt:lpstr>
      <vt:lpstr>Allocating Kernel Memory</vt:lpstr>
      <vt:lpstr>Buddy System (allocating kernel memory)</vt:lpstr>
      <vt:lpstr>Buddy System Allocator</vt:lpstr>
      <vt:lpstr>Slab Allocator (allocating kernel memory)</vt:lpstr>
      <vt:lpstr>Buddy allocation a SLAB allocation</vt:lpstr>
      <vt:lpstr>Other Considerations -- Prepaging</vt:lpstr>
      <vt:lpstr>Other Issues – Page Size</vt:lpstr>
      <vt:lpstr>Other Issues – TLB Reach </vt:lpstr>
      <vt:lpstr>Other Issues – Program Structure</vt:lpstr>
      <vt:lpstr>Other Issues – I/O interlock</vt:lpstr>
      <vt:lpstr>Záver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Správa pamäti</dc:title>
  <dc:creator>Julius Barath</dc:creator>
  <cp:lastModifiedBy>Baráth, Július</cp:lastModifiedBy>
  <cp:revision>28</cp:revision>
  <cp:lastPrinted>2025-03-04T12:55:32Z</cp:lastPrinted>
  <dcterms:created xsi:type="dcterms:W3CDTF">2013-05-23T07:17:40Z</dcterms:created>
  <dcterms:modified xsi:type="dcterms:W3CDTF">2026-02-23T12:47:34Z</dcterms:modified>
</cp:coreProperties>
</file>