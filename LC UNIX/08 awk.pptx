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6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70" r:id="rId14"/>
    <p:sldId id="271" r:id="rId15"/>
  </p:sldIdLst>
  <p:sldSz cx="9144000" cy="6858000" type="screen4x3"/>
  <p:notesSz cx="6858000" cy="9144000"/>
  <p:defaultTextStyle>
    <a:defPPr>
      <a:defRPr lang="sk-S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5266"/>
    <p:restoredTop sz="94733"/>
  </p:normalViewPr>
  <p:slideViewPr>
    <p:cSldViewPr>
      <p:cViewPr varScale="1">
        <p:scale>
          <a:sx n="120" d="100"/>
          <a:sy n="120" d="100"/>
        </p:scale>
        <p:origin x="2936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aráth, Július" userId="S::julius.barath@aos.sk::aebde9b9-dccc-4475-a9ac-c05e78323d7a" providerId="AD" clId="Web-{666140E3-6F75-6E0E-E8EC-C979EA12B981}"/>
    <pc:docChg chg="modSld">
      <pc:chgData name="Baráth, Július" userId="S::julius.barath@aos.sk::aebde9b9-dccc-4475-a9ac-c05e78323d7a" providerId="AD" clId="Web-{666140E3-6F75-6E0E-E8EC-C979EA12B981}" dt="2023-12-18T12:55:42.206" v="230" actId="14100"/>
      <pc:docMkLst>
        <pc:docMk/>
      </pc:docMkLst>
      <pc:sldChg chg="modSp">
        <pc:chgData name="Baráth, Július" userId="S::julius.barath@aos.sk::aebde9b9-dccc-4475-a9ac-c05e78323d7a" providerId="AD" clId="Web-{666140E3-6F75-6E0E-E8EC-C979EA12B981}" dt="2023-12-18T12:17:57.148" v="1" actId="20577"/>
        <pc:sldMkLst>
          <pc:docMk/>
          <pc:sldMk cId="0" sldId="259"/>
        </pc:sldMkLst>
      </pc:sldChg>
      <pc:sldChg chg="modSp">
        <pc:chgData name="Baráth, Július" userId="S::julius.barath@aos.sk::aebde9b9-dccc-4475-a9ac-c05e78323d7a" providerId="AD" clId="Web-{666140E3-6F75-6E0E-E8EC-C979EA12B981}" dt="2023-12-18T12:36:35.583" v="97" actId="20577"/>
        <pc:sldMkLst>
          <pc:docMk/>
          <pc:sldMk cId="0" sldId="260"/>
        </pc:sldMkLst>
      </pc:sldChg>
      <pc:sldChg chg="modSp">
        <pc:chgData name="Baráth, Július" userId="S::julius.barath@aos.sk::aebde9b9-dccc-4475-a9ac-c05e78323d7a" providerId="AD" clId="Web-{666140E3-6F75-6E0E-E8EC-C979EA12B981}" dt="2023-12-18T12:35:47.191" v="83" actId="20577"/>
        <pc:sldMkLst>
          <pc:docMk/>
          <pc:sldMk cId="0" sldId="261"/>
        </pc:sldMkLst>
      </pc:sldChg>
      <pc:sldChg chg="addSp modSp">
        <pc:chgData name="Baráth, Július" userId="S::julius.barath@aos.sk::aebde9b9-dccc-4475-a9ac-c05e78323d7a" providerId="AD" clId="Web-{666140E3-6F75-6E0E-E8EC-C979EA12B981}" dt="2023-12-18T12:37:00.958" v="99" actId="20577"/>
        <pc:sldMkLst>
          <pc:docMk/>
          <pc:sldMk cId="0" sldId="262"/>
        </pc:sldMkLst>
      </pc:sldChg>
      <pc:sldChg chg="addSp modSp">
        <pc:chgData name="Baráth, Július" userId="S::julius.barath@aos.sk::aebde9b9-dccc-4475-a9ac-c05e78323d7a" providerId="AD" clId="Web-{666140E3-6F75-6E0E-E8EC-C979EA12B981}" dt="2023-12-18T12:42:08.232" v="133" actId="1076"/>
        <pc:sldMkLst>
          <pc:docMk/>
          <pc:sldMk cId="0" sldId="263"/>
        </pc:sldMkLst>
      </pc:sldChg>
      <pc:sldChg chg="addSp modSp">
        <pc:chgData name="Baráth, Július" userId="S::julius.barath@aos.sk::aebde9b9-dccc-4475-a9ac-c05e78323d7a" providerId="AD" clId="Web-{666140E3-6F75-6E0E-E8EC-C979EA12B981}" dt="2023-12-18T12:41:01.214" v="127" actId="14100"/>
        <pc:sldMkLst>
          <pc:docMk/>
          <pc:sldMk cId="0" sldId="264"/>
        </pc:sldMkLst>
      </pc:sldChg>
      <pc:sldChg chg="addSp modSp">
        <pc:chgData name="Baráth, Július" userId="S::julius.barath@aos.sk::aebde9b9-dccc-4475-a9ac-c05e78323d7a" providerId="AD" clId="Web-{666140E3-6F75-6E0E-E8EC-C979EA12B981}" dt="2023-12-18T12:46:59.661" v="167" actId="1076"/>
        <pc:sldMkLst>
          <pc:docMk/>
          <pc:sldMk cId="0" sldId="265"/>
        </pc:sldMkLst>
      </pc:sldChg>
      <pc:sldChg chg="addSp modSp">
        <pc:chgData name="Baráth, Július" userId="S::julius.barath@aos.sk::aebde9b9-dccc-4475-a9ac-c05e78323d7a" providerId="AD" clId="Web-{666140E3-6F75-6E0E-E8EC-C979EA12B981}" dt="2023-12-18T12:50:07.650" v="202" actId="14100"/>
        <pc:sldMkLst>
          <pc:docMk/>
          <pc:sldMk cId="0" sldId="266"/>
        </pc:sldMkLst>
      </pc:sldChg>
      <pc:sldChg chg="addSp modSp">
        <pc:chgData name="Baráth, Július" userId="S::julius.barath@aos.sk::aebde9b9-dccc-4475-a9ac-c05e78323d7a" providerId="AD" clId="Web-{666140E3-6F75-6E0E-E8EC-C979EA12B981}" dt="2023-12-18T12:55:42.206" v="230" actId="14100"/>
        <pc:sldMkLst>
          <pc:docMk/>
          <pc:sldMk cId="0" sldId="271"/>
        </pc:sldMkLst>
      </pc:sldChg>
    </pc:docChg>
  </pc:docChgLst>
  <pc:docChgLst>
    <pc:chgData name="Baráth, Július" userId="aebde9b9-dccc-4475-a9ac-c05e78323d7a" providerId="ADAL" clId="{C72ECC88-2D75-574C-A9B8-806A5D0930D2}"/>
    <pc:docChg chg="undo custSel addSld delSld modSld">
      <pc:chgData name="Baráth, Július" userId="aebde9b9-dccc-4475-a9ac-c05e78323d7a" providerId="ADAL" clId="{C72ECC88-2D75-574C-A9B8-806A5D0930D2}" dt="2024-03-19T13:05:35.096" v="152" actId="20577"/>
      <pc:docMkLst>
        <pc:docMk/>
      </pc:docMkLst>
      <pc:sldChg chg="modSp mod">
        <pc:chgData name="Baráth, Július" userId="aebde9b9-dccc-4475-a9ac-c05e78323d7a" providerId="ADAL" clId="{C72ECC88-2D75-574C-A9B8-806A5D0930D2}" dt="2024-03-19T12:55:29.234" v="117" actId="27636"/>
        <pc:sldMkLst>
          <pc:docMk/>
          <pc:sldMk cId="0" sldId="257"/>
        </pc:sldMkLst>
      </pc:sldChg>
      <pc:sldChg chg="modSp mod">
        <pc:chgData name="Baráth, Július" userId="aebde9b9-dccc-4475-a9ac-c05e78323d7a" providerId="ADAL" clId="{C72ECC88-2D75-574C-A9B8-806A5D0930D2}" dt="2024-03-18T12:38:29.565" v="1" actId="20577"/>
        <pc:sldMkLst>
          <pc:docMk/>
          <pc:sldMk cId="0" sldId="259"/>
        </pc:sldMkLst>
      </pc:sldChg>
      <pc:sldChg chg="modSp mod">
        <pc:chgData name="Baráth, Július" userId="aebde9b9-dccc-4475-a9ac-c05e78323d7a" providerId="ADAL" clId="{C72ECC88-2D75-574C-A9B8-806A5D0930D2}" dt="2024-03-18T13:43:49.180" v="17" actId="20577"/>
        <pc:sldMkLst>
          <pc:docMk/>
          <pc:sldMk cId="0" sldId="260"/>
        </pc:sldMkLst>
      </pc:sldChg>
      <pc:sldChg chg="modSp mod">
        <pc:chgData name="Baráth, Július" userId="aebde9b9-dccc-4475-a9ac-c05e78323d7a" providerId="ADAL" clId="{C72ECC88-2D75-574C-A9B8-806A5D0930D2}" dt="2024-03-19T13:05:35.096" v="152" actId="20577"/>
        <pc:sldMkLst>
          <pc:docMk/>
          <pc:sldMk cId="0" sldId="261"/>
        </pc:sldMkLst>
      </pc:sldChg>
      <pc:sldChg chg="addSp modSp mod modClrScheme chgLayout">
        <pc:chgData name="Baráth, Július" userId="aebde9b9-dccc-4475-a9ac-c05e78323d7a" providerId="ADAL" clId="{C72ECC88-2D75-574C-A9B8-806A5D0930D2}" dt="2024-03-19T12:56:13.912" v="127" actId="20577"/>
        <pc:sldMkLst>
          <pc:docMk/>
          <pc:sldMk cId="0" sldId="267"/>
        </pc:sldMkLst>
      </pc:sldChg>
      <pc:sldChg chg="new del">
        <pc:chgData name="Baráth, Július" userId="aebde9b9-dccc-4475-a9ac-c05e78323d7a" providerId="ADAL" clId="{C72ECC88-2D75-574C-A9B8-806A5D0930D2}" dt="2024-03-19T12:55:57.809" v="121" actId="680"/>
        <pc:sldMkLst>
          <pc:docMk/>
          <pc:sldMk cId="1769099286" sldId="272"/>
        </pc:sldMkLst>
      </pc:sldChg>
    </pc:docChg>
  </pc:docChgLst>
  <pc:docChgLst>
    <pc:chgData name="Baráth, Július" userId="aebde9b9-dccc-4475-a9ac-c05e78323d7a" providerId="ADAL" clId="{385F3312-4CB8-AB4A-80AE-AD848B0264A0}"/>
    <pc:docChg chg="custSel addSld modSld">
      <pc:chgData name="Baráth, Július" userId="aebde9b9-dccc-4475-a9ac-c05e78323d7a" providerId="ADAL" clId="{385F3312-4CB8-AB4A-80AE-AD848B0264A0}" dt="2023-03-30T05:34:45.206" v="45" actId="108"/>
      <pc:docMkLst>
        <pc:docMk/>
      </pc:docMkLst>
      <pc:sldChg chg="modSp mod">
        <pc:chgData name="Baráth, Július" userId="aebde9b9-dccc-4475-a9ac-c05e78323d7a" providerId="ADAL" clId="{385F3312-4CB8-AB4A-80AE-AD848B0264A0}" dt="2023-03-30T05:25:39.561" v="30" actId="20577"/>
        <pc:sldMkLst>
          <pc:docMk/>
          <pc:sldMk cId="0" sldId="260"/>
        </pc:sldMkLst>
      </pc:sldChg>
      <pc:sldChg chg="delSp modSp add mod setBg">
        <pc:chgData name="Baráth, Július" userId="aebde9b9-dccc-4475-a9ac-c05e78323d7a" providerId="ADAL" clId="{385F3312-4CB8-AB4A-80AE-AD848B0264A0}" dt="2023-03-30T05:24:01.126" v="7" actId="12"/>
        <pc:sldMkLst>
          <pc:docMk/>
          <pc:sldMk cId="0" sldId="267"/>
        </pc:sldMkLst>
      </pc:sldChg>
      <pc:sldChg chg="delSp modSp add mod setBg">
        <pc:chgData name="Baráth, Július" userId="aebde9b9-dccc-4475-a9ac-c05e78323d7a" providerId="ADAL" clId="{385F3312-4CB8-AB4A-80AE-AD848B0264A0}" dt="2023-03-30T05:27:03.447" v="33" actId="14100"/>
        <pc:sldMkLst>
          <pc:docMk/>
          <pc:sldMk cId="0" sldId="270"/>
        </pc:sldMkLst>
      </pc:sldChg>
      <pc:sldChg chg="delSp modSp add mod setBg">
        <pc:chgData name="Baráth, Július" userId="aebde9b9-dccc-4475-a9ac-c05e78323d7a" providerId="ADAL" clId="{385F3312-4CB8-AB4A-80AE-AD848B0264A0}" dt="2023-03-30T05:34:45.206" v="45" actId="108"/>
        <pc:sldMkLst>
          <pc:docMk/>
          <pc:sldMk cId="0" sldId="271"/>
        </pc:sldMkLst>
      </pc:sldChg>
    </pc:docChg>
  </pc:docChgLst>
  <pc:docChgLst>
    <pc:chgData name="Baráth, Július" userId="aebde9b9-dccc-4475-a9ac-c05e78323d7a" providerId="ADAL" clId="{55A80219-5596-A441-A634-E3593B12C1F6}"/>
    <pc:docChg chg="custSel modSld">
      <pc:chgData name="Baráth, Július" userId="aebde9b9-dccc-4475-a9ac-c05e78323d7a" providerId="ADAL" clId="{55A80219-5596-A441-A634-E3593B12C1F6}" dt="2025-04-01T06:51:28.890" v="18"/>
      <pc:docMkLst>
        <pc:docMk/>
      </pc:docMkLst>
      <pc:sldChg chg="modSp mod">
        <pc:chgData name="Baráth, Július" userId="aebde9b9-dccc-4475-a9ac-c05e78323d7a" providerId="ADAL" clId="{55A80219-5596-A441-A634-E3593B12C1F6}" dt="2025-03-28T09:50:35.666" v="13" actId="108"/>
        <pc:sldMkLst>
          <pc:docMk/>
          <pc:sldMk cId="0" sldId="260"/>
        </pc:sldMkLst>
        <pc:spChg chg="mod">
          <ac:chgData name="Baráth, Július" userId="aebde9b9-dccc-4475-a9ac-c05e78323d7a" providerId="ADAL" clId="{55A80219-5596-A441-A634-E3593B12C1F6}" dt="2025-03-28T09:50:35.666" v="13" actId="108"/>
          <ac:spMkLst>
            <pc:docMk/>
            <pc:sldMk cId="0" sldId="260"/>
            <ac:spMk id="3" creationId="{00000000-0000-0000-0000-000000000000}"/>
          </ac:spMkLst>
        </pc:spChg>
      </pc:sldChg>
      <pc:sldChg chg="modSp mod">
        <pc:chgData name="Baráth, Július" userId="aebde9b9-dccc-4475-a9ac-c05e78323d7a" providerId="ADAL" clId="{55A80219-5596-A441-A634-E3593B12C1F6}" dt="2025-04-01T06:49:32.945" v="17"/>
        <pc:sldMkLst>
          <pc:docMk/>
          <pc:sldMk cId="0" sldId="264"/>
        </pc:sldMkLst>
        <pc:spChg chg="mod">
          <ac:chgData name="Baráth, Július" userId="aebde9b9-dccc-4475-a9ac-c05e78323d7a" providerId="ADAL" clId="{55A80219-5596-A441-A634-E3593B12C1F6}" dt="2025-04-01T06:49:32.945" v="17"/>
          <ac:spMkLst>
            <pc:docMk/>
            <pc:sldMk cId="0" sldId="264"/>
            <ac:spMk id="3" creationId="{00000000-0000-0000-0000-000000000000}"/>
          </ac:spMkLst>
        </pc:spChg>
      </pc:sldChg>
      <pc:sldChg chg="modSp mod">
        <pc:chgData name="Baráth, Július" userId="aebde9b9-dccc-4475-a9ac-c05e78323d7a" providerId="ADAL" clId="{55A80219-5596-A441-A634-E3593B12C1F6}" dt="2025-04-01T06:47:59.891" v="14"/>
        <pc:sldMkLst>
          <pc:docMk/>
          <pc:sldMk cId="0" sldId="265"/>
        </pc:sldMkLst>
        <pc:spChg chg="mod">
          <ac:chgData name="Baráth, Július" userId="aebde9b9-dccc-4475-a9ac-c05e78323d7a" providerId="ADAL" clId="{55A80219-5596-A441-A634-E3593B12C1F6}" dt="2025-04-01T06:47:59.891" v="14"/>
          <ac:spMkLst>
            <pc:docMk/>
            <pc:sldMk cId="0" sldId="265"/>
            <ac:spMk id="3" creationId="{00000000-0000-0000-0000-000000000000}"/>
          </ac:spMkLst>
        </pc:spChg>
      </pc:sldChg>
      <pc:sldChg chg="modSp mod">
        <pc:chgData name="Baráth, Július" userId="aebde9b9-dccc-4475-a9ac-c05e78323d7a" providerId="ADAL" clId="{55A80219-5596-A441-A634-E3593B12C1F6}" dt="2025-04-01T06:51:28.890" v="18"/>
        <pc:sldMkLst>
          <pc:docMk/>
          <pc:sldMk cId="0" sldId="266"/>
        </pc:sldMkLst>
        <pc:spChg chg="mod">
          <ac:chgData name="Baráth, Július" userId="aebde9b9-dccc-4475-a9ac-c05e78323d7a" providerId="ADAL" clId="{55A80219-5596-A441-A634-E3593B12C1F6}" dt="2025-04-01T06:51:28.890" v="18"/>
          <ac:spMkLst>
            <pc:docMk/>
            <pc:sldMk cId="0" sldId="266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hlavičky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k-SK"/>
          </a:p>
        </p:txBody>
      </p:sp>
      <p:sp>
        <p:nvSpPr>
          <p:cNvPr id="3" name="Zástupný symbol dátum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1E67C6-56A4-4935-9E9B-5A79F4E75DED}" type="datetimeFigureOut">
              <a:rPr lang="sk-SK" smtClean="0"/>
              <a:t>1.4.2025</a:t>
            </a:fld>
            <a:endParaRPr lang="sk-SK"/>
          </a:p>
        </p:txBody>
      </p:sp>
      <p:sp>
        <p:nvSpPr>
          <p:cNvPr id="4" name="Zástupný symbol obrazu snímky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k-SK"/>
          </a:p>
        </p:txBody>
      </p:sp>
      <p:sp>
        <p:nvSpPr>
          <p:cNvPr id="5" name="Zástupný symbol poznámok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sk-SK"/>
              <a:t>Upravte štýl predlohy textu.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6" name="Zástupný symbol päty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k-SK"/>
          </a:p>
        </p:txBody>
      </p:sp>
      <p:sp>
        <p:nvSpPr>
          <p:cNvPr id="7" name="Zástupný symbol čísla snímky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9FCE1F-0B2C-411E-8BB2-0B89545CC6B6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16872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obrazu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oznámo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 dirty="0"/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09FCE1F-0B2C-411E-8BB2-0B89545CC6B6}" type="slidenum">
              <a:rPr lang="sk-SK" smtClean="0"/>
              <a:t>1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4974183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Shape 93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Shape 94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748750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Shape 121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Shape 122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464172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Shape 128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Shape 129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042236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á sním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sk-SK"/>
              <a:t>Kliknite sem a upravte štýl predlohy nadpisov.</a:t>
            </a:r>
          </a:p>
        </p:txBody>
      </p:sp>
      <p:sp>
        <p:nvSpPr>
          <p:cNvPr id="3" name="Podnadpis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sk-SK"/>
              <a:t>Kliknite sem a upravte štýl predlohy podnadpisov.</a:t>
            </a:r>
          </a:p>
        </p:txBody>
      </p:sp>
      <p:sp>
        <p:nvSpPr>
          <p:cNvPr id="4" name="Zástupný symbol dátumu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214CC-5E63-4C66-809C-6D4931786226}" type="datetimeFigureOut">
              <a:rPr lang="sk-SK" smtClean="0"/>
              <a:t>1.4.2025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Zástupný symbol čísla snímky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5AB95-FA6E-48A9-8103-5B63F14B174A}" type="slidenum">
              <a:rPr lang="sk-SK" smtClean="0"/>
              <a:t>‹#›</a:t>
            </a:fld>
            <a:endParaRPr lang="sk-SK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Kliknite sem a upravte štýl predlohy nadpisov.</a:t>
            </a:r>
          </a:p>
        </p:txBody>
      </p:sp>
      <p:sp>
        <p:nvSpPr>
          <p:cNvPr id="3" name="Zástupný symbol obsah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k-SK"/>
              <a:t>Kliknite sem a upravte štýly predlohy textu.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symbol dátumu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214CC-5E63-4C66-809C-6D4931786226}" type="datetimeFigureOut">
              <a:rPr lang="sk-SK" smtClean="0"/>
              <a:t>1.4.2025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Zástupný symbol čísla snímky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5AB95-FA6E-48A9-8103-5B63F14B174A}" type="slidenum">
              <a:rPr lang="sk-SK" smtClean="0"/>
              <a:t>‹#›</a:t>
            </a:fld>
            <a:endParaRPr lang="sk-SK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Hlavička sekc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sk-SK"/>
              <a:t>Kliknite sem a upravte štýl predlohy nadpisov.</a:t>
            </a:r>
          </a:p>
        </p:txBody>
      </p:sp>
      <p:sp>
        <p:nvSpPr>
          <p:cNvPr id="3" name="Zástupný symbol textu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k-SK"/>
              <a:t>Kliknite sem a upravte štýly predlohy textu.</a:t>
            </a:r>
          </a:p>
        </p:txBody>
      </p:sp>
      <p:sp>
        <p:nvSpPr>
          <p:cNvPr id="4" name="Zástupný symbol dátumu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214CC-5E63-4C66-809C-6D4931786226}" type="datetimeFigureOut">
              <a:rPr lang="sk-SK" smtClean="0"/>
              <a:t>1.4.2025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Zástupný symbol čísla snímky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5AB95-FA6E-48A9-8103-5B63F14B174A}" type="slidenum">
              <a:rPr lang="sk-SK" smtClean="0"/>
              <a:t>‹#›</a:t>
            </a:fld>
            <a:endParaRPr lang="sk-SK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Kliknite sem a upravte štýl predlohy nadpisov.</a:t>
            </a:r>
          </a:p>
        </p:txBody>
      </p:sp>
      <p:sp>
        <p:nvSpPr>
          <p:cNvPr id="3" name="Zástupný symbol obsah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sk-SK"/>
              <a:t>Kliknite sem a upravte štýly predlohy textu.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symbol obsah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sk-SK"/>
              <a:t>Kliknite sem a upravte štýly predlohy textu.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5" name="Zástupný symbol dátumu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214CC-5E63-4C66-809C-6D4931786226}" type="datetimeFigureOut">
              <a:rPr lang="sk-SK" smtClean="0"/>
              <a:t>1.4.2025</a:t>
            </a:fld>
            <a:endParaRPr lang="sk-SK"/>
          </a:p>
        </p:txBody>
      </p:sp>
      <p:sp>
        <p:nvSpPr>
          <p:cNvPr id="6" name="Zástupný symbol päty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Zástupný symbol čísla snímky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5AB95-FA6E-48A9-8103-5B63F14B174A}" type="slidenum">
              <a:rPr lang="sk-SK" smtClean="0"/>
              <a:t>‹#›</a:t>
            </a:fld>
            <a:endParaRPr lang="sk-SK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sk-SK"/>
              <a:t>Kliknite sem a upravte štýl predlohy nadpisov.</a:t>
            </a:r>
          </a:p>
        </p:txBody>
      </p:sp>
      <p:sp>
        <p:nvSpPr>
          <p:cNvPr id="3" name="Zástupný symbol textu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textu.</a:t>
            </a:r>
          </a:p>
        </p:txBody>
      </p:sp>
      <p:sp>
        <p:nvSpPr>
          <p:cNvPr id="4" name="Zástupný symbol obsah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sk-SK"/>
              <a:t>Kliknite sem a upravte štýly predlohy textu.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5" name="Zástupný symbol textu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textu.</a:t>
            </a:r>
          </a:p>
        </p:txBody>
      </p:sp>
      <p:sp>
        <p:nvSpPr>
          <p:cNvPr id="6" name="Zástupný symbol obsah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sk-SK"/>
              <a:t>Kliknite sem a upravte štýly predlohy textu.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7" name="Zástupný symbol dátumu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214CC-5E63-4C66-809C-6D4931786226}" type="datetimeFigureOut">
              <a:rPr lang="sk-SK" smtClean="0"/>
              <a:t>1.4.2025</a:t>
            </a:fld>
            <a:endParaRPr lang="sk-SK"/>
          </a:p>
        </p:txBody>
      </p:sp>
      <p:sp>
        <p:nvSpPr>
          <p:cNvPr id="8" name="Zástupný symbol päty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9" name="Zástupný symbol čísla snímky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5AB95-FA6E-48A9-8103-5B63F14B174A}" type="slidenum">
              <a:rPr lang="sk-SK" smtClean="0"/>
              <a:t>‹#›</a:t>
            </a:fld>
            <a:endParaRPr lang="sk-SK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en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Kliknite sem a upravte štýl predlohy nadpisov.</a:t>
            </a:r>
          </a:p>
        </p:txBody>
      </p:sp>
      <p:sp>
        <p:nvSpPr>
          <p:cNvPr id="3" name="Zástupný symbol dátumu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214CC-5E63-4C66-809C-6D4931786226}" type="datetimeFigureOut">
              <a:rPr lang="sk-SK" smtClean="0"/>
              <a:t>1.4.2025</a:t>
            </a:fld>
            <a:endParaRPr lang="sk-SK"/>
          </a:p>
        </p:txBody>
      </p:sp>
      <p:sp>
        <p:nvSpPr>
          <p:cNvPr id="4" name="Zástupný symbol päty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5" name="Zástupný symbol čísla snímky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5AB95-FA6E-48A9-8103-5B63F14B174A}" type="slidenum">
              <a:rPr lang="sk-SK" smtClean="0"/>
              <a:t>‹#›</a:t>
            </a:fld>
            <a:endParaRPr lang="sk-SK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dátumu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214CC-5E63-4C66-809C-6D4931786226}" type="datetimeFigureOut">
              <a:rPr lang="sk-SK" smtClean="0"/>
              <a:t>1.4.2025</a:t>
            </a:fld>
            <a:endParaRPr lang="sk-SK"/>
          </a:p>
        </p:txBody>
      </p:sp>
      <p:sp>
        <p:nvSpPr>
          <p:cNvPr id="3" name="Zástupný symbol päty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5AB95-FA6E-48A9-8103-5B63F14B174A}" type="slidenum">
              <a:rPr lang="sk-SK" smtClean="0"/>
              <a:t>‹#›</a:t>
            </a:fld>
            <a:endParaRPr lang="sk-SK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sk-SK"/>
              <a:t>Kliknite sem a upravte štýl predlohy nadpisov.</a:t>
            </a:r>
          </a:p>
        </p:txBody>
      </p:sp>
      <p:sp>
        <p:nvSpPr>
          <p:cNvPr id="3" name="Zástupný symbol obsah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k-SK"/>
              <a:t>Kliknite sem a upravte štýly predlohy textu.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symbol textu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sk-SK"/>
              <a:t>Kliknite sem a upravte štýly predlohy textu.</a:t>
            </a:r>
          </a:p>
        </p:txBody>
      </p:sp>
      <p:sp>
        <p:nvSpPr>
          <p:cNvPr id="5" name="Zástupný symbol dátumu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214CC-5E63-4C66-809C-6D4931786226}" type="datetimeFigureOut">
              <a:rPr lang="sk-SK" smtClean="0"/>
              <a:t>1.4.2025</a:t>
            </a:fld>
            <a:endParaRPr lang="sk-SK"/>
          </a:p>
        </p:txBody>
      </p:sp>
      <p:sp>
        <p:nvSpPr>
          <p:cNvPr id="6" name="Zástupný symbol päty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Zástupný symbol čísla snímky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5AB95-FA6E-48A9-8103-5B63F14B174A}" type="slidenum">
              <a:rPr lang="sk-SK" smtClean="0"/>
              <a:t>‹#›</a:t>
            </a:fld>
            <a:endParaRPr lang="sk-SK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ok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sk-SK"/>
              <a:t>Kliknite sem a upravte štýl predlohy nadpisov.</a:t>
            </a:r>
          </a:p>
        </p:txBody>
      </p:sp>
      <p:sp>
        <p:nvSpPr>
          <p:cNvPr id="3" name="Zástupný symbol obrázka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k-SK"/>
          </a:p>
        </p:txBody>
      </p:sp>
      <p:sp>
        <p:nvSpPr>
          <p:cNvPr id="4" name="Zástupný symbol textu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sk-SK"/>
              <a:t>Kliknite sem a upravte štýly predlohy textu.</a:t>
            </a:r>
          </a:p>
        </p:txBody>
      </p:sp>
      <p:sp>
        <p:nvSpPr>
          <p:cNvPr id="5" name="Zástupný symbol dátumu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214CC-5E63-4C66-809C-6D4931786226}" type="datetimeFigureOut">
              <a:rPr lang="sk-SK" smtClean="0"/>
              <a:t>1.4.2025</a:t>
            </a:fld>
            <a:endParaRPr lang="sk-SK"/>
          </a:p>
        </p:txBody>
      </p:sp>
      <p:sp>
        <p:nvSpPr>
          <p:cNvPr id="6" name="Zástupný symbol päty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Zástupný symbol čísla snímky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5AB95-FA6E-48A9-8103-5B63F14B174A}" type="slidenum">
              <a:rPr lang="sk-SK" smtClean="0"/>
              <a:t>‹#›</a:t>
            </a:fld>
            <a:endParaRPr lang="sk-SK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z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Kliknite sem a upravte štýl predlohy nadpisov.</a:t>
            </a:r>
          </a:p>
        </p:txBody>
      </p:sp>
      <p:sp>
        <p:nvSpPr>
          <p:cNvPr id="3" name="Zástupný symbol zvislého textu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k-SK"/>
              <a:t>Kliknite sem a upravte štýly predlohy textu.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symbol dátumu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214CC-5E63-4C66-809C-6D4931786226}" type="datetimeFigureOut">
              <a:rPr lang="sk-SK" smtClean="0"/>
              <a:t>1.4.2025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Zástupný symbol čísla snímky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5AB95-FA6E-48A9-8103-5B63F14B174A}" type="slidenum">
              <a:rPr lang="sk-SK" smtClean="0"/>
              <a:t>‹#›</a:t>
            </a:fld>
            <a:endParaRPr lang="sk-SK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Z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vislý nadpis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sk-SK"/>
              <a:t>Kliknite sem a upravte štýl predlohy nadpisov.</a:t>
            </a:r>
          </a:p>
        </p:txBody>
      </p:sp>
      <p:sp>
        <p:nvSpPr>
          <p:cNvPr id="3" name="Zástupný symbol zvislého textu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sk-SK"/>
              <a:t>Kliknite sem a upravte štýly predlohy textu.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symbol dátumu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214CC-5E63-4C66-809C-6D4931786226}" type="datetimeFigureOut">
              <a:rPr lang="sk-SK" smtClean="0"/>
              <a:t>1.4.2025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Zástupný symbol čísla snímky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5AB95-FA6E-48A9-8103-5B63F14B174A}" type="slidenum">
              <a:rPr lang="sk-SK" smtClean="0"/>
              <a:t>‹#›</a:t>
            </a:fld>
            <a:endParaRPr lang="sk-SK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nadpisu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k-SK"/>
              <a:t>Kliknite sem a upravte štýl predlohy nadpisov.</a:t>
            </a:r>
          </a:p>
        </p:txBody>
      </p:sp>
      <p:sp>
        <p:nvSpPr>
          <p:cNvPr id="3" name="Zástupný symbol textu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k-SK"/>
              <a:t>Kliknite sem a upravte štýly predlohy textu.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symbol dátumu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3214CC-5E63-4C66-809C-6D4931786226}" type="datetimeFigureOut">
              <a:rPr lang="sk-SK" smtClean="0"/>
              <a:t>1.4.2025</a:t>
            </a:fld>
            <a:endParaRPr lang="sk-SK"/>
          </a:p>
        </p:txBody>
      </p:sp>
      <p:sp>
        <p:nvSpPr>
          <p:cNvPr id="5" name="Zástupný symbol päty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k-SK"/>
          </a:p>
        </p:txBody>
      </p:sp>
      <p:sp>
        <p:nvSpPr>
          <p:cNvPr id="6" name="Zástupný symbol čísla snímky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35AB95-FA6E-48A9-8103-5B63F14B174A}" type="slidenum">
              <a:rPr lang="sk-SK" smtClean="0"/>
              <a:t>‹#›</a:t>
            </a:fld>
            <a:endParaRPr lang="sk-SK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k-S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AWK a pr</a:t>
            </a:r>
            <a:r>
              <a:rPr lang="sk-SK" dirty="0" err="1"/>
              <a:t>íklady</a:t>
            </a:r>
            <a:r>
              <a:rPr lang="sk-SK" dirty="0"/>
              <a:t> na použitie</a:t>
            </a:r>
          </a:p>
        </p:txBody>
      </p:sp>
      <p:sp>
        <p:nvSpPr>
          <p:cNvPr id="3" name="Podnadpis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sk-SK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Načo slúži AWK</a:t>
            </a:r>
          </a:p>
        </p:txBody>
      </p:sp>
      <p:sp>
        <p:nvSpPr>
          <p:cNvPr id="3" name="Zástupný symbol obsahu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algn="l" fontAlgn="base"/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Awk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is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a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scripting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language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used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for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u="sng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manipulating</a:t>
            </a:r>
            <a:r>
              <a:rPr lang="sk-SK" b="0" i="0" u="sng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u="sng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data</a:t>
            </a:r>
            <a:r>
              <a:rPr lang="sk-SK" b="0" i="0" u="sng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and </a:t>
            </a:r>
            <a:r>
              <a:rPr lang="sk-SK" b="0" i="0" u="sng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generating</a:t>
            </a:r>
            <a:r>
              <a:rPr lang="sk-SK" b="0" i="0" u="sng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u="sng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reports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.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The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awk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command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programming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language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requires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no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compiling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and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allows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the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user to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use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variables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,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numeric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functions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,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string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functions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, and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logical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operators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. </a:t>
            </a:r>
          </a:p>
          <a:p>
            <a:pPr algn="l" fontAlgn="base"/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Awk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creates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programs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in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the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form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of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statements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that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define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text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patterns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that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are to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be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searched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for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in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each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line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of a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document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and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the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action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that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is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to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be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taken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when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a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match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is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found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within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a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line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. </a:t>
            </a:r>
          </a:p>
          <a:p>
            <a:pPr algn="l" fontAlgn="base"/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Awk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is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mostly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used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for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pattern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scanning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and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processing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. </a:t>
            </a:r>
          </a:p>
          <a:p>
            <a:pPr lvl="1" fontAlgn="base"/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It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searches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one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or more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files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to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see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if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they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contain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lines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that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matches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with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the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specified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patterns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and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then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perform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the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associated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actions</a:t>
            </a:r>
            <a:r>
              <a:rPr lang="sk-SK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.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Shape 8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lIns="34290" tIns="34290" rIns="34290" bIns="34290" anchor="ctr" anchorCtr="0"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sz="3600" b="1" dirty="0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Text Processing with </a:t>
            </a:r>
            <a:r>
              <a:rPr lang="en-US" sz="3600" b="1" dirty="0">
                <a:solidFill>
                  <a:srgbClr val="444444"/>
                </a:solidFill>
                <a:latin typeface="Courier New"/>
                <a:ea typeface="Courier New"/>
                <a:cs typeface="Courier New"/>
                <a:sym typeface="courier new"/>
              </a:rPr>
              <a:t>awk</a:t>
            </a:r>
            <a:r>
              <a:rPr lang="en-US" sz="3600" b="1" dirty="0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 I.</a:t>
            </a:r>
          </a:p>
        </p:txBody>
      </p:sp>
      <p:sp>
        <p:nvSpPr>
          <p:cNvPr id="2" name="Zástupný objekt pre obsah 1">
            <a:extLst>
              <a:ext uri="{FF2B5EF4-FFF2-40B4-BE49-F238E27FC236}">
                <a16:creationId xmlns:a16="http://schemas.microsoft.com/office/drawing/2014/main" id="{4920990C-7CEE-B0F3-9929-13B41E2FC5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457200" indent="-457200" algn="l" fontAlgn="base">
              <a:buFont typeface="Arial" panose="020B0604020202020204" pitchFamily="34" charset="0"/>
              <a:buChar char="•"/>
            </a:pPr>
            <a:r>
              <a:rPr lang="sk-SK" sz="3200" b="1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AWK </a:t>
            </a:r>
            <a:r>
              <a:rPr lang="sk-SK" sz="3200" b="1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Operations</a:t>
            </a:r>
            <a:r>
              <a:rPr lang="sk-SK" sz="3200" b="1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:</a:t>
            </a:r>
            <a:endParaRPr lang="sk-SK" sz="3200" dirty="0">
              <a:solidFill>
                <a:srgbClr val="273239"/>
              </a:solidFill>
              <a:highlight>
                <a:srgbClr val="FFFFFF"/>
              </a:highlight>
              <a:latin typeface="Nunito" pitchFamily="2" charset="0"/>
            </a:endParaRPr>
          </a:p>
          <a:p>
            <a:pPr marL="914400" lvl="1" indent="-457200" fontAlgn="base">
              <a:buFont typeface="Arial" panose="020B0604020202020204" pitchFamily="34" charset="0"/>
              <a:buChar char="•"/>
            </a:pPr>
            <a:r>
              <a:rPr lang="sk-SK" sz="3200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Scans</a:t>
            </a:r>
            <a:r>
              <a:rPr lang="sk-SK" sz="3200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a </a:t>
            </a:r>
            <a:r>
              <a:rPr lang="sk-SK" sz="3200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file</a:t>
            </a:r>
            <a:r>
              <a:rPr lang="sk-SK" sz="3200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sz="3200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line</a:t>
            </a:r>
            <a:r>
              <a:rPr lang="sk-SK" sz="3200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by </a:t>
            </a:r>
            <a:r>
              <a:rPr lang="sk-SK" sz="3200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line</a:t>
            </a:r>
            <a:r>
              <a:rPr lang="sk-SK" sz="3200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 </a:t>
            </a:r>
          </a:p>
          <a:p>
            <a:pPr marL="914400" lvl="1" indent="-457200" fontAlgn="base">
              <a:buFont typeface="Arial" panose="020B0604020202020204" pitchFamily="34" charset="0"/>
              <a:buChar char="•"/>
            </a:pPr>
            <a:r>
              <a:rPr lang="sk-SK" sz="3200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Splits</a:t>
            </a:r>
            <a:r>
              <a:rPr lang="sk-SK" sz="3200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sz="3200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each</a:t>
            </a:r>
            <a:r>
              <a:rPr lang="sk-SK" sz="3200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sz="3200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input</a:t>
            </a:r>
            <a:r>
              <a:rPr lang="sk-SK" sz="3200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sz="3200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line</a:t>
            </a:r>
            <a:r>
              <a:rPr lang="sk-SK" sz="3200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sz="3200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into</a:t>
            </a:r>
            <a:r>
              <a:rPr lang="sk-SK" sz="3200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sz="3200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fields</a:t>
            </a:r>
            <a:r>
              <a:rPr lang="sk-SK" sz="3200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 </a:t>
            </a:r>
          </a:p>
          <a:p>
            <a:pPr marL="914400" lvl="1" indent="-457200" fontAlgn="base">
              <a:buFont typeface="Arial" panose="020B0604020202020204" pitchFamily="34" charset="0"/>
              <a:buChar char="•"/>
            </a:pPr>
            <a:r>
              <a:rPr lang="sk-SK" sz="3200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Compares</a:t>
            </a:r>
            <a:r>
              <a:rPr lang="sk-SK" sz="3200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sz="3200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input</a:t>
            </a:r>
            <a:r>
              <a:rPr lang="sk-SK" sz="3200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sz="3200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line</a:t>
            </a:r>
            <a:r>
              <a:rPr lang="sk-SK" sz="3200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/</a:t>
            </a:r>
            <a:r>
              <a:rPr lang="sk-SK" sz="3200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fields</a:t>
            </a:r>
            <a:r>
              <a:rPr lang="sk-SK" sz="3200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to </a:t>
            </a:r>
            <a:r>
              <a:rPr lang="sk-SK" sz="3200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pattern</a:t>
            </a:r>
            <a:endParaRPr lang="sk-SK" sz="3200" b="0" i="0" dirty="0">
              <a:solidFill>
                <a:srgbClr val="273239"/>
              </a:solidFill>
              <a:effectLst/>
              <a:highlight>
                <a:srgbClr val="FFFFFF"/>
              </a:highlight>
              <a:latin typeface="Nunito" pitchFamily="2" charset="0"/>
            </a:endParaRPr>
          </a:p>
          <a:p>
            <a:pPr marL="914400" lvl="1" indent="-457200" fontAlgn="base">
              <a:buFont typeface="Arial" panose="020B0604020202020204" pitchFamily="34" charset="0"/>
              <a:buChar char="•"/>
            </a:pPr>
            <a:r>
              <a:rPr lang="sk-SK" sz="3200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Performs</a:t>
            </a:r>
            <a:r>
              <a:rPr lang="sk-SK" sz="3200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sz="3200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action</a:t>
            </a:r>
            <a:r>
              <a:rPr lang="sk-SK" sz="3200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(s) on </a:t>
            </a:r>
            <a:r>
              <a:rPr lang="sk-SK" sz="3200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matched</a:t>
            </a:r>
            <a:r>
              <a:rPr lang="sk-SK" sz="3200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sz="3200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lines</a:t>
            </a:r>
            <a:endParaRPr lang="sk-SK" sz="3200" b="0" i="0" dirty="0">
              <a:solidFill>
                <a:srgbClr val="273239"/>
              </a:solidFill>
              <a:effectLst/>
              <a:highlight>
                <a:srgbClr val="FFFFFF"/>
              </a:highlight>
              <a:latin typeface="Nunito" pitchFamily="2" charset="0"/>
            </a:endParaRPr>
          </a:p>
          <a:p>
            <a:pPr marL="457200" indent="-457200" algn="l" fontAlgn="base">
              <a:buFont typeface="Arial" panose="020B0604020202020204" pitchFamily="34" charset="0"/>
              <a:buChar char="•"/>
            </a:pPr>
            <a:r>
              <a:rPr lang="sk-SK" sz="3200" b="1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Useful</a:t>
            </a:r>
            <a:r>
              <a:rPr lang="sk-SK" sz="3200" b="1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sz="3200" b="1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For</a:t>
            </a:r>
            <a:r>
              <a:rPr lang="sk-SK" sz="3200" b="1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:</a:t>
            </a:r>
            <a:endParaRPr lang="sk-SK" sz="3200" dirty="0">
              <a:solidFill>
                <a:srgbClr val="273239"/>
              </a:solidFill>
              <a:highlight>
                <a:srgbClr val="FFFFFF"/>
              </a:highlight>
              <a:latin typeface="Nunito" pitchFamily="2" charset="0"/>
            </a:endParaRPr>
          </a:p>
          <a:p>
            <a:pPr marL="914400" lvl="1" indent="-457200" fontAlgn="base">
              <a:buFont typeface="Arial" panose="020B0604020202020204" pitchFamily="34" charset="0"/>
              <a:buChar char="•"/>
            </a:pPr>
            <a:r>
              <a:rPr lang="sk-SK" sz="3200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Transform</a:t>
            </a:r>
            <a:r>
              <a:rPr lang="sk-SK" sz="3200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sz="3200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data</a:t>
            </a:r>
            <a:r>
              <a:rPr lang="sk-SK" sz="3200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sz="3200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files</a:t>
            </a:r>
            <a:r>
              <a:rPr lang="sk-SK" sz="3200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 </a:t>
            </a:r>
            <a:endParaRPr lang="sk-SK" sz="3200" dirty="0">
              <a:solidFill>
                <a:srgbClr val="273239"/>
              </a:solidFill>
              <a:highlight>
                <a:srgbClr val="FFFFFF"/>
              </a:highlight>
              <a:latin typeface="Nunito" pitchFamily="2" charset="0"/>
            </a:endParaRPr>
          </a:p>
          <a:p>
            <a:pPr marL="914400" lvl="1" indent="-457200" fontAlgn="base">
              <a:buFont typeface="Arial" panose="020B0604020202020204" pitchFamily="34" charset="0"/>
              <a:buChar char="•"/>
            </a:pPr>
            <a:r>
              <a:rPr lang="sk-SK" sz="3200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Produce</a:t>
            </a:r>
            <a:r>
              <a:rPr lang="sk-SK" sz="3200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sz="3200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formatted</a:t>
            </a:r>
            <a:r>
              <a:rPr lang="sk-SK" sz="3200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sz="3200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reports</a:t>
            </a:r>
            <a:r>
              <a:rPr lang="sk-SK" sz="3200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 </a:t>
            </a:r>
          </a:p>
          <a:p>
            <a:pPr marL="457200" indent="-457200" fontAlgn="base">
              <a:buFont typeface="Arial" panose="020B0604020202020204" pitchFamily="34" charset="0"/>
              <a:buChar char="•"/>
            </a:pPr>
            <a:r>
              <a:rPr lang="sk-SK" sz="3200" b="1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Programming</a:t>
            </a:r>
            <a:r>
              <a:rPr lang="sk-SK" sz="3200" b="1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sz="3200" b="1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Constructs</a:t>
            </a:r>
            <a:r>
              <a:rPr lang="sk-SK" sz="3200" b="1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:</a:t>
            </a:r>
            <a:endParaRPr lang="sk-SK" sz="3200" dirty="0">
              <a:solidFill>
                <a:srgbClr val="273239"/>
              </a:solidFill>
              <a:highlight>
                <a:srgbClr val="FFFFFF"/>
              </a:highlight>
              <a:latin typeface="Nunito" pitchFamily="2" charset="0"/>
            </a:endParaRPr>
          </a:p>
          <a:p>
            <a:pPr marL="914400" lvl="1" indent="-457200" fontAlgn="base">
              <a:buFont typeface="Arial" panose="020B0604020202020204" pitchFamily="34" charset="0"/>
              <a:buChar char="•"/>
            </a:pPr>
            <a:r>
              <a:rPr lang="sk-SK" sz="3200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Format</a:t>
            </a:r>
            <a:r>
              <a:rPr lang="sk-SK" sz="3200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output </a:t>
            </a:r>
            <a:r>
              <a:rPr lang="sk-SK" sz="3200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lines</a:t>
            </a:r>
            <a:endParaRPr lang="sk-SK" sz="3200" b="0" i="0" dirty="0">
              <a:solidFill>
                <a:srgbClr val="273239"/>
              </a:solidFill>
              <a:effectLst/>
              <a:highlight>
                <a:srgbClr val="FFFFFF"/>
              </a:highlight>
              <a:latin typeface="Nunito" pitchFamily="2" charset="0"/>
            </a:endParaRPr>
          </a:p>
          <a:p>
            <a:pPr marL="914400" lvl="1" indent="-457200" fontAlgn="base">
              <a:buFont typeface="Arial" panose="020B0604020202020204" pitchFamily="34" charset="0"/>
              <a:buChar char="•"/>
            </a:pPr>
            <a:r>
              <a:rPr lang="sk-SK" sz="3200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Arithmetic</a:t>
            </a:r>
            <a:r>
              <a:rPr lang="sk-SK" sz="3200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and </a:t>
            </a:r>
            <a:r>
              <a:rPr lang="sk-SK" sz="3200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string</a:t>
            </a:r>
            <a:r>
              <a:rPr lang="sk-SK" sz="3200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sz="3200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operations</a:t>
            </a:r>
            <a:endParaRPr lang="sk-SK" sz="3200" b="0" i="0" dirty="0">
              <a:solidFill>
                <a:srgbClr val="273239"/>
              </a:solidFill>
              <a:effectLst/>
              <a:highlight>
                <a:srgbClr val="FFFFFF"/>
              </a:highlight>
              <a:latin typeface="Nunito" pitchFamily="2" charset="0"/>
            </a:endParaRPr>
          </a:p>
          <a:p>
            <a:pPr marL="914400" lvl="1" indent="-457200" fontAlgn="base">
              <a:buFont typeface="Arial" panose="020B0604020202020204" pitchFamily="34" charset="0"/>
              <a:buChar char="•"/>
            </a:pPr>
            <a:r>
              <a:rPr lang="sk-SK" sz="3200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Conditionals</a:t>
            </a:r>
            <a:r>
              <a:rPr lang="sk-SK" sz="3200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and </a:t>
            </a:r>
            <a:r>
              <a:rPr lang="sk-SK" sz="3200" b="0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loops</a:t>
            </a:r>
            <a:endParaRPr lang="sk-SK" sz="3200" b="0" i="0" dirty="0">
              <a:solidFill>
                <a:srgbClr val="273239"/>
              </a:solidFill>
              <a:effectLst/>
              <a:highlight>
                <a:srgbClr val="FFFFFF"/>
              </a:highlight>
              <a:latin typeface="Nunito" pitchFamily="2" charset="0"/>
            </a:endParaRPr>
          </a:p>
        </p:txBody>
      </p:sp>
      <p:sp>
        <p:nvSpPr>
          <p:cNvPr id="90" name="Shape 90"/>
          <p:cNvSpPr txBox="1"/>
          <p:nvPr/>
        </p:nvSpPr>
        <p:spPr>
          <a:xfrm>
            <a:off x="683568" y="1052736"/>
            <a:ext cx="8160688" cy="5016803"/>
          </a:xfrm>
          <a:prstGeom prst="rect">
            <a:avLst/>
          </a:prstGeom>
        </p:spPr>
        <p:txBody>
          <a:bodyPr lIns="34290" tIns="34290" rIns="34290" bIns="34290" anchor="t" anchorCtr="0">
            <a:noAutofit/>
          </a:bodyPr>
          <a:lstStyle/>
          <a:p>
            <a:pPr marL="457200" indent="-457200" algn="l" fontAlgn="base">
              <a:buFont typeface="Arial" panose="020B0604020202020204" pitchFamily="34" charset="0"/>
              <a:buChar char="•"/>
            </a:pPr>
            <a:endParaRPr lang="sk-SK" sz="3200" b="0" i="0" dirty="0">
              <a:solidFill>
                <a:srgbClr val="273239"/>
              </a:solidFill>
              <a:effectLst/>
              <a:highlight>
                <a:srgbClr val="FFFFFF"/>
              </a:highlight>
              <a:latin typeface="Nunito" pitchFamily="2" charset="0"/>
            </a:endParaRPr>
          </a:p>
        </p:txBody>
      </p:sp>
    </p:spTree>
  </p:cSld>
  <p:clrMapOvr>
    <a:masterClrMapping/>
  </p:clrMapOvr>
  <p:transition spd="slow"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Vzorový súbor – </a:t>
            </a:r>
            <a:r>
              <a:rPr lang="sk-SK" dirty="0" err="1"/>
              <a:t>osoby.txt</a:t>
            </a:r>
            <a:endParaRPr lang="sk-SK" dirty="0"/>
          </a:p>
        </p:txBody>
      </p:sp>
      <p:sp>
        <p:nvSpPr>
          <p:cNvPr id="3" name="Zástupný symbol obsahu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257800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sk-SK" u="sng" dirty="0"/>
              <a:t>Údaje sú vo formáte:</a:t>
            </a:r>
          </a:p>
          <a:p>
            <a:pPr>
              <a:buNone/>
            </a:pPr>
            <a:r>
              <a:rPr lang="sk-SK" dirty="0"/>
              <a:t>ID – meno – pohlavie – vek</a:t>
            </a:r>
          </a:p>
          <a:p>
            <a:pPr>
              <a:buNone/>
            </a:pPr>
            <a:endParaRPr lang="sk-SK" dirty="0"/>
          </a:p>
          <a:p>
            <a:pPr>
              <a:buNone/>
            </a:pPr>
            <a:r>
              <a:rPr lang="en-US" dirty="0"/>
              <a:t>1 </a:t>
            </a:r>
            <a:r>
              <a:rPr lang="en-US" dirty="0" err="1"/>
              <a:t>jozef</a:t>
            </a:r>
            <a:r>
              <a:rPr lang="en-US" dirty="0"/>
              <a:t> m 18</a:t>
            </a:r>
          </a:p>
          <a:p>
            <a:pPr>
              <a:buNone/>
            </a:pPr>
            <a:r>
              <a:rPr lang="en-US" dirty="0"/>
              <a:t>2 peter m 22</a:t>
            </a:r>
          </a:p>
          <a:p>
            <a:pPr>
              <a:buNone/>
            </a:pPr>
            <a:r>
              <a:rPr lang="en-US" dirty="0"/>
              <a:t>3 </a:t>
            </a:r>
            <a:r>
              <a:rPr lang="en-US" dirty="0" err="1"/>
              <a:t>ivan</a:t>
            </a:r>
            <a:r>
              <a:rPr lang="en-US" dirty="0"/>
              <a:t> m 51</a:t>
            </a:r>
          </a:p>
          <a:p>
            <a:pPr>
              <a:buNone/>
            </a:pPr>
            <a:r>
              <a:rPr lang="en-US" dirty="0"/>
              <a:t>4 </a:t>
            </a:r>
            <a:r>
              <a:rPr lang="en-US" dirty="0" err="1"/>
              <a:t>anna</a:t>
            </a:r>
            <a:r>
              <a:rPr lang="en-US" dirty="0"/>
              <a:t> z 39</a:t>
            </a:r>
          </a:p>
          <a:p>
            <a:pPr>
              <a:buNone/>
            </a:pPr>
            <a:r>
              <a:rPr lang="en-US" dirty="0"/>
              <a:t>5 </a:t>
            </a:r>
            <a:r>
              <a:rPr lang="en-US" dirty="0" err="1"/>
              <a:t>jana</a:t>
            </a:r>
            <a:r>
              <a:rPr lang="en-US" dirty="0"/>
              <a:t> z 23</a:t>
            </a:r>
            <a:endParaRPr lang="sk-SK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1. </a:t>
            </a:r>
            <a:r>
              <a:rPr lang="sk-SK" dirty="0"/>
              <a:t>Výpis celého súbor bez podmienok</a:t>
            </a:r>
          </a:p>
        </p:txBody>
      </p:sp>
      <p:sp>
        <p:nvSpPr>
          <p:cNvPr id="3" name="Zástupný symbol obsahu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endParaRPr lang="sk-SK" dirty="0"/>
          </a:p>
          <a:p>
            <a:pPr marL="514350" indent="-514350">
              <a:buFont typeface="+mj-lt"/>
              <a:buAutoNum type="arabicPeriod"/>
            </a:pPr>
            <a:r>
              <a:rPr lang="sk-SK" dirty="0" err="1"/>
              <a:t>cat</a:t>
            </a:r>
            <a:r>
              <a:rPr lang="sk-SK" dirty="0"/>
              <a:t> osoby.txt		// pomocou </a:t>
            </a:r>
            <a:r>
              <a:rPr lang="sk-SK" dirty="0" err="1"/>
              <a:t>cat</a:t>
            </a:r>
            <a:endParaRPr lang="sk-SK" dirty="0"/>
          </a:p>
          <a:p>
            <a:pPr marL="514350" indent="-514350">
              <a:buFont typeface="+mj-lt"/>
              <a:buAutoNum type="arabicPeriod"/>
            </a:pPr>
            <a:endParaRPr lang="sk-SK" dirty="0"/>
          </a:p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awk  '{print;}' </a:t>
            </a:r>
            <a:r>
              <a:rPr lang="en-US" dirty="0" err="1">
                <a:ea typeface="+mn-lt"/>
                <a:cs typeface="+mn-lt"/>
              </a:rPr>
              <a:t>osoby.txt</a:t>
            </a:r>
            <a:r>
              <a:rPr lang="en-US" dirty="0">
                <a:ea typeface="+mn-lt"/>
                <a:cs typeface="+mn-lt"/>
              </a:rPr>
              <a:t> </a:t>
            </a:r>
            <a:endParaRPr lang="sk-SK" dirty="0"/>
          </a:p>
          <a:p>
            <a:pPr marL="514350" indent="-514350">
              <a:buAutoNum type="arabicPeriod"/>
            </a:pPr>
            <a:endParaRPr lang="en-US" dirty="0"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2. V</a:t>
            </a:r>
            <a:r>
              <a:rPr lang="sk-SK" dirty="0" err="1"/>
              <a:t>ýpis</a:t>
            </a:r>
            <a:r>
              <a:rPr lang="sk-SK" dirty="0"/>
              <a:t> s filtráciou mena</a:t>
            </a:r>
          </a:p>
        </p:txBody>
      </p:sp>
      <p:sp>
        <p:nvSpPr>
          <p:cNvPr id="3" name="Zástupný symbol obsahu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85000" lnSpcReduction="20000"/>
          </a:bodyPr>
          <a:lstStyle/>
          <a:p>
            <a:pPr marL="514350" indent="-514350"/>
            <a:r>
              <a:rPr lang="sk-SK" dirty="0">
                <a:ea typeface="Calibri"/>
                <a:cs typeface="Calibri"/>
              </a:rPr>
              <a:t>Znalosť regulárnych výrazov ...</a:t>
            </a:r>
          </a:p>
          <a:p>
            <a:pPr marL="514350" indent="-514350"/>
            <a:endParaRPr lang="sk-SK" dirty="0">
              <a:ea typeface="Calibri"/>
              <a:cs typeface="Calibri"/>
            </a:endParaRPr>
          </a:p>
          <a:p>
            <a:pPr marL="514350" indent="-514350">
              <a:buFont typeface="Arial"/>
              <a:buChar char="•"/>
            </a:pPr>
            <a:r>
              <a:rPr lang="sk-SK" dirty="0" err="1"/>
              <a:t>awk</a:t>
            </a:r>
            <a:r>
              <a:rPr lang="sk-SK" dirty="0"/>
              <a:t>  '/</a:t>
            </a:r>
            <a:r>
              <a:rPr lang="sk-SK" dirty="0" err="1"/>
              <a:t>joz</a:t>
            </a:r>
            <a:r>
              <a:rPr lang="sk-SK" dirty="0"/>
              <a:t>/</a:t>
            </a:r>
            <a:r>
              <a:rPr lang="en-US" dirty="0"/>
              <a:t>' osoby.txt</a:t>
            </a:r>
            <a:endParaRPr lang="sk-SK" dirty="0">
              <a:ea typeface="Calibri"/>
              <a:cs typeface="Calibri"/>
            </a:endParaRPr>
          </a:p>
          <a:p>
            <a:pPr marL="514350" indent="-514350">
              <a:buFont typeface="Arial"/>
              <a:buChar char="•"/>
            </a:pPr>
            <a:r>
              <a:rPr lang="sk-SK" dirty="0" err="1"/>
              <a:t>awk</a:t>
            </a:r>
            <a:r>
              <a:rPr lang="sk-SK" dirty="0"/>
              <a:t>  '/</a:t>
            </a:r>
            <a:r>
              <a:rPr lang="sk-SK" dirty="0" err="1"/>
              <a:t>jozef</a:t>
            </a:r>
            <a:r>
              <a:rPr lang="sk-SK" dirty="0"/>
              <a:t>/'</a:t>
            </a:r>
            <a:r>
              <a:rPr lang="en-US" dirty="0"/>
              <a:t> osoby.txt</a:t>
            </a:r>
            <a:endParaRPr lang="sk-SK" dirty="0">
              <a:ea typeface="Calibri"/>
              <a:cs typeface="Calibri"/>
            </a:endParaRPr>
          </a:p>
          <a:p>
            <a:pPr marL="514350" indent="-514350">
              <a:buFont typeface="Arial"/>
              <a:buChar char="•"/>
            </a:pPr>
            <a:r>
              <a:rPr lang="sk-SK" dirty="0" err="1"/>
              <a:t>awk</a:t>
            </a:r>
            <a:r>
              <a:rPr lang="sk-SK" dirty="0"/>
              <a:t>  '/</a:t>
            </a:r>
            <a:r>
              <a:rPr lang="sk-SK" dirty="0" err="1"/>
              <a:t>an</a:t>
            </a:r>
            <a:r>
              <a:rPr lang="sk-SK" dirty="0"/>
              <a:t>/'</a:t>
            </a:r>
            <a:r>
              <a:rPr lang="en-US" dirty="0"/>
              <a:t> osoby.txt</a:t>
            </a:r>
            <a:endParaRPr lang="en-US" dirty="0">
              <a:ea typeface="Calibri"/>
              <a:cs typeface="Calibri"/>
            </a:endParaRPr>
          </a:p>
          <a:p>
            <a:pPr marL="514350" indent="-514350">
              <a:buFont typeface="Arial"/>
              <a:buChar char="•"/>
            </a:pPr>
            <a:r>
              <a:rPr lang="sk-SK" dirty="0" err="1"/>
              <a:t>awk</a:t>
            </a:r>
            <a:r>
              <a:rPr lang="sk-SK" dirty="0"/>
              <a:t> '/ </a:t>
            </a:r>
            <a:r>
              <a:rPr lang="sk-SK" dirty="0" err="1"/>
              <a:t>an</a:t>
            </a:r>
            <a:r>
              <a:rPr lang="sk-SK" dirty="0"/>
              <a:t>/' </a:t>
            </a:r>
            <a:r>
              <a:rPr lang="sk-SK" dirty="0" err="1"/>
              <a:t>osoby.txt</a:t>
            </a:r>
            <a:endParaRPr lang="sk-SK" dirty="0"/>
          </a:p>
          <a:p>
            <a:pPr marL="514350" indent="-514350">
              <a:buFont typeface="Arial"/>
              <a:buChar char="•"/>
            </a:pPr>
            <a:r>
              <a:rPr lang="sk-SK" dirty="0" err="1"/>
              <a:t>awk</a:t>
            </a:r>
            <a:r>
              <a:rPr lang="sk-SK" dirty="0"/>
              <a:t> '/na\&gt;/' </a:t>
            </a:r>
            <a:r>
              <a:rPr lang="sk-SK" dirty="0" err="1"/>
              <a:t>osoby.txt</a:t>
            </a:r>
            <a:endParaRPr lang="sk-SK" dirty="0"/>
          </a:p>
          <a:p>
            <a:pPr marL="514350" indent="-514350">
              <a:buFont typeface="Arial"/>
              <a:buChar char="•"/>
            </a:pPr>
            <a:endParaRPr lang="en-US" dirty="0">
              <a:sym typeface="Arial"/>
            </a:endParaRPr>
          </a:p>
          <a:p>
            <a:pPr marL="0" indent="0">
              <a:buNone/>
            </a:pPr>
            <a:r>
              <a:rPr lang="en-US" dirty="0">
                <a:sym typeface="Arial"/>
              </a:rPr>
              <a:t>option to identify separator </a:t>
            </a:r>
            <a:r>
              <a:rPr lang="en-US" dirty="0">
                <a:sym typeface="courier new"/>
              </a:rPr>
              <a:t>–F</a:t>
            </a:r>
            <a:endParaRPr lang="sk-SK" dirty="0">
              <a:ea typeface="Calibri"/>
              <a:cs typeface="Calibri"/>
            </a:endParaRPr>
          </a:p>
          <a:p>
            <a:pPr marL="514350" marR="0" lvl="0" indent="-51435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ym typeface="courier new"/>
              </a:rPr>
              <a:t>awk -F: '/student/{print $1,$6}' /</a:t>
            </a:r>
            <a:r>
              <a:rPr lang="en-US" dirty="0" err="1">
                <a:sym typeface="courier new"/>
              </a:rPr>
              <a:t>etc</a:t>
            </a:r>
            <a:r>
              <a:rPr lang="en-US" dirty="0">
                <a:sym typeface="courier new"/>
              </a:rPr>
              <a:t>/passwd</a:t>
            </a:r>
            <a:endParaRPr lang="en-US" dirty="0">
              <a:ea typeface="Calibri"/>
              <a:cs typeface="Calibri"/>
            </a:endParaRPr>
          </a:p>
          <a:p>
            <a:pPr marL="514350" indent="-514350">
              <a:spcBef>
                <a:spcPts val="0"/>
              </a:spcBef>
              <a:buClr>
                <a:srgbClr val="666666"/>
              </a:buClr>
              <a:buSzPct val="168350"/>
            </a:pPr>
            <a:r>
              <a:rPr lang="en-US" dirty="0" err="1">
                <a:ea typeface="+mn-lt"/>
                <a:cs typeface="+mn-lt"/>
              </a:rPr>
              <a:t>ps</a:t>
            </a:r>
            <a:r>
              <a:rPr lang="en-US" dirty="0">
                <a:ea typeface="+mn-lt"/>
                <a:cs typeface="+mn-lt"/>
              </a:rPr>
              <a:t> aux |awk  '{print $1,$2}'</a:t>
            </a:r>
            <a:endParaRPr lang="en-US" dirty="0"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4. V</a:t>
            </a:r>
            <a:r>
              <a:rPr lang="sk-SK" dirty="0" err="1"/>
              <a:t>ýpis</a:t>
            </a:r>
            <a:r>
              <a:rPr lang="sk-SK" dirty="0"/>
              <a:t> vybraných stĺpcov</a:t>
            </a:r>
          </a:p>
        </p:txBody>
      </p:sp>
      <p:sp>
        <p:nvSpPr>
          <p:cNvPr id="3" name="Zástupný symbol obsahu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77500" lnSpcReduction="20000"/>
          </a:bodyPr>
          <a:lstStyle/>
          <a:p>
            <a:endParaRPr lang="sk-SK" dirty="0"/>
          </a:p>
          <a:p>
            <a:pPr marL="514350" indent="-514350">
              <a:buFont typeface="+mj-lt"/>
              <a:buAutoNum type="arabicPeriod"/>
            </a:pPr>
            <a:r>
              <a:rPr lang="sk-SK" dirty="0" err="1"/>
              <a:t>awk</a:t>
            </a:r>
            <a:r>
              <a:rPr lang="sk-SK" dirty="0"/>
              <a:t>  '</a:t>
            </a:r>
            <a:r>
              <a:rPr lang="en-US" dirty="0"/>
              <a:t>{print</a:t>
            </a:r>
            <a:r>
              <a:rPr lang="sk-SK" dirty="0"/>
              <a:t> </a:t>
            </a:r>
            <a:r>
              <a:rPr lang="en-US" dirty="0"/>
              <a:t>$2;}' osoby.txt	</a:t>
            </a:r>
            <a:endParaRPr lang="en-US" dirty="0">
              <a:ea typeface="Calibri"/>
              <a:cs typeface="Calibri"/>
            </a:endParaRP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sk-SK" dirty="0" err="1"/>
              <a:t>awk</a:t>
            </a:r>
            <a:r>
              <a:rPr lang="sk-SK" dirty="0"/>
              <a:t>  '</a:t>
            </a:r>
            <a:r>
              <a:rPr lang="en-US" dirty="0"/>
              <a:t>{print</a:t>
            </a:r>
            <a:r>
              <a:rPr lang="sk-SK" dirty="0"/>
              <a:t> </a:t>
            </a:r>
            <a:r>
              <a:rPr lang="en-US" dirty="0"/>
              <a:t>$2 , $4 ;}' osoby.txt</a:t>
            </a:r>
            <a:endParaRPr lang="en-US" dirty="0">
              <a:ea typeface="Calibri"/>
              <a:cs typeface="Calibri"/>
            </a:endParaRP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sk-SK" dirty="0" err="1"/>
              <a:t>awk</a:t>
            </a:r>
            <a:r>
              <a:rPr lang="sk-SK" dirty="0"/>
              <a:t>  '</a:t>
            </a:r>
            <a:r>
              <a:rPr lang="en-US" dirty="0"/>
              <a:t>{print</a:t>
            </a:r>
            <a:r>
              <a:rPr lang="sk-SK" dirty="0"/>
              <a:t> </a:t>
            </a:r>
            <a:r>
              <a:rPr lang="en-US" dirty="0"/>
              <a:t>$2 , $NF ;}' </a:t>
            </a:r>
            <a:r>
              <a:rPr lang="en-US" dirty="0" err="1"/>
              <a:t>osoby.txt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sk-SK" dirty="0" err="1"/>
              <a:t>awk</a:t>
            </a:r>
            <a:r>
              <a:rPr lang="sk-SK" dirty="0"/>
              <a:t> '{</a:t>
            </a:r>
            <a:r>
              <a:rPr lang="sk-SK" dirty="0" err="1"/>
              <a:t>print</a:t>
            </a:r>
            <a:r>
              <a:rPr lang="sk-SK" dirty="0"/>
              <a:t> NR “ - " </a:t>
            </a:r>
            <a:r>
              <a:rPr lang="sk-SK" dirty="0" err="1"/>
              <a:t>toupper</a:t>
            </a:r>
            <a:r>
              <a:rPr lang="sk-SK"/>
              <a:t>($2) </a:t>
            </a:r>
            <a:r>
              <a:rPr lang="sk-SK" dirty="0"/>
              <a:t>}' </a:t>
            </a:r>
            <a:r>
              <a:rPr lang="sk-SK" dirty="0" err="1"/>
              <a:t>osoby.txt</a:t>
            </a:r>
            <a:endParaRPr lang="sk-SK" dirty="0"/>
          </a:p>
          <a:p>
            <a:pPr marL="0" indent="0">
              <a:buNone/>
            </a:pPr>
            <a:endParaRPr lang="en-US" dirty="0">
              <a:ea typeface="Calibri"/>
              <a:cs typeface="Calibri"/>
            </a:endParaRP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0" indent="0">
              <a:buNone/>
            </a:pPr>
            <a:r>
              <a:rPr lang="sk-SK" dirty="0" err="1"/>
              <a:t>variable</a:t>
            </a:r>
            <a:r>
              <a:rPr lang="sk-SK" dirty="0"/>
              <a:t> (</a:t>
            </a:r>
            <a:r>
              <a:rPr lang="sk-SK" b="1" dirty="0"/>
              <a:t>NF)</a:t>
            </a:r>
            <a:r>
              <a:rPr lang="sk-SK" dirty="0"/>
              <a:t> </a:t>
            </a:r>
            <a:r>
              <a:rPr lang="sk-SK" dirty="0" err="1"/>
              <a:t>is</a:t>
            </a:r>
            <a:r>
              <a:rPr lang="sk-SK" dirty="0"/>
              <a:t> set to </a:t>
            </a:r>
            <a:r>
              <a:rPr lang="sk-SK" dirty="0" err="1"/>
              <a:t>the</a:t>
            </a:r>
            <a:r>
              <a:rPr lang="sk-SK" dirty="0"/>
              <a:t> </a:t>
            </a:r>
            <a:r>
              <a:rPr lang="sk-SK" dirty="0" err="1"/>
              <a:t>total</a:t>
            </a:r>
            <a:r>
              <a:rPr lang="sk-SK" dirty="0"/>
              <a:t> </a:t>
            </a:r>
            <a:r>
              <a:rPr lang="sk-SK" dirty="0" err="1"/>
              <a:t>number</a:t>
            </a:r>
            <a:r>
              <a:rPr lang="sk-SK" dirty="0"/>
              <a:t> of </a:t>
            </a:r>
            <a:r>
              <a:rPr lang="sk-SK" dirty="0" err="1"/>
              <a:t>fields</a:t>
            </a:r>
            <a:r>
              <a:rPr lang="sk-SK" dirty="0"/>
              <a:t> in </a:t>
            </a:r>
            <a:r>
              <a:rPr lang="sk-SK" dirty="0" err="1"/>
              <a:t>the</a:t>
            </a:r>
            <a:r>
              <a:rPr lang="sk-SK" dirty="0"/>
              <a:t> </a:t>
            </a:r>
            <a:r>
              <a:rPr lang="sk-SK" dirty="0" err="1"/>
              <a:t>input</a:t>
            </a:r>
            <a:r>
              <a:rPr lang="sk-SK" dirty="0"/>
              <a:t> </a:t>
            </a:r>
            <a:r>
              <a:rPr lang="sk-SK" dirty="0" err="1"/>
              <a:t>record</a:t>
            </a:r>
            <a:r>
              <a:rPr lang="sk-SK" dirty="0"/>
              <a:t>, </a:t>
            </a:r>
            <a:r>
              <a:rPr lang="sk-SK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row</a:t>
            </a:r>
            <a:r>
              <a:rPr lang="sk-SK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 </a:t>
            </a:r>
            <a:r>
              <a:rPr lang="sk-SK" i="0" dirty="0" err="1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number</a:t>
            </a:r>
            <a:r>
              <a:rPr lang="sk-SK" b="1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0"/>
              </a:rPr>
              <a:t>(NR)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sk-SK" dirty="0"/>
          </a:p>
          <a:p>
            <a:pPr marL="514350" indent="-514350">
              <a:buFont typeface="+mj-lt"/>
              <a:buAutoNum type="arabicPeriod"/>
            </a:pPr>
            <a:endParaRPr lang="sk-SK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3</a:t>
            </a:r>
            <a:r>
              <a:rPr lang="en-US" dirty="0"/>
              <a:t>. V</a:t>
            </a:r>
            <a:r>
              <a:rPr lang="sk-SK" dirty="0" err="1"/>
              <a:t>ýpis</a:t>
            </a:r>
            <a:r>
              <a:rPr lang="sk-SK" dirty="0"/>
              <a:t> s hlavičkou</a:t>
            </a:r>
          </a:p>
        </p:txBody>
      </p:sp>
      <p:sp>
        <p:nvSpPr>
          <p:cNvPr id="3" name="Zástupný symbol obsahu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2038016"/>
          </a:xfrm>
        </p:spPr>
        <p:txBody>
          <a:bodyPr vert="horz" lIns="91440" tIns="45720" rIns="91440" bIns="45720" rtlCol="0" anchor="t">
            <a:normAutofit fontScale="70000" lnSpcReduction="20000"/>
          </a:bodyPr>
          <a:lstStyle/>
          <a:p>
            <a:pPr marL="514350" indent="-514350">
              <a:buNone/>
            </a:pPr>
            <a:r>
              <a:rPr lang="en-US" b="1" dirty="0"/>
              <a:t>Z</a:t>
            </a:r>
            <a:r>
              <a:rPr lang="sk-SK" b="1" dirty="0" err="1"/>
              <a:t>ápis</a:t>
            </a:r>
            <a:r>
              <a:rPr lang="sk-SK" b="1" dirty="0"/>
              <a:t> je nutné spraviť do jedného riadku</a:t>
            </a:r>
            <a:r>
              <a:rPr lang="en-US" b="1" dirty="0"/>
              <a:t> </a:t>
            </a:r>
            <a:r>
              <a:rPr lang="en-US" b="1" dirty="0" err="1"/>
              <a:t>alebo</a:t>
            </a:r>
            <a:r>
              <a:rPr lang="en-US" b="1" dirty="0"/>
              <a:t> </a:t>
            </a:r>
            <a:r>
              <a:rPr lang="en-US" b="1" dirty="0" err="1"/>
              <a:t>rozdeliť</a:t>
            </a:r>
            <a:r>
              <a:rPr lang="en-US" b="1" dirty="0"/>
              <a:t> "\"!!!</a:t>
            </a:r>
            <a:endParaRPr lang="sk-SK" b="1" dirty="0"/>
          </a:p>
          <a:p>
            <a:pPr marL="514350" indent="-514350">
              <a:buNone/>
            </a:pPr>
            <a:endParaRPr lang="en-US" dirty="0"/>
          </a:p>
          <a:p>
            <a:pPr marL="514350" indent="-514350">
              <a:buNone/>
            </a:pPr>
            <a:r>
              <a:rPr lang="sk-SK" dirty="0" err="1"/>
              <a:t>awk</a:t>
            </a:r>
            <a:r>
              <a:rPr lang="sk-SK" dirty="0"/>
              <a:t>  '</a:t>
            </a:r>
            <a:r>
              <a:rPr lang="en-US" dirty="0"/>
              <a:t>BEGIN  {print “Meno\</a:t>
            </a:r>
            <a:r>
              <a:rPr lang="en-US" dirty="0" err="1"/>
              <a:t>tVek</a:t>
            </a:r>
            <a:r>
              <a:rPr lang="en-US" dirty="0"/>
              <a:t>”;} </a:t>
            </a:r>
          </a:p>
          <a:p>
            <a:pPr marL="514350" indent="-514350">
              <a:buNone/>
            </a:pPr>
            <a:r>
              <a:rPr lang="en-US" dirty="0"/>
              <a:t>{print</a:t>
            </a:r>
            <a:r>
              <a:rPr lang="sk-SK" dirty="0"/>
              <a:t> </a:t>
            </a:r>
            <a:r>
              <a:rPr lang="en-US" dirty="0"/>
              <a:t>$2 ,”\t”, $4 ;}</a:t>
            </a:r>
          </a:p>
          <a:p>
            <a:pPr marL="514350" indent="-514350">
              <a:buNone/>
            </a:pPr>
            <a:r>
              <a:rPr lang="en-US" dirty="0"/>
              <a:t>END {};'</a:t>
            </a:r>
            <a:endParaRPr lang="en-US" dirty="0">
              <a:ea typeface="Calibri"/>
              <a:cs typeface="Calibri"/>
            </a:endParaRPr>
          </a:p>
          <a:p>
            <a:pPr marL="514350" indent="-514350">
              <a:buNone/>
            </a:pPr>
            <a:r>
              <a:rPr lang="en-US" dirty="0"/>
              <a:t>osoby.txt</a:t>
            </a:r>
          </a:p>
          <a:p>
            <a:pPr marL="514350" indent="-514350">
              <a:buNone/>
            </a:pPr>
            <a:endParaRPr lang="en-US" dirty="0"/>
          </a:p>
          <a:p>
            <a:pPr marL="514350" indent="-514350">
              <a:buNone/>
            </a:pPr>
            <a:endParaRPr lang="en-US" dirty="0"/>
          </a:p>
          <a:p>
            <a:pPr marL="514350" indent="-514350">
              <a:buNone/>
            </a:pPr>
            <a:endParaRPr lang="sk-SK" dirty="0"/>
          </a:p>
          <a:p>
            <a:pPr marL="514350" indent="-514350">
              <a:buNone/>
            </a:pPr>
            <a:endParaRPr lang="sk-SK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96A4E9F-D4B4-93B6-C84C-211F7E67966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07" t="7547" r="22430" b="49596"/>
          <a:stretch/>
        </p:blipFill>
        <p:spPr>
          <a:xfrm>
            <a:off x="503846" y="3798192"/>
            <a:ext cx="8132751" cy="281986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5. </a:t>
            </a:r>
            <a:r>
              <a:rPr lang="sk-SK" dirty="0"/>
              <a:t>Výber osôb podľa veku</a:t>
            </a:r>
          </a:p>
        </p:txBody>
      </p:sp>
      <p:sp>
        <p:nvSpPr>
          <p:cNvPr id="3" name="Zástupný symbol obsahu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b="1" dirty="0"/>
              <a:t>V</a:t>
            </a:r>
            <a:r>
              <a:rPr lang="sk-SK" b="1" dirty="0" err="1"/>
              <a:t>ýber</a:t>
            </a:r>
            <a:r>
              <a:rPr lang="sk-SK" b="1" dirty="0"/>
              <a:t> osôb starších a mladších ako 2</a:t>
            </a:r>
            <a:r>
              <a:rPr lang="en-US" b="1" dirty="0"/>
              <a:t>3</a:t>
            </a:r>
            <a:r>
              <a:rPr lang="sk-SK" b="1" dirty="0"/>
              <a:t> rokov</a:t>
            </a:r>
          </a:p>
          <a:p>
            <a:pPr>
              <a:buNone/>
            </a:pPr>
            <a:endParaRPr lang="sk-SK" dirty="0"/>
          </a:p>
          <a:p>
            <a:pPr>
              <a:buNone/>
            </a:pPr>
            <a:r>
              <a:rPr lang="en-US" dirty="0"/>
              <a:t>a</a:t>
            </a:r>
            <a:r>
              <a:rPr lang="sk-SK" dirty="0" err="1"/>
              <a:t>wk</a:t>
            </a:r>
            <a:r>
              <a:rPr lang="sk-SK" dirty="0"/>
              <a:t> '</a:t>
            </a:r>
            <a:r>
              <a:rPr lang="en-US" dirty="0"/>
              <a:t>$4&gt;2</a:t>
            </a:r>
            <a:r>
              <a:rPr lang="sk-SK" dirty="0"/>
              <a:t>3'</a:t>
            </a:r>
            <a:r>
              <a:rPr lang="en-US" dirty="0"/>
              <a:t> osoby.txt</a:t>
            </a:r>
            <a:endParaRPr lang="sk-SK" dirty="0"/>
          </a:p>
          <a:p>
            <a:pPr>
              <a:buNone/>
            </a:pPr>
            <a:r>
              <a:rPr lang="en-US" dirty="0"/>
              <a:t>a</a:t>
            </a:r>
            <a:r>
              <a:rPr lang="sk-SK" dirty="0" err="1"/>
              <a:t>wk</a:t>
            </a:r>
            <a:r>
              <a:rPr lang="sk-SK" dirty="0"/>
              <a:t> '</a:t>
            </a:r>
            <a:r>
              <a:rPr lang="en-US" dirty="0"/>
              <a:t>$4&lt;2</a:t>
            </a:r>
            <a:r>
              <a:rPr lang="sk-SK" dirty="0"/>
              <a:t>3'</a:t>
            </a:r>
            <a:r>
              <a:rPr lang="en-US" dirty="0"/>
              <a:t> osoby.txt</a:t>
            </a:r>
            <a:endParaRPr lang="sk-SK" dirty="0"/>
          </a:p>
          <a:p>
            <a:endParaRPr lang="sk-SK" dirty="0"/>
          </a:p>
          <a:p>
            <a:endParaRPr lang="sk-SK" dirty="0"/>
          </a:p>
          <a:p>
            <a:r>
              <a:rPr lang="en-US" b="1" dirty="0"/>
              <a:t>V</a:t>
            </a:r>
            <a:r>
              <a:rPr lang="sk-SK" b="1" dirty="0" err="1"/>
              <a:t>ýber</a:t>
            </a:r>
            <a:r>
              <a:rPr lang="sk-SK" b="1" dirty="0"/>
              <a:t> osôb, ktoré majú 23 rokov</a:t>
            </a:r>
          </a:p>
          <a:p>
            <a:pPr>
              <a:buNone/>
            </a:pPr>
            <a:r>
              <a:rPr lang="en-US" dirty="0"/>
              <a:t>a</a:t>
            </a:r>
            <a:r>
              <a:rPr lang="sk-SK" dirty="0" err="1"/>
              <a:t>wk</a:t>
            </a:r>
            <a:r>
              <a:rPr lang="sk-SK" dirty="0"/>
              <a:t> '</a:t>
            </a:r>
            <a:r>
              <a:rPr lang="en-US" dirty="0"/>
              <a:t>$4==23' osoby.txt</a:t>
            </a:r>
          </a:p>
          <a:p>
            <a:endParaRPr lang="sk-SK" dirty="0"/>
          </a:p>
          <a:p>
            <a:endParaRPr lang="sk-SK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A18881-0FBC-DB62-D4FA-D6218A551F5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304" t="8625" r="31357" b="70889"/>
          <a:stretch/>
        </p:blipFill>
        <p:spPr>
          <a:xfrm>
            <a:off x="534112" y="3664308"/>
            <a:ext cx="6634627" cy="123902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6</a:t>
            </a:r>
            <a:r>
              <a:rPr lang="en-US" dirty="0"/>
              <a:t>. </a:t>
            </a:r>
            <a:r>
              <a:rPr lang="sk-SK" dirty="0"/>
              <a:t>Výber osôb podľa </a:t>
            </a:r>
            <a:r>
              <a:rPr lang="en-US" dirty="0" err="1"/>
              <a:t>pohlav</a:t>
            </a:r>
            <a:r>
              <a:rPr lang="sk-SK" dirty="0"/>
              <a:t>i</a:t>
            </a:r>
            <a:r>
              <a:rPr lang="en-US" dirty="0"/>
              <a:t>a</a:t>
            </a:r>
            <a:endParaRPr lang="sk-SK" dirty="0"/>
          </a:p>
        </p:txBody>
      </p:sp>
      <p:sp>
        <p:nvSpPr>
          <p:cNvPr id="3" name="Zástupný symbol obsahu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b="1" dirty="0"/>
              <a:t>V</a:t>
            </a:r>
            <a:r>
              <a:rPr lang="sk-SK" b="1" dirty="0" err="1"/>
              <a:t>ýber</a:t>
            </a:r>
            <a:r>
              <a:rPr lang="sk-SK" b="1" dirty="0"/>
              <a:t> </a:t>
            </a:r>
            <a:r>
              <a:rPr lang="en-US" b="1" dirty="0"/>
              <a:t>mu</a:t>
            </a:r>
            <a:r>
              <a:rPr lang="sk-SK" b="1" dirty="0" err="1"/>
              <a:t>žov</a:t>
            </a:r>
            <a:r>
              <a:rPr lang="sk-SK" b="1" dirty="0"/>
              <a:t> </a:t>
            </a:r>
          </a:p>
          <a:p>
            <a:r>
              <a:rPr lang="en-US" dirty="0">
                <a:ea typeface="+mn-lt"/>
                <a:cs typeface="+mn-lt"/>
              </a:rPr>
              <a:t>awk '$3 == "m"' </a:t>
            </a:r>
            <a:r>
              <a:rPr lang="en-US" dirty="0" err="1">
                <a:ea typeface="+mn-lt"/>
                <a:cs typeface="+mn-lt"/>
              </a:rPr>
              <a:t>osoby.txt</a:t>
            </a:r>
            <a:endParaRPr lang="en-US" dirty="0">
              <a:ea typeface="Calibri"/>
              <a:cs typeface="Calibri"/>
            </a:endParaRPr>
          </a:p>
          <a:p>
            <a:endParaRPr lang="sk-SK" dirty="0"/>
          </a:p>
          <a:p>
            <a:endParaRPr lang="sk-SK" dirty="0"/>
          </a:p>
          <a:p>
            <a:endParaRPr lang="en-US" b="1" dirty="0"/>
          </a:p>
          <a:p>
            <a:r>
              <a:rPr lang="en-US" b="1" dirty="0"/>
              <a:t>V</a:t>
            </a:r>
            <a:r>
              <a:rPr lang="sk-SK" b="1" dirty="0" err="1"/>
              <a:t>ýber</a:t>
            </a:r>
            <a:r>
              <a:rPr lang="sk-SK" b="1" dirty="0"/>
              <a:t> žien</a:t>
            </a:r>
          </a:p>
          <a:p>
            <a:r>
              <a:rPr lang="en-US" dirty="0">
                <a:ea typeface="+mn-lt"/>
                <a:cs typeface="+mn-lt"/>
              </a:rPr>
              <a:t>awk '$3 == "z"' </a:t>
            </a:r>
            <a:r>
              <a:rPr lang="en-US" dirty="0" err="1">
                <a:ea typeface="+mn-lt"/>
                <a:cs typeface="+mn-lt"/>
              </a:rPr>
              <a:t>osoby.txt</a:t>
            </a:r>
            <a:endParaRPr lang="en-US" dirty="0">
              <a:ea typeface="Calibri"/>
              <a:cs typeface="Calibri"/>
            </a:endParaRPr>
          </a:p>
          <a:p>
            <a:endParaRPr lang="sk-SK" dirty="0"/>
          </a:p>
          <a:p>
            <a:endParaRPr lang="sk-SK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BD650D-2FAA-B20F-298C-0AD0F1DDCEE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452" t="7547" r="23832" b="69754"/>
          <a:stretch/>
        </p:blipFill>
        <p:spPr>
          <a:xfrm>
            <a:off x="576842" y="2831092"/>
            <a:ext cx="7470453" cy="138294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7. </a:t>
            </a:r>
            <a:r>
              <a:rPr lang="sk-SK" dirty="0"/>
              <a:t>Zistenie sumy rokov a </a:t>
            </a:r>
            <a:r>
              <a:rPr lang="en-US" dirty="0" err="1"/>
              <a:t>po</a:t>
            </a:r>
            <a:r>
              <a:rPr lang="sk-SK" dirty="0" err="1"/>
              <a:t>čtu</a:t>
            </a:r>
            <a:r>
              <a:rPr lang="sk-SK" dirty="0"/>
              <a:t> osôb</a:t>
            </a:r>
          </a:p>
        </p:txBody>
      </p:sp>
      <p:sp>
        <p:nvSpPr>
          <p:cNvPr id="3" name="Zástupný symbol obsahu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buNone/>
            </a:pPr>
            <a:r>
              <a:rPr lang="en-US" dirty="0">
                <a:ea typeface="Calibri"/>
                <a:cs typeface="Calibri"/>
              </a:rPr>
              <a:t>awk '{ </a:t>
            </a:r>
            <a:r>
              <a:rPr lang="en-US" dirty="0" err="1">
                <a:ea typeface="Calibri"/>
                <a:cs typeface="Calibri"/>
              </a:rPr>
              <a:t>suma</a:t>
            </a:r>
            <a:r>
              <a:rPr lang="en-US" dirty="0">
                <a:ea typeface="Calibri"/>
                <a:cs typeface="Calibri"/>
              </a:rPr>
              <a:t> += $4; </a:t>
            </a:r>
            <a:r>
              <a:rPr lang="en-US" dirty="0" err="1">
                <a:ea typeface="Calibri"/>
                <a:cs typeface="Calibri"/>
              </a:rPr>
              <a:t>pocet</a:t>
            </a:r>
            <a:r>
              <a:rPr lang="en-US" dirty="0">
                <a:ea typeface="Calibri"/>
                <a:cs typeface="Calibri"/>
              </a:rPr>
              <a:t>+=1;} END {print "Suma:", </a:t>
            </a:r>
            <a:r>
              <a:rPr lang="en-US" dirty="0" err="1">
                <a:ea typeface="Calibri"/>
                <a:cs typeface="Calibri"/>
              </a:rPr>
              <a:t>suma</a:t>
            </a:r>
            <a:r>
              <a:rPr lang="en-US" dirty="0">
                <a:ea typeface="Calibri"/>
                <a:cs typeface="Calibri"/>
              </a:rPr>
              <a:t>, "</a:t>
            </a:r>
            <a:r>
              <a:rPr lang="en-US" dirty="0" err="1">
                <a:ea typeface="Calibri"/>
                <a:cs typeface="Calibri"/>
              </a:rPr>
              <a:t>Pocet</a:t>
            </a:r>
            <a:r>
              <a:rPr lang="en-US" dirty="0">
                <a:ea typeface="Calibri"/>
                <a:cs typeface="Calibri"/>
              </a:rPr>
              <a:t>:", </a:t>
            </a:r>
            <a:r>
              <a:rPr lang="en-US" dirty="0" err="1">
                <a:ea typeface="Calibri"/>
                <a:cs typeface="Calibri"/>
              </a:rPr>
              <a:t>pocet</a:t>
            </a:r>
            <a:r>
              <a:rPr lang="en-US" dirty="0">
                <a:ea typeface="Calibri"/>
                <a:cs typeface="Calibri"/>
              </a:rPr>
              <a:t>;}' </a:t>
            </a:r>
            <a:r>
              <a:rPr lang="en-US" dirty="0" err="1">
                <a:ea typeface="Calibri"/>
                <a:cs typeface="Calibri"/>
              </a:rPr>
              <a:t>osoby.txt</a:t>
            </a:r>
            <a:endParaRPr lang="sk-SK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44EEF8-542E-22F4-33CD-524CF4C8275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361" t="5930" r="4673" b="71429"/>
          <a:stretch/>
        </p:blipFill>
        <p:spPr>
          <a:xfrm>
            <a:off x="-78336" y="3528999"/>
            <a:ext cx="9407504" cy="135295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8. </a:t>
            </a:r>
            <a:r>
              <a:rPr lang="sk-SK" dirty="0"/>
              <a:t>Výpočet vekového priemeru</a:t>
            </a:r>
          </a:p>
        </p:txBody>
      </p:sp>
      <p:sp>
        <p:nvSpPr>
          <p:cNvPr id="3" name="Zástupný symbol obsahu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buNone/>
            </a:pPr>
            <a:r>
              <a:rPr lang="en-US" dirty="0">
                <a:ea typeface="Calibri"/>
                <a:cs typeface="Calibri"/>
              </a:rPr>
              <a:t>awk '{</a:t>
            </a:r>
            <a:r>
              <a:rPr lang="en-US" dirty="0" err="1">
                <a:ea typeface="Calibri"/>
                <a:cs typeface="Calibri"/>
              </a:rPr>
              <a:t>suma</a:t>
            </a:r>
            <a:r>
              <a:rPr lang="en-US" dirty="0">
                <a:ea typeface="Calibri"/>
                <a:cs typeface="Calibri"/>
              </a:rPr>
              <a:t> += $4; </a:t>
            </a:r>
            <a:r>
              <a:rPr lang="en-US" dirty="0" err="1">
                <a:ea typeface="Calibri"/>
                <a:cs typeface="Calibri"/>
              </a:rPr>
              <a:t>pocet</a:t>
            </a:r>
            <a:r>
              <a:rPr lang="en-US" dirty="0">
                <a:ea typeface="Calibri"/>
                <a:cs typeface="Calibri"/>
              </a:rPr>
              <a:t> += 1;} END { print "Suma:", </a:t>
            </a:r>
            <a:r>
              <a:rPr lang="en-US" dirty="0" err="1">
                <a:ea typeface="Calibri"/>
                <a:cs typeface="Calibri"/>
              </a:rPr>
              <a:t>suma</a:t>
            </a:r>
            <a:r>
              <a:rPr lang="en-US" dirty="0">
                <a:ea typeface="Calibri"/>
                <a:cs typeface="Calibri"/>
              </a:rPr>
              <a:t>, "</a:t>
            </a:r>
            <a:r>
              <a:rPr lang="en-US" dirty="0" err="1">
                <a:ea typeface="Calibri"/>
                <a:cs typeface="Calibri"/>
              </a:rPr>
              <a:t>Pocet</a:t>
            </a:r>
            <a:r>
              <a:rPr lang="en-US" dirty="0">
                <a:ea typeface="Calibri"/>
                <a:cs typeface="Calibri"/>
              </a:rPr>
              <a:t>:", </a:t>
            </a:r>
            <a:r>
              <a:rPr lang="en-US" dirty="0" err="1">
                <a:ea typeface="Calibri"/>
                <a:cs typeface="Calibri"/>
              </a:rPr>
              <a:t>pocet</a:t>
            </a:r>
            <a:r>
              <a:rPr lang="en-US" dirty="0">
                <a:ea typeface="Calibri"/>
                <a:cs typeface="Calibri"/>
              </a:rPr>
              <a:t>, "Priemer:",</a:t>
            </a:r>
            <a:r>
              <a:rPr lang="en-US" dirty="0" err="1">
                <a:ea typeface="Calibri"/>
                <a:cs typeface="Calibri"/>
              </a:rPr>
              <a:t>suma</a:t>
            </a:r>
            <a:r>
              <a:rPr lang="en-US" dirty="0">
                <a:ea typeface="Calibri"/>
                <a:cs typeface="Calibri"/>
              </a:rPr>
              <a:t>/</a:t>
            </a:r>
            <a:r>
              <a:rPr lang="en-US" dirty="0" err="1">
                <a:ea typeface="Calibri"/>
                <a:cs typeface="Calibri"/>
              </a:rPr>
              <a:t>pocet</a:t>
            </a:r>
            <a:r>
              <a:rPr lang="en-US" dirty="0">
                <a:ea typeface="Calibri"/>
                <a:cs typeface="Calibri"/>
              </a:rPr>
              <a:t>;}' </a:t>
            </a:r>
            <a:r>
              <a:rPr lang="en-US" dirty="0" err="1">
                <a:ea typeface="Calibri"/>
                <a:cs typeface="Calibri"/>
              </a:rPr>
              <a:t>osoby.txt</a:t>
            </a:r>
            <a:endParaRPr lang="sk-SK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D470BF-9055-CDD0-C9F1-85F61AF6837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673" t="5930" r="4984" b="71429"/>
          <a:stretch/>
        </p:blipFill>
        <p:spPr>
          <a:xfrm>
            <a:off x="0" y="3970531"/>
            <a:ext cx="9186736" cy="12959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Shape 117"/>
          <p:cNvSpPr txBox="1">
            <a:spLocks noGrp="1"/>
          </p:cNvSpPr>
          <p:nvPr>
            <p:ph type="title"/>
          </p:nvPr>
        </p:nvSpPr>
        <p:spPr>
          <a:xfrm>
            <a:off x="1535107" y="307958"/>
            <a:ext cx="7309147" cy="840105"/>
          </a:xfrm>
          <a:prstGeom prst="rect">
            <a:avLst/>
          </a:prstGeom>
        </p:spPr>
        <p:txBody>
          <a:bodyPr lIns="34290" tIns="34290" rIns="34290" bIns="34290" anchor="b" anchorCtr="0">
            <a:noAutofit/>
          </a:bodyPr>
          <a:lstStyle/>
          <a:p>
            <a:pPr algn="l">
              <a:lnSpc>
                <a:spcPct val="120139"/>
              </a:lnSpc>
              <a:spcBef>
                <a:spcPts val="0"/>
              </a:spcBef>
            </a:pPr>
            <a:r>
              <a:rPr lang="en-US" sz="36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Text Sorting I.</a:t>
            </a:r>
          </a:p>
        </p:txBody>
      </p:sp>
      <p:sp>
        <p:nvSpPr>
          <p:cNvPr id="118" name="Shape 118"/>
          <p:cNvSpPr txBox="1"/>
          <p:nvPr/>
        </p:nvSpPr>
        <p:spPr>
          <a:xfrm>
            <a:off x="467544" y="1458900"/>
            <a:ext cx="8376712" cy="5016803"/>
          </a:xfrm>
          <a:prstGeom prst="rect">
            <a:avLst/>
          </a:prstGeom>
        </p:spPr>
        <p:txBody>
          <a:bodyPr lIns="34290" tIns="34290" rIns="34290" bIns="34290" anchor="t" anchorCtr="0">
            <a:noAutofit/>
          </a:bodyPr>
          <a:lstStyle/>
          <a:p>
            <a:pPr marL="342900" indent="-236219"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0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sort</a:t>
            </a:r>
            <a:r>
              <a:rPr lang="en-US" sz="300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sort lines of text files</a:t>
            </a:r>
          </a:p>
          <a:p>
            <a:pPr marL="342900" indent="-236219"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000" dirty="0" err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swithes</a:t>
            </a:r>
            <a:endParaRPr lang="en-US" sz="3000" dirty="0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685800" lvl="1" indent="-236219"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0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-f, --ignore-case</a:t>
            </a:r>
          </a:p>
          <a:p>
            <a:pPr marL="685800" lvl="1" indent="-236219"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0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-n, --numeric-sort</a:t>
            </a:r>
          </a:p>
          <a:p>
            <a:pPr marL="685800" lvl="1" indent="-236219"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0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-r, --reverse </a:t>
            </a:r>
          </a:p>
          <a:p>
            <a:pPr marL="685800" lvl="1" indent="-236219"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0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-k, --key=POS1[,POS2]</a:t>
            </a:r>
            <a:r>
              <a:rPr lang="en-US" sz="3000" dirty="0">
                <a:solidFill>
                  <a:srgbClr val="666666"/>
                </a:solidFill>
                <a:latin typeface="Trebuchet MS"/>
                <a:ea typeface="Trebuchet MS"/>
                <a:cs typeface="Trebuchet MS"/>
                <a:sym typeface="trebuchet ms"/>
              </a:rPr>
              <a:t> - start a key at POS1, end it at POS2 (origin 1)</a:t>
            </a:r>
          </a:p>
          <a:p>
            <a:pPr marL="685800" lvl="1" indent="-236219"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0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-o, --output=FILE </a:t>
            </a:r>
          </a:p>
          <a:p>
            <a:pPr marL="685800" lvl="1" indent="-236219"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0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-t, --field-separator=SEP</a:t>
            </a:r>
          </a:p>
          <a:p>
            <a:pPr marL="685800" lvl="1" indent="-236219"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0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-R, --random-sort</a:t>
            </a:r>
          </a:p>
        </p:txBody>
      </p:sp>
    </p:spTree>
  </p:cSld>
  <p:clrMapOvr>
    <a:masterClrMapping/>
  </p:clrMapOvr>
  <p:transition spd="slow"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Shape 124"/>
          <p:cNvSpPr txBox="1">
            <a:spLocks noGrp="1"/>
          </p:cNvSpPr>
          <p:nvPr>
            <p:ph type="title" idx="4294967295"/>
          </p:nvPr>
        </p:nvSpPr>
        <p:spPr>
          <a:xfrm>
            <a:off x="1835150" y="307975"/>
            <a:ext cx="3577187" cy="839788"/>
          </a:xfrm>
          <a:prstGeom prst="rect">
            <a:avLst/>
          </a:prstGeom>
        </p:spPr>
        <p:txBody>
          <a:bodyPr lIns="34290" tIns="34290" rIns="34290" bIns="34290" anchor="b" anchorCtr="0">
            <a:noAutofit/>
          </a:bodyPr>
          <a:lstStyle/>
          <a:p>
            <a:pPr algn="l">
              <a:lnSpc>
                <a:spcPct val="120139"/>
              </a:lnSpc>
              <a:spcBef>
                <a:spcPts val="0"/>
              </a:spcBef>
            </a:pPr>
            <a:r>
              <a:rPr lang="en-US" sz="36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Text Sorting II.</a:t>
            </a:r>
          </a:p>
        </p:txBody>
      </p:sp>
      <p:sp>
        <p:nvSpPr>
          <p:cNvPr id="125" name="Shape 125"/>
          <p:cNvSpPr txBox="1"/>
          <p:nvPr/>
        </p:nvSpPr>
        <p:spPr>
          <a:xfrm>
            <a:off x="395536" y="1412776"/>
            <a:ext cx="8448720" cy="5016803"/>
          </a:xfrm>
          <a:prstGeom prst="rect">
            <a:avLst/>
          </a:prstGeom>
        </p:spPr>
        <p:txBody>
          <a:bodyPr lIns="34290" tIns="34290" rIns="34290" bIns="34290" anchor="t" anchorCtr="0">
            <a:noAutofit/>
          </a:bodyPr>
          <a:lstStyle/>
          <a:p>
            <a:r>
              <a:rPr lang="sk-SK" sz="2150" b="1" dirty="0">
                <a:solidFill>
                  <a:srgbClr val="666666"/>
                </a:solidFill>
                <a:latin typeface="Courier New"/>
                <a:cs typeface="Courier New"/>
              </a:rPr>
              <a:t>$ </a:t>
            </a:r>
            <a:r>
              <a:rPr lang="sk-SK" sz="2150" b="1" dirty="0" err="1">
                <a:solidFill>
                  <a:srgbClr val="666666"/>
                </a:solidFill>
                <a:latin typeface="Courier New"/>
                <a:cs typeface="Courier New"/>
              </a:rPr>
              <a:t>cat</a:t>
            </a:r>
            <a:r>
              <a:rPr lang="sk-SK" sz="2150" b="1" dirty="0">
                <a:solidFill>
                  <a:srgbClr val="666666"/>
                </a:solidFill>
                <a:latin typeface="Courier New"/>
                <a:cs typeface="Courier New"/>
              </a:rPr>
              <a:t> osoby.txt | sort -k 4</a:t>
            </a:r>
            <a:endParaRPr lang="sk-SK" sz="215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r>
              <a:rPr lang="sk-SK" dirty="0"/>
              <a:t>1 </a:t>
            </a:r>
            <a:r>
              <a:rPr lang="sk-SK" dirty="0" err="1"/>
              <a:t>jozef</a:t>
            </a:r>
            <a:r>
              <a:rPr lang="sk-SK" dirty="0"/>
              <a:t> m 18</a:t>
            </a:r>
          </a:p>
          <a:p>
            <a:r>
              <a:rPr lang="sk-SK" dirty="0"/>
              <a:t>2 </a:t>
            </a:r>
            <a:r>
              <a:rPr lang="sk-SK" dirty="0" err="1"/>
              <a:t>peter</a:t>
            </a:r>
            <a:r>
              <a:rPr lang="sk-SK" dirty="0"/>
              <a:t> m 22</a:t>
            </a:r>
          </a:p>
          <a:p>
            <a:r>
              <a:rPr lang="sk-SK" dirty="0"/>
              <a:t>5 </a:t>
            </a:r>
            <a:r>
              <a:rPr lang="sk-SK" dirty="0" err="1"/>
              <a:t>jana</a:t>
            </a:r>
            <a:r>
              <a:rPr lang="sk-SK" dirty="0"/>
              <a:t> z 23</a:t>
            </a:r>
          </a:p>
          <a:p>
            <a:r>
              <a:rPr lang="sk-SK" dirty="0"/>
              <a:t>4 </a:t>
            </a:r>
            <a:r>
              <a:rPr lang="sk-SK" dirty="0" err="1"/>
              <a:t>anna</a:t>
            </a:r>
            <a:r>
              <a:rPr lang="sk-SK" dirty="0"/>
              <a:t> z 39</a:t>
            </a:r>
          </a:p>
          <a:p>
            <a:r>
              <a:rPr lang="sk-SK" dirty="0"/>
              <a:t>3 </a:t>
            </a:r>
            <a:r>
              <a:rPr lang="sk-SK" dirty="0" err="1"/>
              <a:t>ivan</a:t>
            </a:r>
            <a:r>
              <a:rPr lang="sk-SK" dirty="0"/>
              <a:t> m 51</a:t>
            </a:r>
          </a:p>
          <a:p>
            <a:endParaRPr lang="sk-SK" sz="2160" b="1" dirty="0">
              <a:solidFill>
                <a:srgbClr val="666666"/>
              </a:solidFill>
              <a:latin typeface="Courier New"/>
              <a:cs typeface="Courier New"/>
            </a:endParaRPr>
          </a:p>
          <a:p>
            <a:r>
              <a:rPr lang="sk-SK" sz="2150" b="1" dirty="0" err="1">
                <a:solidFill>
                  <a:srgbClr val="666666"/>
                </a:solidFill>
                <a:latin typeface="Courier New"/>
                <a:cs typeface="Courier New"/>
              </a:rPr>
              <a:t>awk</a:t>
            </a:r>
            <a:r>
              <a:rPr lang="sk-SK" sz="2150" b="1" dirty="0">
                <a:solidFill>
                  <a:srgbClr val="666666"/>
                </a:solidFill>
                <a:latin typeface="Courier New"/>
                <a:cs typeface="Courier New"/>
              </a:rPr>
              <a:t> '{</a:t>
            </a:r>
            <a:r>
              <a:rPr lang="sk-SK" sz="2150" b="1" dirty="0" err="1">
                <a:solidFill>
                  <a:srgbClr val="666666"/>
                </a:solidFill>
                <a:latin typeface="Courier New"/>
                <a:cs typeface="Courier New"/>
              </a:rPr>
              <a:t>print</a:t>
            </a:r>
            <a:r>
              <a:rPr lang="sk-SK" sz="2150" b="1" dirty="0">
                <a:solidFill>
                  <a:srgbClr val="666666"/>
                </a:solidFill>
                <a:latin typeface="Courier New"/>
                <a:cs typeface="Courier New"/>
              </a:rPr>
              <a:t>;}' osoby.txt | sort –k 4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1DD46B4-3957-5C3D-8A4F-CC5D5511B69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231" t="7189" r="18380" b="62803"/>
          <a:stretch/>
        </p:blipFill>
        <p:spPr>
          <a:xfrm>
            <a:off x="14243" y="4060761"/>
            <a:ext cx="9108396" cy="2103015"/>
          </a:xfrm>
          <a:prstGeom prst="rect">
            <a:avLst/>
          </a:prstGeom>
        </p:spPr>
      </p:pic>
    </p:spTree>
  </p:cSld>
  <p:clrMapOvr>
    <a:masterClrMapping/>
  </p:clrMapOvr>
  <p:transition spd="slow">
    <p:cut/>
  </p:transition>
</p:sld>
</file>

<file path=ppt/theme/theme1.xml><?xml version="1.0" encoding="utf-8"?>
<a:theme xmlns:a="http://schemas.openxmlformats.org/drawingml/2006/main" name="Motív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Motív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273</TotalTime>
  <Words>729</Words>
  <Application>Microsoft Macintosh PowerPoint</Application>
  <PresentationFormat>Prezentácia na obrazovke (4:3)</PresentationFormat>
  <Paragraphs>107</Paragraphs>
  <Slides>14</Slides>
  <Notes>4</Notes>
  <HiddenSlides>0</HiddenSlides>
  <MMClips>0</MMClips>
  <ScaleCrop>false</ScaleCrop>
  <HeadingPairs>
    <vt:vector size="6" baseType="variant">
      <vt:variant>
        <vt:lpstr>Použité písma</vt:lpstr>
      </vt:variant>
      <vt:variant>
        <vt:i4>6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14</vt:i4>
      </vt:variant>
    </vt:vector>
  </HeadingPairs>
  <TitlesOfParts>
    <vt:vector size="21" baseType="lpstr">
      <vt:lpstr>Arial</vt:lpstr>
      <vt:lpstr>Calibri</vt:lpstr>
      <vt:lpstr>courier new</vt:lpstr>
      <vt:lpstr>courier new</vt:lpstr>
      <vt:lpstr>Nunito</vt:lpstr>
      <vt:lpstr>Trebuchet MS</vt:lpstr>
      <vt:lpstr>Motív Office</vt:lpstr>
      <vt:lpstr>AWK a príklady na použitie</vt:lpstr>
      <vt:lpstr>Načo slúži AWK</vt:lpstr>
      <vt:lpstr>Text Processing with awk I.</vt:lpstr>
      <vt:lpstr>Vzorový súbor – osoby.txt</vt:lpstr>
      <vt:lpstr>1. Výpis celého súbor bez podmienok</vt:lpstr>
      <vt:lpstr>2. Výpis s filtráciou mena</vt:lpstr>
      <vt:lpstr>4. Výpis vybraných stĺpcov</vt:lpstr>
      <vt:lpstr>3. Výpis s hlavičkou</vt:lpstr>
      <vt:lpstr>5. Výber osôb podľa veku</vt:lpstr>
      <vt:lpstr>6. Výber osôb podľa pohlavia</vt:lpstr>
      <vt:lpstr>7. Zistenie sumy rokov a počtu osôb</vt:lpstr>
      <vt:lpstr>8. Výpočet vekového priemeru</vt:lpstr>
      <vt:lpstr>Text Sorting I.</vt:lpstr>
      <vt:lpstr>Text Sorting II.</vt:lpstr>
    </vt:vector>
  </TitlesOfParts>
  <Company>HP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AWK a príklady na použitie</dc:title>
  <dc:creator>IT207aII</dc:creator>
  <cp:lastModifiedBy>Július Baráth</cp:lastModifiedBy>
  <cp:revision>124</cp:revision>
  <dcterms:created xsi:type="dcterms:W3CDTF">2014-04-16T08:25:46Z</dcterms:created>
  <dcterms:modified xsi:type="dcterms:W3CDTF">2025-04-01T06:51:38Z</dcterms:modified>
</cp:coreProperties>
</file>