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handoutMasterIdLst>
    <p:handoutMasterId r:id="rId28"/>
  </p:handoutMasterIdLst>
  <p:sldIdLst>
    <p:sldId id="280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82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81" r:id="rId23"/>
    <p:sldId id="276" r:id="rId24"/>
    <p:sldId id="277" r:id="rId25"/>
    <p:sldId id="278" r:id="rId26"/>
  </p:sldIdLst>
  <p:sldSz cx="9144000" cy="6858000" type="screen4x3"/>
  <p:notesSz cx="6858000" cy="9144000"/>
  <p:defaultTextStyle>
    <a:defPPr>
      <a:defRPr lang="sk-S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3ABACD-2B17-FC42-A9EE-4360F282BF3D}" v="1" dt="2025-10-28T10:46:56.4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5"/>
  </p:normalViewPr>
  <p:slideViewPr>
    <p:cSldViewPr snapToGrid="0">
      <p:cViewPr varScale="1">
        <p:scale>
          <a:sx n="119" d="100"/>
          <a:sy n="119" d="100"/>
        </p:scale>
        <p:origin x="1984" y="1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ráth, Július" userId="S::julius.barath@aos.sk::aebde9b9-dccc-4475-a9ac-c05e78323d7a" providerId="AD" clId="Web-{6211EA97-7412-CC63-1977-41AD100B6E87}"/>
    <pc:docChg chg="modSld">
      <pc:chgData name="Baráth, Július" userId="S::julius.barath@aos.sk::aebde9b9-dccc-4475-a9ac-c05e78323d7a" providerId="AD" clId="Web-{6211EA97-7412-CC63-1977-41AD100B6E87}" dt="2025-10-27T07:13:04.758" v="36" actId="20577"/>
      <pc:docMkLst>
        <pc:docMk/>
      </pc:docMkLst>
      <pc:sldChg chg="modSp">
        <pc:chgData name="Baráth, Július" userId="S::julius.barath@aos.sk::aebde9b9-dccc-4475-a9ac-c05e78323d7a" providerId="AD" clId="Web-{6211EA97-7412-CC63-1977-41AD100B6E87}" dt="2025-10-27T07:13:04.758" v="36" actId="20577"/>
        <pc:sldMkLst>
          <pc:docMk/>
          <pc:sldMk cId="0" sldId="280"/>
        </pc:sldMkLst>
        <pc:spChg chg="mod">
          <ac:chgData name="Baráth, Július" userId="S::julius.barath@aos.sk::aebde9b9-dccc-4475-a9ac-c05e78323d7a" providerId="AD" clId="Web-{6211EA97-7412-CC63-1977-41AD100B6E87}" dt="2025-10-27T07:13:04.758" v="36" actId="20577"/>
          <ac:spMkLst>
            <pc:docMk/>
            <pc:sldMk cId="0" sldId="280"/>
            <ac:spMk id="37" creationId="{00000000-0000-0000-0000-000000000000}"/>
          </ac:spMkLst>
        </pc:spChg>
      </pc:sldChg>
    </pc:docChg>
  </pc:docChgLst>
  <pc:docChgLst>
    <pc:chgData name="Baráth, Július" userId="aebde9b9-dccc-4475-a9ac-c05e78323d7a" providerId="ADAL" clId="{4A0811C8-ED2F-505E-B787-C8270CED5046}"/>
    <pc:docChg chg="modSld">
      <pc:chgData name="Baráth, Július" userId="aebde9b9-dccc-4475-a9ac-c05e78323d7a" providerId="ADAL" clId="{4A0811C8-ED2F-505E-B787-C8270CED5046}" dt="2025-10-28T10:47:04.609" v="1" actId="404"/>
      <pc:docMkLst>
        <pc:docMk/>
      </pc:docMkLst>
      <pc:sldChg chg="modSp mod">
        <pc:chgData name="Baráth, Július" userId="aebde9b9-dccc-4475-a9ac-c05e78323d7a" providerId="ADAL" clId="{4A0811C8-ED2F-505E-B787-C8270CED5046}" dt="2025-10-28T10:47:04.609" v="1" actId="404"/>
        <pc:sldMkLst>
          <pc:docMk/>
          <pc:sldMk cId="0" sldId="280"/>
        </pc:sldMkLst>
        <pc:spChg chg="mod">
          <ac:chgData name="Baráth, Július" userId="aebde9b9-dccc-4475-a9ac-c05e78323d7a" providerId="ADAL" clId="{4A0811C8-ED2F-505E-B787-C8270CED5046}" dt="2025-10-28T10:47:04.609" v="1" actId="404"/>
          <ac:spMkLst>
            <pc:docMk/>
            <pc:sldMk cId="0" sldId="280"/>
            <ac:spMk id="37" creationId="{00000000-0000-0000-0000-000000000000}"/>
          </ac:spMkLst>
        </pc:spChg>
      </pc:sldChg>
    </pc:docChg>
  </pc:docChgLst>
  <pc:docChgLst>
    <pc:chgData name="Baráth, Július" userId="S::julius.barath@aos.sk::aebde9b9-dccc-4475-a9ac-c05e78323d7a" providerId="AD" clId="Web-{5D5B40B2-FB67-8F11-A8AB-D5FE6D694272}"/>
    <pc:docChg chg="modSld">
      <pc:chgData name="Baráth, Július" userId="S::julius.barath@aos.sk::aebde9b9-dccc-4475-a9ac-c05e78323d7a" providerId="AD" clId="Web-{5D5B40B2-FB67-8F11-A8AB-D5FE6D694272}" dt="2025-10-24T15:43:19.737" v="39" actId="20577"/>
      <pc:docMkLst>
        <pc:docMk/>
      </pc:docMkLst>
      <pc:sldChg chg="modSp">
        <pc:chgData name="Baráth, Július" userId="S::julius.barath@aos.sk::aebde9b9-dccc-4475-a9ac-c05e78323d7a" providerId="AD" clId="Web-{5D5B40B2-FB67-8F11-A8AB-D5FE6D694272}" dt="2025-10-24T15:43:19.737" v="39" actId="20577"/>
        <pc:sldMkLst>
          <pc:docMk/>
          <pc:sldMk cId="0" sldId="280"/>
        </pc:sldMkLst>
        <pc:spChg chg="mod">
          <ac:chgData name="Baráth, Július" userId="S::julius.barath@aos.sk::aebde9b9-dccc-4475-a9ac-c05e78323d7a" providerId="AD" clId="Web-{5D5B40B2-FB67-8F11-A8AB-D5FE6D694272}" dt="2025-10-24T15:43:19.737" v="39" actId="20577"/>
          <ac:spMkLst>
            <pc:docMk/>
            <pc:sldMk cId="0" sldId="280"/>
            <ac:spMk id="37" creationId="{00000000-0000-0000-0000-000000000000}"/>
          </ac:spMkLst>
        </pc:spChg>
        <pc:spChg chg="mod">
          <ac:chgData name="Baráth, Július" userId="S::julius.barath@aos.sk::aebde9b9-dccc-4475-a9ac-c05e78323d7a" providerId="AD" clId="Web-{5D5B40B2-FB67-8F11-A8AB-D5FE6D694272}" dt="2025-10-24T15:43:10.534" v="36" actId="20577"/>
          <ac:spMkLst>
            <pc:docMk/>
            <pc:sldMk cId="0" sldId="280"/>
            <ac:spMk id="38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hlavičky 1"/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6173" cy="456900"/>
          </a:xfrm>
          <a:prstGeom prst="rect">
            <a:avLst/>
          </a:prstGeom>
          <a:noFill/>
          <a:ln>
            <a:noFill/>
          </a:ln>
        </p:spPr>
        <p:txBody>
          <a:bodyPr vert="horz" wrap="none" lIns="78903" tIns="39452" rIns="78903" bIns="39452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hangingPunct="0">
              <a:buNone/>
              <a:defRPr sz="1400"/>
            </a:pPr>
            <a:endParaRPr lang="sk-SK" sz="1200">
              <a:latin typeface="Liberation Sans" pitchFamily="18"/>
              <a:ea typeface="DejaVu Sans" pitchFamily="2"/>
              <a:cs typeface="DejaVu Sans" pitchFamily="2"/>
            </a:endParaRPr>
          </a:p>
        </p:txBody>
      </p:sp>
      <p:sp>
        <p:nvSpPr>
          <p:cNvPr id="3" name="Zástupný symbol dátumu 2"/>
          <p:cNvSpPr txBox="1">
            <a:spLocks noGrp="1"/>
          </p:cNvSpPr>
          <p:nvPr>
            <p:ph type="dt" sz="quarter" idx="1"/>
          </p:nvPr>
        </p:nvSpPr>
        <p:spPr>
          <a:xfrm>
            <a:off x="3881795" y="0"/>
            <a:ext cx="2976173" cy="456900"/>
          </a:xfrm>
          <a:prstGeom prst="rect">
            <a:avLst/>
          </a:prstGeom>
          <a:noFill/>
          <a:ln>
            <a:noFill/>
          </a:ln>
        </p:spPr>
        <p:txBody>
          <a:bodyPr vert="horz" wrap="none" lIns="78903" tIns="39452" rIns="78903" bIns="39452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algn="r" hangingPunct="0">
              <a:buNone/>
              <a:defRPr sz="1400"/>
            </a:pPr>
            <a:fld id="{E1F7C541-9502-49B8-8BF2-9DE13592E65D}" type="datetimeFigureOut">
              <a:rPr lang="sk-SK"/>
              <a:pPr algn="r" hangingPunct="0">
                <a:buNone/>
                <a:defRPr sz="1400"/>
              </a:pPr>
              <a:t>28.10.2025</a:t>
            </a:fld>
            <a:endParaRPr lang="sk-SK" sz="1200">
              <a:latin typeface="Liberation Sans" pitchFamily="18"/>
              <a:ea typeface="DejaVu Sans" pitchFamily="2"/>
              <a:cs typeface="DejaVu Sans" pitchFamily="2"/>
            </a:endParaRPr>
          </a:p>
        </p:txBody>
      </p:sp>
      <p:sp>
        <p:nvSpPr>
          <p:cNvPr id="4" name="Zástupný symbol päty 3"/>
          <p:cNvSpPr txBox="1">
            <a:spLocks noGrp="1"/>
          </p:cNvSpPr>
          <p:nvPr>
            <p:ph type="ftr" sz="quarter" idx="2"/>
          </p:nvPr>
        </p:nvSpPr>
        <p:spPr>
          <a:xfrm>
            <a:off x="0" y="8686952"/>
            <a:ext cx="2976173" cy="456900"/>
          </a:xfrm>
          <a:prstGeom prst="rect">
            <a:avLst/>
          </a:prstGeom>
          <a:noFill/>
          <a:ln>
            <a:noFill/>
          </a:ln>
        </p:spPr>
        <p:txBody>
          <a:bodyPr vert="horz" wrap="none" lIns="78903" tIns="39452" rIns="78903" bIns="39452" anchor="b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hangingPunct="0">
              <a:buNone/>
              <a:defRPr sz="1400"/>
            </a:pPr>
            <a:endParaRPr lang="sk-SK" sz="1200">
              <a:latin typeface="Liberation Sans" pitchFamily="18"/>
              <a:ea typeface="DejaVu Sans" pitchFamily="2"/>
              <a:cs typeface="DejaVu Sans" pitchFamily="2"/>
            </a:endParaRPr>
          </a:p>
        </p:txBody>
      </p:sp>
      <p:sp>
        <p:nvSpPr>
          <p:cNvPr id="5" name="Zástupný symbol čísla snímky 4"/>
          <p:cNvSpPr txBox="1">
            <a:spLocks noGrp="1"/>
          </p:cNvSpPr>
          <p:nvPr>
            <p:ph type="sldNum" sz="quarter" idx="3"/>
          </p:nvPr>
        </p:nvSpPr>
        <p:spPr>
          <a:xfrm>
            <a:off x="3881795" y="8686952"/>
            <a:ext cx="2976173" cy="456900"/>
          </a:xfrm>
          <a:prstGeom prst="rect">
            <a:avLst/>
          </a:prstGeom>
          <a:noFill/>
          <a:ln>
            <a:noFill/>
          </a:ln>
        </p:spPr>
        <p:txBody>
          <a:bodyPr vert="horz" wrap="none" lIns="78903" tIns="39452" rIns="78903" bIns="39452" anchor="b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algn="r" hangingPunct="0">
              <a:buNone/>
              <a:defRPr sz="1400"/>
            </a:pPr>
            <a:fld id="{E2665E86-FC92-4D8A-9B3F-66C70B231F04}" type="slidenum">
              <a:rPr/>
              <a:pPr algn="r" hangingPunct="0">
                <a:buNone/>
                <a:defRPr sz="1400"/>
              </a:pPr>
              <a:t>‹#›</a:t>
            </a:fld>
            <a:endParaRPr lang="sk-SK" sz="1200">
              <a:latin typeface="Liberation Sans" pitchFamily="18"/>
              <a:ea typeface="DejaVu Sans" pitchFamily="2"/>
              <a:cs typeface="DejaVu Sans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8063897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obrazu snímky 1"/>
          <p:cNvSpPr>
            <a:spLocks noGrp="1" noRot="1" noChangeAspect="1"/>
          </p:cNvSpPr>
          <p:nvPr>
            <p:ph type="sldImg" idx="2"/>
          </p:nvPr>
        </p:nvSpPr>
        <p:spPr>
          <a:xfrm>
            <a:off x="1107000" y="812520"/>
            <a:ext cx="5345280" cy="4008959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Zástupný symbol poznámok 2"/>
          <p:cNvSpPr txBox="1">
            <a:spLocks noGrp="1"/>
          </p:cNvSpPr>
          <p:nvPr>
            <p:ph type="body" sz="quarter" idx="3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endParaRPr lang="sk-SK"/>
          </a:p>
        </p:txBody>
      </p:sp>
      <p:sp>
        <p:nvSpPr>
          <p:cNvPr id="4" name="Zástupný symbol hlavičky 3"/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Ctr="0"/>
          <a:lstStyle>
            <a:lvl1pPr lvl="0" rtl="0" hangingPunct="0">
              <a:buNone/>
              <a:tabLst/>
              <a:defRPr lang="sk-SK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sk-SK"/>
          </a:p>
        </p:txBody>
      </p:sp>
      <p:sp>
        <p:nvSpPr>
          <p:cNvPr id="5" name="Zástupný symbol dátumu 4"/>
          <p:cNvSpPr txBox="1"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Ctr="0"/>
          <a:lstStyle>
            <a:lvl1pPr lvl="0" algn="r" rtl="0" hangingPunct="0">
              <a:buNone/>
              <a:tabLst/>
              <a:defRPr lang="sk-SK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fld id="{C7357164-0B51-4B11-8CF0-0ED60DF74312}" type="datetimeFigureOut">
              <a:rPr lang="sk-SK"/>
              <a:pPr lvl="0"/>
              <a:t>28.10.2025</a:t>
            </a:fld>
            <a:endParaRPr lang="sk-SK"/>
          </a:p>
        </p:txBody>
      </p:sp>
      <p:sp>
        <p:nvSpPr>
          <p:cNvPr id="6" name="Zástupný symbol päty 5"/>
          <p:cNvSpPr txBox="1">
            <a:spLocks noGrp="1"/>
          </p:cNvSpPr>
          <p:nvPr>
            <p:ph type="ftr" sz="quarte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 anchorCtr="0"/>
          <a:lstStyle>
            <a:lvl1pPr lvl="0" rtl="0" hangingPunct="0">
              <a:buNone/>
              <a:tabLst/>
              <a:defRPr lang="sk-SK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sk-SK"/>
          </a:p>
        </p:txBody>
      </p:sp>
      <p:sp>
        <p:nvSpPr>
          <p:cNvPr id="7" name="Zástupný symbol čísla snímky 6"/>
          <p:cNvSpPr txBox="1">
            <a:spLocks noGrp="1"/>
          </p:cNvSpPr>
          <p:nvPr>
            <p:ph type="sldNum" sz="quarter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 anchorCtr="0"/>
          <a:lstStyle>
            <a:lvl1pPr lvl="0" algn="r" rtl="0" hangingPunct="0">
              <a:buNone/>
              <a:tabLst/>
              <a:defRPr lang="sk-SK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fld id="{781B96D2-3E3D-45C3-94A9-BDF5622D994C}" type="slidenum">
              <a:rPr/>
              <a:pPr lvl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274237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16000" marR="0" indent="-216000" rtl="0" hangingPunct="0">
      <a:tabLst/>
      <a:defRPr lang="sk-SK" sz="2000" b="0" i="0" u="none" strike="noStrike" kern="1200">
        <a:ln>
          <a:noFill/>
        </a:ln>
        <a:latin typeface="Liberation Sans" pitchFamily="1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40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" name="Shape 4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rtl="0">
              <a:buNone/>
            </a:pPr>
            <a:r>
              <a:rPr lang="sk" sz="146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93 min (3)</a:t>
            </a:r>
          </a:p>
          <a:p>
            <a:endParaRPr lang="sk" sz="1466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 rtl="0">
              <a:buNone/>
            </a:pPr>
            <a:r>
              <a:rPr lang="sk" sz="146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todo:</a:t>
            </a:r>
          </a:p>
          <a:p>
            <a:pPr lvl="0" rtl="0">
              <a:buNone/>
            </a:pPr>
            <a:r>
              <a:rPr lang="sk" sz="146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prekreslit obrazok</a:t>
            </a:r>
          </a:p>
        </p:txBody>
      </p:sp>
    </p:spTree>
    <p:extLst>
      <p:ext uri="{BB962C8B-B14F-4D97-AF65-F5344CB8AC3E}">
        <p14:creationId xmlns:p14="http://schemas.microsoft.com/office/powerpoint/2010/main" val="17108001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47"/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Shape 48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1440" tIns="91440" rIns="91440" bIns="91440" anchor="t"/>
          <a:lstStyle/>
          <a:p>
            <a:pPr lvl="0"/>
            <a:endParaRPr lang="sk-SK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54"/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Shape 55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1440" tIns="91440" rIns="91440" bIns="91440" anchor="t"/>
          <a:lstStyle/>
          <a:p>
            <a:pPr lvl="0"/>
            <a:endParaRPr lang="sk-SK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61"/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Shape 62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1440" tIns="91440" rIns="91440" bIns="91440" anchor="t"/>
          <a:lstStyle/>
          <a:p>
            <a:pPr lvl="0"/>
            <a:endParaRPr lang="sk-SK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68"/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Shape 69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1440" tIns="91440" rIns="91440" bIns="91440" anchor="t"/>
          <a:lstStyle/>
          <a:p>
            <a:pPr lvl="0"/>
            <a:endParaRPr lang="sk-SK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75"/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Shape 76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1440" tIns="91440" rIns="91440" bIns="91440" anchor="t"/>
          <a:lstStyle/>
          <a:p>
            <a:pPr lvl="0"/>
            <a:endParaRPr lang="sk-SK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82"/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Shape 83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1440" tIns="91440" rIns="91440" bIns="91440" anchor="t"/>
          <a:lstStyle/>
          <a:p>
            <a:pPr lvl="0"/>
            <a:endParaRPr lang="sk-SK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89"/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Shape 90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1440" tIns="91440" rIns="91440" bIns="91440" anchor="t"/>
          <a:lstStyle/>
          <a:p>
            <a:pPr lvl="0"/>
            <a:endParaRPr lang="sk-SK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96"/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Shape 97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1440" tIns="91440" rIns="91440" bIns="91440" anchor="t"/>
          <a:lstStyle/>
          <a:p>
            <a:pPr lvl="0"/>
            <a:endParaRPr lang="sk-SK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03"/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Shape 104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1440" tIns="91440" rIns="91440" bIns="91440" anchor="t"/>
          <a:lstStyle/>
          <a:p>
            <a:pPr lvl="0"/>
            <a:endParaRPr lang="sk-SK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10"/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Shape 111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1440" tIns="91440" rIns="91440" bIns="91440" anchor="t"/>
          <a:lstStyle/>
          <a:p>
            <a:pPr lvl="0"/>
            <a:endParaRPr lang="sk-SK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17"/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Shape 118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1440" tIns="91440" rIns="91440" bIns="91440" anchor="t"/>
          <a:lstStyle/>
          <a:p>
            <a:pPr lvl="0"/>
            <a:endParaRPr lang="sk-SK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24"/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Shape 125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1440" tIns="91440" rIns="91440" bIns="91440" anchor="t"/>
          <a:lstStyle/>
          <a:p>
            <a:pPr lvl="0"/>
            <a:endParaRPr lang="sk-SK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31"/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Shape 132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1440" tIns="91440" rIns="91440" bIns="91440" anchor="t"/>
          <a:lstStyle/>
          <a:p>
            <a:pPr lvl="0"/>
            <a:endParaRPr lang="sk-SK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45"/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Shape 146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1440" tIns="91440" rIns="91440" bIns="91440" anchor="t"/>
          <a:lstStyle/>
          <a:p>
            <a:pPr lvl="0"/>
            <a:endParaRPr lang="sk-SK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38"/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Shape 139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1440" tIns="91440" rIns="91440" bIns="91440" anchor="t"/>
          <a:lstStyle/>
          <a:p>
            <a:pPr lvl="0"/>
            <a:endParaRPr lang="sk-SK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52"/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Shape 153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1440" tIns="91440" rIns="91440" bIns="91440" anchor="t"/>
          <a:lstStyle/>
          <a:p>
            <a:pPr lvl="0"/>
            <a:endParaRPr lang="sk-SK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59"/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Shape 160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1440" tIns="91440" rIns="91440" bIns="91440" anchor="t"/>
          <a:lstStyle/>
          <a:p>
            <a:pPr lvl="0"/>
            <a:endParaRPr lang="sk-SK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66"/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Shape 167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1440" tIns="91440" rIns="91440" bIns="91440" anchor="t"/>
          <a:lstStyle/>
          <a:p>
            <a:pPr lvl="0"/>
            <a:endParaRPr lang="sk-SK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73"/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Shape 174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1440" tIns="91440" rIns="91440" bIns="91440" anchor="t"/>
          <a:lstStyle/>
          <a:p>
            <a:pPr lvl="0"/>
            <a:endParaRPr lang="sk-SK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80"/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Shape 181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1440" tIns="91440" rIns="91440" bIns="91440" anchor="t"/>
          <a:lstStyle/>
          <a:p>
            <a:pPr lvl="0"/>
            <a:endParaRPr lang="sk-SK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87"/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Shape 188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1440" tIns="91440" rIns="91440" bIns="91440" anchor="t"/>
          <a:lstStyle/>
          <a:p>
            <a:pPr lvl="0"/>
            <a:endParaRPr lang="sk-SK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93"/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Shape 194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1440" tIns="91440" rIns="91440" bIns="91440" anchor="t"/>
          <a:lstStyle/>
          <a:p>
            <a:pPr lvl="0"/>
            <a:endParaRPr lang="sk-SK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sk-SK"/>
              <a:t>Kliknite sem a upravte štýl predlohy nadpisov.</a:t>
            </a: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sk-SK"/>
              <a:t>Kliknite sem a upravte štýl predlohy podnadpisov.</a:t>
            </a:r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Kliknite sem a upravte štýl predlohy nadpisov.</a:t>
            </a:r>
          </a:p>
        </p:txBody>
      </p:sp>
      <p:sp>
        <p:nvSpPr>
          <p:cNvPr id="3" name="Zástupný symbol obsah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sk-SK"/>
              <a:t>Kliknite sem a upravte štýl predlohy nadpisov.</a:t>
            </a:r>
          </a:p>
        </p:txBody>
      </p:sp>
      <p:sp>
        <p:nvSpPr>
          <p:cNvPr id="3" name="Zástupný symbol textu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textu.</a:t>
            </a:r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Kliknite sem a upravte štýl predlohy nadpisov.</a:t>
            </a:r>
          </a:p>
        </p:txBody>
      </p:sp>
      <p:sp>
        <p:nvSpPr>
          <p:cNvPr id="3" name="Zástupný symbol obsahu 2"/>
          <p:cNvSpPr>
            <a:spLocks noGrp="1"/>
          </p:cNvSpPr>
          <p:nvPr>
            <p:ph sz="half" idx="1"/>
          </p:nvPr>
        </p:nvSpPr>
        <p:spPr>
          <a:xfrm>
            <a:off x="457200" y="1604963"/>
            <a:ext cx="4038600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symbol obsahu 3"/>
          <p:cNvSpPr>
            <a:spLocks noGrp="1"/>
          </p:cNvSpPr>
          <p:nvPr>
            <p:ph sz="half" idx="2"/>
          </p:nvPr>
        </p:nvSpPr>
        <p:spPr>
          <a:xfrm>
            <a:off x="4648200" y="1604963"/>
            <a:ext cx="4038600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sk-SK"/>
              <a:t>Kliknite sem a upravte štýl predlohy nadpisov.</a:t>
            </a:r>
          </a:p>
        </p:txBody>
      </p:sp>
      <p:sp>
        <p:nvSpPr>
          <p:cNvPr id="3" name="Zástupný symbol textu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textu.</a:t>
            </a:r>
          </a:p>
        </p:txBody>
      </p:sp>
      <p:sp>
        <p:nvSpPr>
          <p:cNvPr id="4" name="Zástupný symbol obsah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5" name="Zástupný symbol textu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textu.</a:t>
            </a:r>
          </a:p>
        </p:txBody>
      </p:sp>
      <p:sp>
        <p:nvSpPr>
          <p:cNvPr id="6" name="Zástupný symbol obsah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Kliknite sem a upravte štýl predlohy nadpisov.</a:t>
            </a:r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sk-SK"/>
              <a:t>Kliknite sem a upravte štýl predlohy nadpisov.</a:t>
            </a:r>
          </a:p>
        </p:txBody>
      </p:sp>
      <p:sp>
        <p:nvSpPr>
          <p:cNvPr id="3" name="Zástupný symbol obsah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4" name="Zástupný symbol textu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sk-SK"/>
              <a:t>Kliknite sem a upravte štýly predlohy textu.</a:t>
            </a:r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sk-SK"/>
              <a:t>Kliknite sem a upravte štýl predlohy nadpisov.</a:t>
            </a:r>
          </a:p>
        </p:txBody>
      </p:sp>
      <p:sp>
        <p:nvSpPr>
          <p:cNvPr id="3" name="Zástupný symbol obrázka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k-SK"/>
          </a:p>
        </p:txBody>
      </p:sp>
      <p:sp>
        <p:nvSpPr>
          <p:cNvPr id="4" name="Zástupný symbol textu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sk-SK"/>
              <a:t>Kliknite sem a upravte štýly predlohy textu.</a:t>
            </a:r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Kliknite sem a upravte štýl predlohy nadpisov.</a:t>
            </a:r>
          </a:p>
        </p:txBody>
      </p:sp>
      <p:sp>
        <p:nvSpPr>
          <p:cNvPr id="3" name="Zástupný symbol zvislého textu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vislý nadpis 1"/>
          <p:cNvSpPr>
            <a:spLocks noGrp="1"/>
          </p:cNvSpPr>
          <p:nvPr>
            <p:ph type="title" orient="vert"/>
          </p:nvPr>
        </p:nvSpPr>
        <p:spPr>
          <a:xfrm>
            <a:off x="6629400" y="273050"/>
            <a:ext cx="2057400" cy="5857875"/>
          </a:xfrm>
        </p:spPr>
        <p:txBody>
          <a:bodyPr vert="eaVert"/>
          <a:lstStyle/>
          <a:p>
            <a:r>
              <a:rPr lang="sk-SK"/>
              <a:t>Kliknite sem a upravte štýl predlohy nadpisov.</a:t>
            </a:r>
          </a:p>
        </p:txBody>
      </p:sp>
      <p:sp>
        <p:nvSpPr>
          <p:cNvPr id="3" name="Zástupný symbol zvislého textu 2"/>
          <p:cNvSpPr>
            <a:spLocks noGrp="1"/>
          </p:cNvSpPr>
          <p:nvPr>
            <p:ph type="body" orient="vert" idx="1"/>
          </p:nvPr>
        </p:nvSpPr>
        <p:spPr>
          <a:xfrm>
            <a:off x="457200" y="273050"/>
            <a:ext cx="6019800" cy="5857875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nadpisu 1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endParaRPr lang="sk-SK"/>
          </a:p>
        </p:txBody>
      </p:sp>
      <p:sp>
        <p:nvSpPr>
          <p:cNvPr id="3" name="Zástupný symbol textu 2"/>
          <p:cNvSpPr txBox="1">
            <a:spLocks noGrp="1"/>
          </p:cNvSpPr>
          <p:nvPr>
            <p:ph type="body" idx="1"/>
          </p:nvPr>
        </p:nvSpPr>
        <p:spPr>
          <a:xfrm>
            <a:off x="457200" y="1604520"/>
            <a:ext cx="8229240" cy="45259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>
            <a:defPPr marL="432000" marR="0" lvl="0" indent="-324000" algn="l">
              <a:lnSpc>
                <a:spcPct val="100000"/>
              </a:lnSpc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None/>
              <a:defRPr lang="sk-SK" sz="1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Arial"/>
                <a:ea typeface="Arial"/>
                <a:cs typeface="Arial"/>
              </a:defRPr>
            </a:defPPr>
            <a:lvl1pPr marL="432000" marR="0" lvl="0" indent="-324000" algn="l">
              <a:lnSpc>
                <a:spcPct val="100000"/>
              </a:lnSpc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Char char="●"/>
              <a:defRPr lang="sk-SK" sz="1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L="864000" marR="0" lvl="1" indent="-324000" algn="l">
              <a:lnSpc>
                <a:spcPct val="100000"/>
              </a:lnSpc>
              <a:spcBef>
                <a:spcPts val="0"/>
              </a:spcBef>
              <a:spcAft>
                <a:spcPts val="1134"/>
              </a:spcAft>
              <a:buSzPct val="45000"/>
              <a:buFont typeface="StarSymbol"/>
              <a:buChar char="●"/>
              <a:defRPr lang="sk-SK" sz="1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L="1295999" marR="0" lvl="2" indent="-288000" algn="l">
              <a:lnSpc>
                <a:spcPct val="100000"/>
              </a:lnSpc>
              <a:spcBef>
                <a:spcPts val="0"/>
              </a:spcBef>
              <a:spcAft>
                <a:spcPts val="850"/>
              </a:spcAft>
              <a:buSzPct val="75000"/>
              <a:buFont typeface="StarSymbol"/>
              <a:buChar char="–"/>
              <a:defRPr lang="sk-SK" sz="1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L="1728000" marR="0" lvl="3" indent="-216000" algn="l">
              <a:lnSpc>
                <a:spcPct val="100000"/>
              </a:lnSpc>
              <a:spcBef>
                <a:spcPts val="0"/>
              </a:spcBef>
              <a:spcAft>
                <a:spcPts val="567"/>
              </a:spcAft>
              <a:buSzPct val="45000"/>
              <a:buFont typeface="StarSymbol"/>
              <a:buChar char="●"/>
              <a:defRPr lang="sk-SK" sz="1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L="2160000" marR="0" lvl="4" indent="-216000" algn="l">
              <a:lnSpc>
                <a:spcPct val="100000"/>
              </a:lnSpc>
              <a:spcBef>
                <a:spcPts val="0"/>
              </a:spcBef>
              <a:spcAft>
                <a:spcPts val="283"/>
              </a:spcAft>
              <a:buSzPct val="75000"/>
              <a:buFont typeface="StarSymbol"/>
              <a:buChar char="–"/>
              <a:defRPr lang="sk-SK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L="2592000" marR="0" lvl="5" indent="-216000" algn="l">
              <a:lnSpc>
                <a:spcPct val="100000"/>
              </a:lnSpc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sk-SK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L="3024000" marR="0" lvl="6" indent="-216000" algn="l">
              <a:lnSpc>
                <a:spcPct val="100000"/>
              </a:lnSpc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sk-SK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L="3456000" marR="0" lvl="7" indent="-216000" algn="l">
              <a:lnSpc>
                <a:spcPct val="100000"/>
              </a:lnSpc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sk-SK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L="3887999" marR="0" lvl="8" indent="-216000" algn="l">
              <a:lnSpc>
                <a:spcPct val="100000"/>
              </a:lnSpc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sk-SK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lvl="0"/>
            <a:r>
              <a:rPr lang="sk-SK"/>
              <a:t>Kliknite sem a upravte štýly predlohy textu.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lvl1pPr marL="0" marR="0" indent="0" algn="l" rtl="0" hangingPunct="0">
        <a:lnSpc>
          <a:spcPct val="100000"/>
        </a:lnSpc>
        <a:tabLst/>
        <a:defRPr lang="sk-SK" sz="1400" b="0" i="0" u="none" strike="noStrike" kern="1200" spc="0">
          <a:ln>
            <a:noFill/>
          </a:ln>
          <a:solidFill>
            <a:srgbClr val="000000"/>
          </a:solidFill>
          <a:latin typeface="Arial" pitchFamily="18"/>
          <a:cs typeface="Arial" pitchFamily="2"/>
        </a:defRPr>
      </a:lvl1pPr>
    </p:titleStyle>
    <p:bodyStyle>
      <a:lvl1pPr marL="0" marR="0" indent="0" algn="l" rtl="0" hangingPunct="0">
        <a:lnSpc>
          <a:spcPct val="100000"/>
        </a:lnSpc>
        <a:spcBef>
          <a:spcPts val="0"/>
        </a:spcBef>
        <a:spcAft>
          <a:spcPts val="1417"/>
        </a:spcAft>
        <a:tabLst/>
        <a:defRPr lang="sk-SK" sz="1400" b="0" i="0" u="none" strike="noStrike" kern="1200" spc="0">
          <a:ln>
            <a:noFill/>
          </a:ln>
          <a:solidFill>
            <a:srgbClr val="000000"/>
          </a:solidFill>
          <a:latin typeface="Arial" pitchFamily="18"/>
          <a:cs typeface="Arial" pitchFamily="2"/>
        </a:defRPr>
      </a:lvl1pPr>
    </p:bodyStyle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Pictures/1000000000000064000000783F2286C4.png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Pictures/1000000000000064000000783F2286C4.png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Pictures/1000000000000064000000783F2286C4.png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Pictures/1000000000000064000000783F2286C4.png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Pictures/1000000000000064000000783F2286C4.png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Pictures/1000000000000064000000783F2286C4.png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Pictures/1000000000000064000000783F2286C4.png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Pictures/1000000000000064000000783F2286C4.png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Pictures/1000000000000064000000783F2286C4.png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Pictures/1000000000000064000000783F2286C4.png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Pictures/1000000000000064000000783F2286C4.png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Pictures/1000000000000064000000783F2286C4.png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Pictures/1000000000000064000000783F2286C4.png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Pictures/1000000000000064000000783F2286C4.png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Pictures/1000000000000064000000783F2286C4.png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Pictures/1000000000000064000000783F2286C4.png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Pictures/1000000000000064000000783F2286C4.png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Pictures/1000000000000064000000783F2286C4.png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Pictures/1000000000000064000000783F2286C4.png" TargetMode="Externa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Pictures/1000000000000064000000783F2286C4.png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Pictures/1000000000000064000000783F2286C4.png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Pictures/1000000000000064000000783F2286C4.pn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7"/>
          <p:cNvSpPr txBox="1">
            <a:spLocks noGrp="1"/>
          </p:cNvSpPr>
          <p:nvPr>
            <p:ph type="ctrTitle"/>
          </p:nvPr>
        </p:nvSpPr>
        <p:spPr>
          <a:xfrm>
            <a:off x="519940" y="1149681"/>
            <a:ext cx="8414210" cy="2479614"/>
          </a:xfrm>
        </p:spPr>
        <p:txBody>
          <a:bodyPr/>
          <a:lstStyle/>
          <a:p>
            <a:pPr>
              <a:buNone/>
            </a:pPr>
            <a:r>
              <a:rPr lang="sk" sz="4800" dirty="0">
                <a:latin typeface="Arial"/>
                <a:cs typeface="Arial"/>
                <a:sym typeface="Arial"/>
              </a:rPr>
              <a:t>Introduction to Shell Scripting</a:t>
            </a:r>
            <a:br>
              <a:rPr lang="en-US" dirty="0"/>
            </a:br>
            <a:r>
              <a:rPr lang="sk" sz="2400" dirty="0">
                <a:latin typeface="Arial"/>
                <a:cs typeface="Arial"/>
              </a:rPr>
              <a:t>sorce code at github</a:t>
            </a:r>
            <a:br>
              <a:rPr lang="sk" sz="2400" dirty="0">
                <a:latin typeface="Arial"/>
                <a:cs typeface="Arial"/>
              </a:rPr>
            </a:br>
            <a:r>
              <a:rPr lang="sk" sz="2400" dirty="0">
                <a:latin typeface="Arial"/>
                <a:cs typeface="Arial"/>
              </a:rPr>
              <a:t>git clone </a:t>
            </a:r>
            <a:r>
              <a:rPr lang="sk-SK" sz="2400" dirty="0" err="1">
                <a:latin typeface="Arial"/>
                <a:cs typeface="Arial"/>
              </a:rPr>
              <a:t>https</a:t>
            </a:r>
            <a:r>
              <a:rPr lang="sk-SK" sz="2400" dirty="0">
                <a:latin typeface="Arial"/>
                <a:cs typeface="Arial"/>
              </a:rPr>
              <a:t>://</a:t>
            </a:r>
            <a:r>
              <a:rPr lang="sk-SK" sz="2400" dirty="0" err="1">
                <a:latin typeface="Arial"/>
                <a:cs typeface="Arial"/>
              </a:rPr>
              <a:t>github.com</a:t>
            </a:r>
            <a:r>
              <a:rPr lang="sk-SK" sz="2400" dirty="0">
                <a:latin typeface="Arial"/>
                <a:cs typeface="Arial"/>
              </a:rPr>
              <a:t>/jb23lm87/UNIX-LC-</a:t>
            </a:r>
            <a:r>
              <a:rPr lang="sk-SK" sz="2400" dirty="0" err="1">
                <a:latin typeface="Arial"/>
                <a:cs typeface="Arial"/>
              </a:rPr>
              <a:t>priklady.git</a:t>
            </a:r>
            <a:endParaRPr lang="sk" sz="2800" dirty="0"/>
          </a:p>
        </p:txBody>
      </p:sp>
      <p:sp>
        <p:nvSpPr>
          <p:cNvPr id="38" name="Shape 38"/>
          <p:cNvSpPr txBox="1">
            <a:spLocks noGrp="1"/>
          </p:cNvSpPr>
          <p:nvPr>
            <p:ph type="subTitle" idx="1"/>
          </p:nvPr>
        </p:nvSpPr>
        <p:spPr>
          <a:xfrm>
            <a:off x="1371600" y="4246768"/>
            <a:ext cx="6400800" cy="1752600"/>
          </a:xfrm>
        </p:spPr>
        <p:txBody>
          <a:bodyPr lIns="0" tIns="0" rIns="0" bIns="0" anchor="t"/>
          <a:lstStyle/>
          <a:p>
            <a:r>
              <a:rPr lang="sk" sz="3200" dirty="0">
                <a:sym typeface="Arial"/>
              </a:rPr>
              <a:t>Július </a:t>
            </a:r>
            <a:r>
              <a:rPr lang="sk" sz="3200" dirty="0" err="1">
                <a:sym typeface="Arial"/>
              </a:rPr>
              <a:t>Baráth</a:t>
            </a:r>
          </a:p>
          <a:p>
            <a:r>
              <a:rPr lang="sk" sz="2000" dirty="0">
                <a:sym typeface="Arial"/>
              </a:rPr>
              <a:t>Prebrané so súhlasom od: Miroslav </a:t>
            </a:r>
            <a:r>
              <a:rPr lang="sk" sz="2000" dirty="0" err="1">
                <a:sym typeface="Arial"/>
              </a:rPr>
              <a:t>Biňas</a:t>
            </a:r>
            <a:endParaRPr lang="sk" sz="2000" dirty="0"/>
          </a:p>
          <a:p>
            <a:pPr lvl="0"/>
            <a:r>
              <a:rPr lang="sk" sz="2000" dirty="0">
                <a:sym typeface="Arial"/>
              </a:rPr>
              <a:t>(c) 2010 - 2012</a:t>
            </a:r>
            <a:endParaRPr lang="sk" sz="2000" dirty="0"/>
          </a:p>
        </p:txBody>
      </p:sp>
    </p:spTree>
  </p:cSld>
  <p:clrMapOvr>
    <a:masterClrMapping/>
  </p:clrMapOvr>
  <p:transition spd="slow"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hell Scrip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43"/>
          <p:cNvSpPr txBox="1">
            <a:spLocks noGrp="1"/>
          </p:cNvSpPr>
          <p:nvPr>
            <p:ph type="title" idx="4294967295"/>
          </p:nvPr>
        </p:nvSpPr>
        <p:spPr>
          <a:xfrm>
            <a:off x="1535039" y="0"/>
            <a:ext cx="7240320" cy="1078920"/>
          </a:xfrm>
        </p:spPr>
        <p:txBody>
          <a:bodyPr wrap="square" lIns="91440" tIns="91440" rIns="91440" bIns="9144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>
              <a:buNone/>
            </a:pPr>
            <a:r>
              <a:rPr lang="sk-SK" sz="4000" b="1">
                <a:solidFill>
                  <a:srgbClr val="444444"/>
                </a:solidFill>
              </a:rPr>
              <a:t>Shell </a:t>
            </a:r>
            <a:r>
              <a:rPr lang="sk-SK" sz="4000" b="1" err="1">
                <a:solidFill>
                  <a:srgbClr val="444444"/>
                </a:solidFill>
              </a:rPr>
              <a:t>Scripting</a:t>
            </a:r>
            <a:endParaRPr lang="sk-SK" sz="4000" b="1">
              <a:solidFill>
                <a:srgbClr val="444444"/>
              </a:solidFill>
            </a:endParaRPr>
          </a:p>
        </p:txBody>
      </p:sp>
      <p:sp>
        <p:nvSpPr>
          <p:cNvPr id="3" name="Shape 44"/>
          <p:cNvSpPr/>
          <p:nvPr/>
        </p:nvSpPr>
        <p:spPr>
          <a:xfrm>
            <a:off x="683569" y="1280159"/>
            <a:ext cx="8070190" cy="494783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1440" tIns="91440" rIns="91440" bIns="9144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000"/>
              <a:buFont typeface="Arial" pitchFamily="32"/>
              <a:buChar char="•"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type of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programming</a:t>
            </a:r>
            <a:endParaRPr lang="sk-SK" sz="3200" b="0" i="0" u="none" strike="noStrike" kern="1200" spc="0">
              <a:ln>
                <a:noFill/>
              </a:ln>
              <a:solidFill>
                <a:srgbClr val="666666"/>
              </a:solidFill>
              <a:latin typeface="Arial" pitchFamily="18"/>
              <a:ea typeface="Arial" pitchFamily="2"/>
              <a:cs typeface="Arial" pitchFamily="2"/>
            </a:endParaRP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000"/>
              <a:buFont typeface="Arial" pitchFamily="32"/>
              <a:buChar char="•"/>
              <a:tabLst/>
            </a:pP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bash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is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scripting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language</a:t>
            </a:r>
            <a:endParaRPr lang="sk-SK" sz="3200" b="0" i="0" u="none" strike="noStrike" kern="1200" spc="0">
              <a:ln>
                <a:noFill/>
              </a:ln>
              <a:solidFill>
                <a:srgbClr val="666666"/>
              </a:solidFill>
              <a:latin typeface="Arial" pitchFamily="18"/>
              <a:ea typeface="Arial" pitchFamily="2"/>
              <a:cs typeface="Arial" pitchFamily="2"/>
            </a:endParaRP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000"/>
              <a:buFont typeface="Arial" pitchFamily="32"/>
              <a:buChar char="•"/>
              <a:tabLst/>
            </a:pPr>
            <a:r>
              <a:rPr lang="sk-SK" sz="3200" b="0" i="0" u="sng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sequence</a:t>
            </a:r>
            <a:r>
              <a:rPr lang="sk-SK" sz="3200" b="0" i="0" u="sng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of </a:t>
            </a:r>
            <a:r>
              <a:rPr lang="sk-SK" sz="3200" b="0" i="0" u="sng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commands</a:t>
            </a:r>
            <a:r>
              <a:rPr lang="sk-SK" sz="3200" b="0" i="0" u="sng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0" i="0" u="sng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written</a:t>
            </a:r>
            <a:r>
              <a:rPr lang="sk-SK" sz="3200" b="0" i="0" u="sng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in </a:t>
            </a:r>
            <a:r>
              <a:rPr lang="sk-SK" sz="3200" b="0" i="0" u="sng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plain</a:t>
            </a:r>
            <a:r>
              <a:rPr lang="sk-SK" sz="3200" b="0" i="0" u="sng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text </a:t>
            </a:r>
            <a:r>
              <a:rPr lang="sk-SK" sz="3200" b="0" i="0" u="sng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file</a:t>
            </a:r>
            <a:endParaRPr lang="sk-SK" sz="3200" b="0" i="0" u="sng" strike="noStrike" kern="1200" spc="0">
              <a:ln>
                <a:noFill/>
              </a:ln>
              <a:solidFill>
                <a:srgbClr val="666666"/>
              </a:solidFill>
              <a:latin typeface="Arial" pitchFamily="18"/>
              <a:ea typeface="Arial" pitchFamily="2"/>
              <a:cs typeface="Arial" pitchFamily="2"/>
            </a:endParaRPr>
          </a:p>
          <a:p>
            <a:pPr marL="0" marR="0" lvl="1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0000"/>
              <a:buFont typeface="Courier New" pitchFamily="49"/>
              <a:buChar char="o"/>
              <a:tabLst/>
            </a:pP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first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line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must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be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#!/bin/bash</a:t>
            </a:r>
          </a:p>
          <a:p>
            <a:pPr marL="0" marR="0" lvl="1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0000"/>
              <a:buFont typeface="Courier New" pitchFamily="49"/>
              <a:buChar char="o"/>
              <a:tabLst/>
            </a:pP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file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must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be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readable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and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executable</a:t>
            </a:r>
            <a:endParaRPr lang="sk-SK" sz="3200" b="0" i="0" u="none" strike="noStrike" kern="1200" spc="0">
              <a:ln>
                <a:noFill/>
              </a:ln>
              <a:solidFill>
                <a:srgbClr val="666666"/>
              </a:solidFill>
              <a:latin typeface="Arial" pitchFamily="18"/>
              <a:ea typeface="Arial" pitchFamily="2"/>
              <a:cs typeface="Arial" pitchFamily="2"/>
            </a:endParaRPr>
          </a:p>
          <a:p>
            <a:pPr marL="0" marR="0" lvl="1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0000"/>
              <a:buFont typeface="Courier New" pitchFamily="49"/>
              <a:buChar char="o"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or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must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be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run by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$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bash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SCRIPT-NAME</a:t>
            </a:r>
          </a:p>
        </p:txBody>
      </p:sp>
      <p:sp>
        <p:nvSpPr>
          <p:cNvPr id="4" name="Shape 45"/>
          <p:cNvSpPr/>
          <p:nvPr/>
        </p:nvSpPr>
        <p:spPr>
          <a:xfrm>
            <a:off x="0" y="5486399"/>
            <a:ext cx="1142640" cy="13712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blipFill>
            <a:blip r:embed="rId3" r:link="rId4" cstate="print"/>
            <a:stretch>
              <a:fillRect/>
            </a:stretch>
          </a:blipFill>
          <a:ln>
            <a:noFill/>
            <a:prstDash val="solid"/>
          </a:ln>
        </p:spPr>
        <p:txBody>
          <a:bodyPr vert="horz" wrap="square" lIns="90000" tIns="45000" rIns="90000" bIns="4500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1800" b="0" i="0" u="none" strike="noStrike" kern="1200">
              <a:ln>
                <a:noFill/>
              </a:ln>
              <a:latin typeface="Liberation Sans" pitchFamily="18"/>
              <a:ea typeface="DejaVu Sans" pitchFamily="2"/>
              <a:cs typeface="DejaVu Sans" pitchFamily="2"/>
            </a:endParaRPr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xample Shell Scri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50"/>
          <p:cNvSpPr txBox="1">
            <a:spLocks noGrp="1"/>
          </p:cNvSpPr>
          <p:nvPr>
            <p:ph type="title" idx="4294967295"/>
          </p:nvPr>
        </p:nvSpPr>
        <p:spPr>
          <a:xfrm>
            <a:off x="1535039" y="0"/>
            <a:ext cx="7240320" cy="1078920"/>
          </a:xfrm>
        </p:spPr>
        <p:txBody>
          <a:bodyPr wrap="square" lIns="91440" tIns="91440" rIns="91440" bIns="9144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>
              <a:buNone/>
            </a:pPr>
            <a:r>
              <a:rPr lang="sk-SK" sz="4000" b="1">
                <a:solidFill>
                  <a:srgbClr val="444444"/>
                </a:solidFill>
              </a:rPr>
              <a:t>Example Shell Script pr11-1</a:t>
            </a:r>
          </a:p>
        </p:txBody>
      </p:sp>
      <p:sp>
        <p:nvSpPr>
          <p:cNvPr id="3" name="Shape 51"/>
          <p:cNvSpPr/>
          <p:nvPr/>
        </p:nvSpPr>
        <p:spPr>
          <a:xfrm>
            <a:off x="1142639" y="1280159"/>
            <a:ext cx="7611119" cy="494783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1440" tIns="91440" rIns="91440" bIns="9144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hangingPunct="0">
              <a:buNone/>
            </a:pPr>
            <a:r>
              <a:rPr lang="sk-SK" sz="3200"/>
              <a:t>Pošlite si príklady na </a:t>
            </a:r>
            <a:r>
              <a:rPr lang="sk-SK" sz="3200" err="1"/>
              <a:t>unix</a:t>
            </a:r>
            <a:endParaRPr lang="sk-SK" sz="3200"/>
          </a:p>
          <a:p>
            <a:pPr hangingPunct="0">
              <a:buNone/>
            </a:pPr>
            <a:r>
              <a:rPr lang="sk-SK" sz="3200" err="1"/>
              <a:t>scp</a:t>
            </a:r>
            <a:r>
              <a:rPr lang="sk-SK" sz="3200"/>
              <a:t> </a:t>
            </a:r>
            <a:r>
              <a:rPr lang="sk-SK" sz="3200" err="1"/>
              <a:t>priklady.zip</a:t>
            </a:r>
            <a:r>
              <a:rPr lang="sk-SK" sz="3200"/>
              <a:t> </a:t>
            </a:r>
            <a:r>
              <a:rPr lang="sk-SK" sz="3200" err="1"/>
              <a:t>julius@unix</a:t>
            </a:r>
            <a:r>
              <a:rPr lang="sk-SK" sz="3200"/>
              <a:t>:/</a:t>
            </a:r>
            <a:r>
              <a:rPr lang="sk-SK" sz="3200" err="1"/>
              <a:t>home</a:t>
            </a:r>
            <a:r>
              <a:rPr lang="sk-SK" sz="3200"/>
              <a:t>/</a:t>
            </a:r>
            <a:r>
              <a:rPr lang="sk-SK" sz="3200" err="1"/>
              <a:t>julius</a:t>
            </a:r>
            <a:endParaRPr lang="sk-SK" sz="3200"/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3200" b="0" i="0" u="none" strike="noStrike" kern="1200" spc="0">
              <a:ln>
                <a:noFill/>
              </a:ln>
              <a:solidFill>
                <a:srgbClr val="666666"/>
              </a:solidFill>
              <a:latin typeface="Courier New" pitchFamily="18"/>
              <a:ea typeface="Courier New" pitchFamily="2"/>
              <a:cs typeface="Courier New" pitchFamily="2"/>
            </a:endParaRP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#!/bin/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bash</a:t>
            </a:r>
            <a:endParaRPr lang="sk-SK" sz="3200" b="0" i="0" u="none" strike="noStrike" kern="1200" spc="0">
              <a:ln>
                <a:noFill/>
              </a:ln>
              <a:solidFill>
                <a:srgbClr val="666666"/>
              </a:solidFill>
              <a:latin typeface="Courier New" pitchFamily="18"/>
              <a:ea typeface="Courier New" pitchFamily="2"/>
              <a:cs typeface="Courier New" pitchFamily="2"/>
            </a:endParaRP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echo "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Creating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html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directory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"</a:t>
            </a:r>
            <a:b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</a:b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mkdir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/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home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/$1/html/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echo "&lt;h1&gt;$1's  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Homepage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&lt;/h1&gt;" &gt; /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home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/$1/html/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index.html</a:t>
            </a:r>
            <a:endParaRPr lang="sk-SK" sz="3200" b="0" i="0" u="none" strike="noStrike" kern="1200" spc="0">
              <a:ln>
                <a:noFill/>
              </a:ln>
              <a:solidFill>
                <a:srgbClr val="666666"/>
              </a:solidFill>
              <a:latin typeface="Courier New" pitchFamily="18"/>
              <a:ea typeface="Courier New" pitchFamily="2"/>
              <a:cs typeface="Courier New" pitchFamily="2"/>
            </a:endParaRP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---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err="1"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b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ash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./pr11-1.sh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julius</a:t>
            </a:r>
            <a:endParaRPr lang="sk-SK" sz="3200" b="0" i="0" u="none" strike="noStrike" kern="1200" spc="0">
              <a:ln>
                <a:noFill/>
              </a:ln>
              <a:solidFill>
                <a:srgbClr val="666666"/>
              </a:solidFill>
              <a:latin typeface="Courier New" pitchFamily="18"/>
              <a:ea typeface="Courier New" pitchFamily="2"/>
              <a:cs typeface="Courier New" pitchFamily="2"/>
            </a:endParaRPr>
          </a:p>
        </p:txBody>
      </p:sp>
      <p:sp>
        <p:nvSpPr>
          <p:cNvPr id="4" name="Shape 52"/>
          <p:cNvSpPr/>
          <p:nvPr/>
        </p:nvSpPr>
        <p:spPr>
          <a:xfrm>
            <a:off x="0" y="5486399"/>
            <a:ext cx="1142640" cy="13712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blipFill>
            <a:blip r:embed="rId3" r:link="rId4" cstate="print"/>
            <a:stretch>
              <a:fillRect/>
            </a:stretch>
          </a:blipFill>
          <a:ln>
            <a:noFill/>
            <a:prstDash val="solid"/>
          </a:ln>
        </p:spPr>
        <p:txBody>
          <a:bodyPr vert="horz" wrap="square" lIns="90000" tIns="45000" rIns="90000" bIns="4500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1800" b="0" i="0" u="none" strike="noStrike" kern="1200">
              <a:ln>
                <a:noFill/>
              </a:ln>
              <a:latin typeface="Liberation Sans" pitchFamily="18"/>
              <a:ea typeface="DejaVu Sans" pitchFamily="2"/>
              <a:cs typeface="DejaVu Sans" pitchFamily="2"/>
            </a:endParaRP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ositional Parameters 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57"/>
          <p:cNvSpPr txBox="1">
            <a:spLocks noGrp="1"/>
          </p:cNvSpPr>
          <p:nvPr>
            <p:ph type="title" idx="4294967295"/>
          </p:nvPr>
        </p:nvSpPr>
        <p:spPr>
          <a:xfrm>
            <a:off x="1535039" y="0"/>
            <a:ext cx="7240320" cy="1078920"/>
          </a:xfrm>
        </p:spPr>
        <p:txBody>
          <a:bodyPr wrap="square" lIns="91440" tIns="91440" rIns="91440" bIns="9144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>
              <a:buNone/>
            </a:pPr>
            <a:r>
              <a:rPr lang="sk-SK" sz="4000" b="1">
                <a:solidFill>
                  <a:srgbClr val="444444"/>
                </a:solidFill>
              </a:rPr>
              <a:t>Positional Parameters I. pr11-2</a:t>
            </a:r>
          </a:p>
        </p:txBody>
      </p:sp>
      <p:sp>
        <p:nvSpPr>
          <p:cNvPr id="3" name="Shape 58"/>
          <p:cNvSpPr/>
          <p:nvPr/>
        </p:nvSpPr>
        <p:spPr>
          <a:xfrm>
            <a:off x="1737359" y="1280159"/>
            <a:ext cx="7016399" cy="494783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1440" tIns="91440" rIns="91440" bIns="9144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000"/>
              <a:buFont typeface="Arial" pitchFamily="32"/>
              <a:buChar char="•"/>
              <a:tabLst/>
            </a:pP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variables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entered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at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command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line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are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referenced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inside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the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script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as 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$N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,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where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N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is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the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order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of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variable</a:t>
            </a:r>
            <a:endParaRPr lang="sk-SK" sz="3200" b="0" i="0" u="none" strike="noStrike" kern="1200" spc="0">
              <a:ln>
                <a:noFill/>
              </a:ln>
              <a:solidFill>
                <a:srgbClr val="666666"/>
              </a:solidFill>
              <a:latin typeface="Arial" pitchFamily="18"/>
              <a:ea typeface="Arial" pitchFamily="2"/>
              <a:cs typeface="Arial" pitchFamily="2"/>
            </a:endParaRPr>
          </a:p>
          <a:p>
            <a:pPr hangingPunct="0">
              <a:buClr>
                <a:srgbClr val="666666"/>
              </a:buClr>
              <a:buSzPct val="166000"/>
              <a:buFont typeface="Arial" pitchFamily="32"/>
              <a:buChar char="•"/>
            </a:pP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example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:</a:t>
            </a:r>
            <a:r>
              <a:rPr lang="sk-SK" sz="31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$ </a:t>
            </a:r>
            <a:r>
              <a:rPr lang="sk-SK" sz="3100" b="1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cat</a:t>
            </a:r>
            <a:r>
              <a:rPr lang="sk-SK" sz="3100" b="1"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 pr11-2</a:t>
            </a:r>
            <a:r>
              <a:rPr lang="sk-SK" sz="31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.sh</a:t>
            </a:r>
          </a:p>
          <a:p>
            <a:pPr hangingPunct="0">
              <a:buClr>
                <a:srgbClr val="666666"/>
              </a:buClr>
              <a:buSzPct val="166000"/>
              <a:buFont typeface="Arial" pitchFamily="32"/>
              <a:buChar char="•"/>
            </a:pPr>
            <a:endParaRPr lang="sk-SK" sz="3100" b="1" i="0" u="none" strike="noStrike" kern="1200" spc="0">
              <a:ln>
                <a:noFill/>
              </a:ln>
              <a:solidFill>
                <a:srgbClr val="666666"/>
              </a:solidFill>
              <a:latin typeface="Courier New"/>
              <a:ea typeface="Courier New" pitchFamily="2"/>
              <a:cs typeface="Courier New"/>
            </a:endParaRP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1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#!/bin/</a:t>
            </a:r>
            <a:r>
              <a:rPr lang="sk-SK" sz="31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bash</a:t>
            </a:r>
            <a:endParaRPr lang="sk-SK" sz="3100" b="0" i="0" u="none" strike="noStrike" kern="1200" spc="0">
              <a:ln>
                <a:noFill/>
              </a:ln>
              <a:solidFill>
                <a:srgbClr val="666666"/>
              </a:solidFill>
              <a:latin typeface="Courier New" pitchFamily="18"/>
              <a:ea typeface="Courier New" pitchFamily="2"/>
              <a:cs typeface="Courier New" pitchFamily="2"/>
            </a:endParaRP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1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#spustiť s argumentom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1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echo "</a:t>
            </a:r>
            <a:r>
              <a:rPr lang="sk-SK" sz="31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You</a:t>
            </a:r>
            <a:r>
              <a:rPr lang="sk-SK" sz="31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</a:t>
            </a:r>
            <a:r>
              <a:rPr lang="sk-SK" sz="31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have</a:t>
            </a:r>
            <a:r>
              <a:rPr lang="sk-SK" sz="31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</a:t>
            </a:r>
            <a:r>
              <a:rPr lang="sk-SK" sz="31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entered</a:t>
            </a:r>
            <a:r>
              <a:rPr lang="sk-SK" sz="31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: $1"</a:t>
            </a:r>
          </a:p>
        </p:txBody>
      </p:sp>
      <p:sp>
        <p:nvSpPr>
          <p:cNvPr id="4" name="Shape 59"/>
          <p:cNvSpPr/>
          <p:nvPr/>
        </p:nvSpPr>
        <p:spPr>
          <a:xfrm>
            <a:off x="0" y="5486399"/>
            <a:ext cx="1142640" cy="13712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blipFill>
            <a:blip r:embed="rId3" r:link="rId4" cstate="print"/>
            <a:stretch>
              <a:fillRect/>
            </a:stretch>
          </a:blipFill>
          <a:ln>
            <a:noFill/>
            <a:prstDash val="solid"/>
          </a:ln>
        </p:spPr>
        <p:txBody>
          <a:bodyPr vert="horz" wrap="square" lIns="90000" tIns="45000" rIns="90000" bIns="4500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1800" b="0" i="0" u="none" strike="noStrike" kern="1200">
              <a:ln>
                <a:noFill/>
              </a:ln>
              <a:latin typeface="Liberation Sans" pitchFamily="18"/>
              <a:ea typeface="DejaVu Sans" pitchFamily="2"/>
              <a:cs typeface="DejaVu Sans" pitchFamily="2"/>
            </a:endParaRPr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ositional Parameters I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64"/>
          <p:cNvSpPr txBox="1">
            <a:spLocks noGrp="1"/>
          </p:cNvSpPr>
          <p:nvPr>
            <p:ph type="title" idx="4294967295"/>
          </p:nvPr>
        </p:nvSpPr>
        <p:spPr>
          <a:xfrm>
            <a:off x="1535039" y="0"/>
            <a:ext cx="7240320" cy="1096920"/>
          </a:xfrm>
        </p:spPr>
        <p:txBody>
          <a:bodyPr wrap="square" lIns="91440" tIns="91440" rIns="91440" bIns="9144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>
              <a:buNone/>
            </a:pPr>
            <a:r>
              <a:rPr lang="sk-SK" sz="4000" b="1">
                <a:solidFill>
                  <a:srgbClr val="444444"/>
                </a:solidFill>
              </a:rPr>
              <a:t>Positional Parameters II.</a:t>
            </a:r>
          </a:p>
        </p:txBody>
      </p:sp>
      <p:sp>
        <p:nvSpPr>
          <p:cNvPr id="3" name="Shape 65"/>
          <p:cNvSpPr/>
          <p:nvPr/>
        </p:nvSpPr>
        <p:spPr>
          <a:xfrm>
            <a:off x="1737359" y="1280159"/>
            <a:ext cx="7016399" cy="494783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1440" tIns="91440" rIns="91440" bIns="9144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000"/>
              <a:buFont typeface="Arial" pitchFamily="32"/>
              <a:buChar char="•"/>
              <a:tabLst/>
            </a:pP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other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special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positional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variables</a:t>
            </a:r>
          </a:p>
          <a:p>
            <a:pPr marL="0" marR="0" lvl="1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0000"/>
              <a:buFont typeface="Courier New" pitchFamily="49"/>
              <a:buChar char="o"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$0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 -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the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name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 of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the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shell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 or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shell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script</a:t>
            </a:r>
          </a:p>
          <a:p>
            <a:pPr marL="0" marR="0" lvl="1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0000"/>
              <a:buFont typeface="Courier New" pitchFamily="49"/>
              <a:buChar char="o"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$#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 -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the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number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 of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parameters</a:t>
            </a:r>
          </a:p>
          <a:p>
            <a:pPr marL="0" marR="0" lvl="1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0000"/>
              <a:buFont typeface="Courier New" pitchFamily="49"/>
              <a:buChar char="o"/>
              <a:tabLst/>
            </a:pPr>
            <a:r>
              <a:rPr lang="sk-SK" sz="3200">
                <a:solidFill>
                  <a:srgbClr val="666666"/>
                </a:solidFill>
                <a:latin typeface="Courier New"/>
                <a:ea typeface="Arial" pitchFamily="2"/>
                <a:cs typeface="Courier New"/>
              </a:rPr>
              <a:t>$*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 -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expands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 to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the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positional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parameters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starting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from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 1;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each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 parameter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is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accessed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 as 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$1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, 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$2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, ...</a:t>
            </a:r>
          </a:p>
        </p:txBody>
      </p:sp>
      <p:sp>
        <p:nvSpPr>
          <p:cNvPr id="4" name="Shape 66"/>
          <p:cNvSpPr/>
          <p:nvPr/>
        </p:nvSpPr>
        <p:spPr>
          <a:xfrm>
            <a:off x="0" y="5486399"/>
            <a:ext cx="1142640" cy="13712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blipFill>
            <a:blip r:embed="rId3" r:link="rId4" cstate="print"/>
            <a:stretch>
              <a:fillRect/>
            </a:stretch>
          </a:blipFill>
          <a:ln>
            <a:noFill/>
            <a:prstDash val="solid"/>
          </a:ln>
        </p:spPr>
        <p:txBody>
          <a:bodyPr vert="horz" wrap="square" lIns="90000" tIns="45000" rIns="90000" bIns="4500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1800" b="0" i="0" u="none" strike="noStrike" kern="1200">
              <a:ln>
                <a:noFill/>
              </a:ln>
              <a:latin typeface="Liberation Sans" pitchFamily="18"/>
              <a:ea typeface="DejaVu Sans" pitchFamily="2"/>
              <a:cs typeface="DejaVu Sans" pitchFamily="2"/>
            </a:endParaRPr>
          </a:p>
        </p:txBody>
      </p: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ositional Parameters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71"/>
          <p:cNvSpPr txBox="1">
            <a:spLocks noGrp="1"/>
          </p:cNvSpPr>
          <p:nvPr>
            <p:ph type="title" idx="4294967295"/>
          </p:nvPr>
        </p:nvSpPr>
        <p:spPr>
          <a:xfrm>
            <a:off x="1535039" y="0"/>
            <a:ext cx="7240320" cy="1129680"/>
          </a:xfrm>
        </p:spPr>
        <p:txBody>
          <a:bodyPr wrap="square" lIns="91440" tIns="91440" rIns="91440" bIns="9144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>
              <a:buNone/>
            </a:pPr>
            <a:r>
              <a:rPr lang="sk-SK" sz="4000" b="1">
                <a:solidFill>
                  <a:srgbClr val="444444"/>
                </a:solidFill>
              </a:rPr>
              <a:t>Positional Parameters Example pr11-3</a:t>
            </a:r>
          </a:p>
        </p:txBody>
      </p:sp>
      <p:sp>
        <p:nvSpPr>
          <p:cNvPr id="3" name="Shape 72"/>
          <p:cNvSpPr/>
          <p:nvPr/>
        </p:nvSpPr>
        <p:spPr>
          <a:xfrm>
            <a:off x="0" y="1188719"/>
            <a:ext cx="8753759" cy="52502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1440" tIns="91440" rIns="91440" bIns="9144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hangingPunct="0">
              <a:buNone/>
            </a:pPr>
            <a:r>
              <a:rPr lang="sk-SK" sz="24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$ </a:t>
            </a:r>
            <a:r>
              <a:rPr lang="sk-SK" sz="2400" b="1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cat</a:t>
            </a:r>
            <a:r>
              <a:rPr lang="sk-SK" sz="2400" b="1"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 pr11-3</a:t>
            </a:r>
            <a:r>
              <a:rPr lang="sk-SK" sz="24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.sh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24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#!/bin/bash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24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echo "</a:t>
            </a:r>
            <a:r>
              <a:rPr lang="sk-SK" sz="24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The</a:t>
            </a:r>
            <a:r>
              <a:rPr lang="sk-SK" sz="24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</a:t>
            </a:r>
            <a:r>
              <a:rPr lang="sk-SK" sz="24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name</a:t>
            </a:r>
            <a:r>
              <a:rPr lang="sk-SK" sz="24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of </a:t>
            </a:r>
            <a:r>
              <a:rPr lang="sk-SK" sz="24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this</a:t>
            </a:r>
            <a:r>
              <a:rPr lang="sk-SK" sz="24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</a:t>
            </a:r>
            <a:r>
              <a:rPr lang="sk-SK" sz="24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process</a:t>
            </a:r>
            <a:r>
              <a:rPr lang="sk-SK" sz="24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</a:t>
            </a:r>
            <a:r>
              <a:rPr lang="sk-SK" sz="24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is</a:t>
            </a:r>
            <a:r>
              <a:rPr lang="sk-SK" sz="24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$0"</a:t>
            </a:r>
            <a:br>
              <a:rPr lang="sk-SK" sz="2400" b="0" i="0" u="none" strike="noStrike" kern="1200" spc="0">
                <a:ln>
                  <a:noFill/>
                </a:ln>
                <a:latin typeface="Courier New" pitchFamily="18"/>
                <a:ea typeface="Courier New" pitchFamily="2"/>
                <a:cs typeface="Courier New" pitchFamily="2"/>
              </a:rPr>
            </a:br>
            <a:r>
              <a:rPr lang="sk-SK" sz="24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echo -e "</a:t>
            </a:r>
            <a:r>
              <a:rPr lang="sk-SK" sz="24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You</a:t>
            </a:r>
            <a:r>
              <a:rPr lang="sk-SK" sz="24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</a:t>
            </a:r>
            <a:r>
              <a:rPr lang="sk-SK" sz="24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have</a:t>
            </a:r>
            <a:r>
              <a:rPr lang="sk-SK" sz="24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</a:t>
            </a:r>
            <a:r>
              <a:rPr lang="sk-SK" sz="24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passed</a:t>
            </a:r>
            <a:r>
              <a:rPr lang="sk-SK" sz="24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$# </a:t>
            </a:r>
            <a:r>
              <a:rPr lang="sk-SK" sz="24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parameters</a:t>
            </a:r>
            <a:r>
              <a:rPr lang="sk-SK" sz="24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. </a:t>
            </a:r>
            <a:r>
              <a:rPr lang="sk-SK" sz="24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They</a:t>
            </a:r>
            <a:r>
              <a:rPr lang="sk-SK" sz="24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are</a:t>
            </a:r>
            <a:r>
              <a:rPr lang="sk-SK" sz="2400"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:$*"</a:t>
            </a:r>
            <a:endParaRPr lang="sk-SK" sz="2400" b="0" i="0" u="none" strike="noStrike" kern="1200" spc="0">
              <a:ln>
                <a:noFill/>
              </a:ln>
              <a:solidFill>
                <a:srgbClr val="666666"/>
              </a:solidFill>
              <a:latin typeface="Courier New"/>
              <a:ea typeface="Courier New" pitchFamily="2"/>
              <a:cs typeface="Courier New" pitchFamily="2"/>
            </a:endParaRP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24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echo "</a:t>
            </a:r>
            <a:r>
              <a:rPr lang="sk-SK" sz="24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First</a:t>
            </a:r>
            <a:r>
              <a:rPr lang="sk-SK" sz="24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</a:t>
            </a:r>
            <a:r>
              <a:rPr lang="sk-SK" sz="24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is</a:t>
            </a:r>
            <a:r>
              <a:rPr lang="sk-SK" sz="24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$1"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2400" b="0" i="0" u="none" strike="noStrike" kern="1200" spc="0">
              <a:ln>
                <a:noFill/>
              </a:ln>
              <a:solidFill>
                <a:srgbClr val="666666"/>
              </a:solidFill>
              <a:latin typeface="Courier New" pitchFamily="18"/>
              <a:ea typeface="Courier New" pitchFamily="2"/>
              <a:cs typeface="Courier New" pitchFamily="2"/>
            </a:endParaRP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2400">
              <a:solidFill>
                <a:srgbClr val="666666"/>
              </a:solidFill>
              <a:latin typeface="Courier New" pitchFamily="18"/>
              <a:ea typeface="Courier New" pitchFamily="2"/>
              <a:cs typeface="Courier New" pitchFamily="2"/>
            </a:endParaRP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24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$ </a:t>
            </a:r>
            <a:r>
              <a:rPr lang="sk-SK" sz="2400" b="1"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./pr11-3.</a:t>
            </a:r>
            <a:r>
              <a:rPr lang="sk-SK" sz="24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sh a b c d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24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The</a:t>
            </a:r>
            <a:r>
              <a:rPr lang="sk-SK" sz="24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</a:t>
            </a:r>
            <a:r>
              <a:rPr lang="sk-SK" sz="24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name</a:t>
            </a:r>
            <a:r>
              <a:rPr lang="sk-SK" sz="24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of </a:t>
            </a:r>
            <a:r>
              <a:rPr lang="sk-SK" sz="24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this</a:t>
            </a:r>
            <a:r>
              <a:rPr lang="sk-SK" sz="24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</a:t>
            </a:r>
            <a:r>
              <a:rPr lang="sk-SK" sz="24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process</a:t>
            </a:r>
            <a:r>
              <a:rPr lang="sk-SK" sz="24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</a:t>
            </a:r>
            <a:r>
              <a:rPr lang="sk-SK" sz="24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is</a:t>
            </a:r>
            <a:r>
              <a:rPr lang="sk-SK" sz="24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./pr11-3.sh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24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You</a:t>
            </a:r>
            <a:r>
              <a:rPr lang="sk-SK" sz="24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</a:t>
            </a:r>
            <a:r>
              <a:rPr lang="sk-SK" sz="24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have</a:t>
            </a:r>
            <a:r>
              <a:rPr lang="sk-SK" sz="24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</a:t>
            </a:r>
            <a:r>
              <a:rPr lang="sk-SK" sz="24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passed</a:t>
            </a:r>
            <a:r>
              <a:rPr lang="sk-SK" sz="24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4 </a:t>
            </a:r>
            <a:r>
              <a:rPr lang="sk-SK" sz="24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parameters</a:t>
            </a:r>
            <a:r>
              <a:rPr lang="sk-SK" sz="24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. </a:t>
            </a:r>
            <a:r>
              <a:rPr lang="sk-SK" sz="24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They</a:t>
            </a:r>
            <a:r>
              <a:rPr lang="sk-SK" sz="24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</a:t>
            </a:r>
            <a:r>
              <a:rPr lang="sk-SK" sz="24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are:a</a:t>
            </a:r>
            <a:r>
              <a:rPr lang="sk-SK" sz="24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b c d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24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First</a:t>
            </a:r>
            <a:r>
              <a:rPr lang="sk-SK" sz="24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</a:t>
            </a:r>
            <a:r>
              <a:rPr lang="sk-SK" sz="24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is</a:t>
            </a:r>
            <a:r>
              <a:rPr lang="sk-SK" sz="24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a</a:t>
            </a:r>
            <a:endParaRPr lang="sk-SK" sz="2400" b="0" i="0" u="none" strike="noStrike" kern="1200" spc="0">
              <a:ln>
                <a:noFill/>
              </a:ln>
              <a:solidFill>
                <a:srgbClr val="666666"/>
              </a:solidFill>
              <a:latin typeface="Courier New" pitchFamily="18"/>
              <a:ea typeface="Courier New" pitchFamily="2"/>
              <a:cs typeface="Courier New" pitchFamily="2"/>
            </a:endParaRPr>
          </a:p>
        </p:txBody>
      </p:sp>
      <p:sp>
        <p:nvSpPr>
          <p:cNvPr id="4" name="Shape 73"/>
          <p:cNvSpPr/>
          <p:nvPr/>
        </p:nvSpPr>
        <p:spPr>
          <a:xfrm>
            <a:off x="0" y="5486399"/>
            <a:ext cx="1142640" cy="13712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blipFill>
            <a:blip r:embed="rId3" r:link="rId4" cstate="print"/>
            <a:stretch>
              <a:fillRect/>
            </a:stretch>
          </a:blipFill>
          <a:ln>
            <a:noFill/>
            <a:prstDash val="solid"/>
          </a:ln>
        </p:spPr>
        <p:txBody>
          <a:bodyPr vert="horz" wrap="square" lIns="90000" tIns="45000" rIns="90000" bIns="4500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1800" b="0" i="0" u="none" strike="noStrike" kern="1200">
              <a:ln>
                <a:noFill/>
              </a:ln>
              <a:latin typeface="Liberation Sans" pitchFamily="18"/>
              <a:ea typeface="DejaVu Sans" pitchFamily="2"/>
              <a:cs typeface="DejaVu Sans" pitchFamily="2"/>
            </a:endParaRPr>
          </a:p>
        </p:txBody>
      </p: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nput &amp; Output 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78"/>
          <p:cNvSpPr txBox="1">
            <a:spLocks noGrp="1"/>
          </p:cNvSpPr>
          <p:nvPr>
            <p:ph type="title" idx="4294967295"/>
          </p:nvPr>
        </p:nvSpPr>
        <p:spPr>
          <a:xfrm>
            <a:off x="1535039" y="0"/>
            <a:ext cx="7240320" cy="1121400"/>
          </a:xfrm>
        </p:spPr>
        <p:txBody>
          <a:bodyPr wrap="square" lIns="91440" tIns="91440" rIns="91440" bIns="9144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>
              <a:buNone/>
            </a:pPr>
            <a:r>
              <a:rPr lang="sk-SK" sz="4000" b="1">
                <a:solidFill>
                  <a:srgbClr val="444444"/>
                </a:solidFill>
              </a:rPr>
              <a:t>Input &amp; Output I.</a:t>
            </a:r>
          </a:p>
        </p:txBody>
      </p:sp>
      <p:sp>
        <p:nvSpPr>
          <p:cNvPr id="3" name="Shape 79"/>
          <p:cNvSpPr/>
          <p:nvPr/>
        </p:nvSpPr>
        <p:spPr>
          <a:xfrm>
            <a:off x="683569" y="1280159"/>
            <a:ext cx="8070190" cy="494783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1440" tIns="91440" rIns="91440" bIns="9144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000"/>
              <a:buFont typeface="Arial" pitchFamily="32"/>
              <a:buChar char="•"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echo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- displays text or value of variable</a:t>
            </a:r>
          </a:p>
          <a:p>
            <a:pPr marL="0" marR="0" lvl="1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0000"/>
              <a:buFont typeface="Courier New" pitchFamily="49"/>
              <a:buChar char="o"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syntax: 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echo [OPT] [STR]...</a:t>
            </a:r>
          </a:p>
          <a:p>
            <a:pPr marL="0" marR="0" lvl="1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0000"/>
              <a:buFont typeface="Courier New" pitchFamily="49"/>
              <a:buChar char="o"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-e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- enable escape chars, such as 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\a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(alert), 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\n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(new line), 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\t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(horizontal tab), 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\\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(backslash)</a:t>
            </a:r>
          </a:p>
        </p:txBody>
      </p:sp>
      <p:sp>
        <p:nvSpPr>
          <p:cNvPr id="4" name="Shape 80"/>
          <p:cNvSpPr/>
          <p:nvPr/>
        </p:nvSpPr>
        <p:spPr>
          <a:xfrm>
            <a:off x="0" y="5486399"/>
            <a:ext cx="1142640" cy="13712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blipFill>
            <a:blip r:embed="rId3" r:link="rId4" cstate="print"/>
            <a:stretch>
              <a:fillRect/>
            </a:stretch>
          </a:blipFill>
          <a:ln>
            <a:noFill/>
            <a:prstDash val="solid"/>
          </a:ln>
        </p:spPr>
        <p:txBody>
          <a:bodyPr vert="horz" wrap="square" lIns="90000" tIns="45000" rIns="90000" bIns="4500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1800" b="0" i="0" u="none" strike="noStrike" kern="1200">
              <a:ln>
                <a:noFill/>
              </a:ln>
              <a:latin typeface="Liberation Sans" pitchFamily="18"/>
              <a:ea typeface="DejaVu Sans" pitchFamily="2"/>
              <a:cs typeface="DejaVu Sans" pitchFamily="2"/>
            </a:endParaRPr>
          </a:p>
        </p:txBody>
      </p:sp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nput &amp; Output I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85"/>
          <p:cNvSpPr txBox="1">
            <a:spLocks noGrp="1"/>
          </p:cNvSpPr>
          <p:nvPr>
            <p:ph type="title" idx="4294967295"/>
          </p:nvPr>
        </p:nvSpPr>
        <p:spPr>
          <a:xfrm>
            <a:off x="1535039" y="0"/>
            <a:ext cx="7240320" cy="1109160"/>
          </a:xfrm>
        </p:spPr>
        <p:txBody>
          <a:bodyPr wrap="square" lIns="91440" tIns="91440" rIns="91440" bIns="9144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>
              <a:buNone/>
            </a:pPr>
            <a:r>
              <a:rPr lang="sk-SK" sz="4000" b="1">
                <a:solidFill>
                  <a:srgbClr val="444444"/>
                </a:solidFill>
              </a:rPr>
              <a:t>Input &amp; Output II.</a:t>
            </a:r>
          </a:p>
        </p:txBody>
      </p:sp>
      <p:sp>
        <p:nvSpPr>
          <p:cNvPr id="3" name="Shape 86"/>
          <p:cNvSpPr/>
          <p:nvPr/>
        </p:nvSpPr>
        <p:spPr>
          <a:xfrm>
            <a:off x="395535" y="1280159"/>
            <a:ext cx="8358223" cy="494783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1440" tIns="91440" rIns="91440" bIns="9144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000"/>
              <a:buFont typeface="Arial" pitchFamily="32"/>
              <a:buChar char="•"/>
              <a:tabLst/>
            </a:pP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read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 -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use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 to get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input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 and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store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them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 to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variable</a:t>
            </a:r>
            <a:endParaRPr lang="sk-SK" sz="3200" b="0" i="0" u="none" strike="noStrike" kern="1200" spc="0">
              <a:ln>
                <a:noFill/>
              </a:ln>
              <a:solidFill>
                <a:srgbClr val="666666"/>
              </a:solidFill>
              <a:latin typeface="arial"/>
              <a:ea typeface="arial" pitchFamily="2"/>
              <a:cs typeface="arial"/>
            </a:endParaRPr>
          </a:p>
          <a:p>
            <a:pPr marL="0" marR="0" lvl="1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0000"/>
              <a:buFont typeface="Courier New" pitchFamily="49"/>
              <a:buChar char="o"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syntax: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read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VAR</a:t>
            </a:r>
          </a:p>
          <a:p>
            <a:pPr marL="0">
              <a:buClr>
                <a:srgbClr val="666666"/>
              </a:buClr>
              <a:buSzPct val="100000"/>
              <a:buFont typeface="Courier New" pitchFamily="49"/>
              <a:buChar char="o"/>
            </a:pPr>
            <a:r>
              <a:rPr lang="sk-SK" sz="3200"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-r </a:t>
            </a:r>
            <a:r>
              <a:rPr lang="sk-SK" sz="3200" err="1"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If</a:t>
            </a:r>
            <a:r>
              <a:rPr lang="sk-SK" sz="3200"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</a:t>
            </a:r>
            <a:r>
              <a:rPr lang="sk-SK" sz="3200" err="1"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this</a:t>
            </a:r>
            <a:r>
              <a:rPr lang="sk-SK" sz="3200"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</a:t>
            </a:r>
            <a:r>
              <a:rPr lang="sk-SK" sz="3200" err="1"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option</a:t>
            </a:r>
            <a:r>
              <a:rPr lang="sk-SK" sz="3200"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</a:t>
            </a:r>
            <a:r>
              <a:rPr lang="sk-SK" sz="3200" err="1"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is</a:t>
            </a:r>
            <a:r>
              <a:rPr lang="sk-SK" sz="3200"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</a:t>
            </a:r>
            <a:r>
              <a:rPr lang="sk-SK" sz="3200" err="1"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given</a:t>
            </a:r>
            <a:r>
              <a:rPr lang="sk-SK" sz="3200"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, </a:t>
            </a:r>
            <a:r>
              <a:rPr lang="sk-SK" sz="3200" err="1"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backslash</a:t>
            </a:r>
            <a:r>
              <a:rPr lang="sk-SK" sz="3200"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</a:t>
            </a:r>
            <a:r>
              <a:rPr lang="sk-SK" sz="3200" err="1"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does</a:t>
            </a:r>
            <a:r>
              <a:rPr lang="sk-SK" sz="3200"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</a:t>
            </a:r>
            <a:r>
              <a:rPr lang="sk-SK" sz="3200" err="1"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not</a:t>
            </a:r>
            <a:r>
              <a:rPr lang="sk-SK" sz="3200"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</a:t>
            </a:r>
            <a:r>
              <a:rPr lang="sk-SK" sz="3200" err="1"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act</a:t>
            </a:r>
            <a:r>
              <a:rPr lang="sk-SK" sz="3200"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as </a:t>
            </a:r>
            <a:r>
              <a:rPr lang="sk-SK" sz="3200" err="1"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an</a:t>
            </a:r>
            <a:r>
              <a:rPr lang="sk-SK" sz="3200"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</a:t>
            </a:r>
            <a:r>
              <a:rPr lang="sk-SK" sz="3200" err="1"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escape</a:t>
            </a:r>
            <a:r>
              <a:rPr lang="sk-SK" sz="3200"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</a:t>
            </a:r>
            <a:r>
              <a:rPr lang="sk-SK" sz="3200" err="1"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character</a:t>
            </a:r>
            <a:r>
              <a:rPr lang="sk-SK" sz="3200"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.</a:t>
            </a:r>
            <a:endParaRPr lang="sk-SK">
              <a:ea typeface="Calibri"/>
              <a:cs typeface="Calibri"/>
            </a:endParaRPr>
          </a:p>
        </p:txBody>
      </p:sp>
      <p:sp>
        <p:nvSpPr>
          <p:cNvPr id="4" name="Shape 87"/>
          <p:cNvSpPr/>
          <p:nvPr/>
        </p:nvSpPr>
        <p:spPr>
          <a:xfrm>
            <a:off x="0" y="5486399"/>
            <a:ext cx="1142640" cy="13712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blipFill>
            <a:blip r:embed="rId3" r:link="rId4" cstate="print"/>
            <a:stretch>
              <a:fillRect/>
            </a:stretch>
          </a:blipFill>
          <a:ln>
            <a:noFill/>
            <a:prstDash val="solid"/>
          </a:ln>
        </p:spPr>
        <p:txBody>
          <a:bodyPr vert="horz" wrap="square" lIns="90000" tIns="45000" rIns="90000" bIns="4500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1800" b="0" i="0" u="none" strike="noStrike" kern="1200">
              <a:ln>
                <a:noFill/>
              </a:ln>
              <a:latin typeface="Liberation Sans" pitchFamily="18"/>
              <a:ea typeface="DejaVu Sans" pitchFamily="2"/>
              <a:cs typeface="DejaVu Sans" pitchFamily="2"/>
            </a:endParaRPr>
          </a:p>
        </p:txBody>
      </p:sp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nput &amp; Output II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92"/>
          <p:cNvSpPr txBox="1">
            <a:spLocks noGrp="1"/>
          </p:cNvSpPr>
          <p:nvPr>
            <p:ph type="title" idx="4294967295"/>
          </p:nvPr>
        </p:nvSpPr>
        <p:spPr>
          <a:xfrm>
            <a:off x="1535039" y="0"/>
            <a:ext cx="7240320" cy="1121400"/>
          </a:xfrm>
        </p:spPr>
        <p:txBody>
          <a:bodyPr wrap="square" lIns="91440" tIns="91440" rIns="91440" bIns="9144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>
              <a:buNone/>
            </a:pPr>
            <a:r>
              <a:rPr lang="sk-SK" sz="4000" b="1">
                <a:solidFill>
                  <a:srgbClr val="444444"/>
                </a:solidFill>
              </a:rPr>
              <a:t>Input &amp; Output III. pr11-4</a:t>
            </a:r>
          </a:p>
        </p:txBody>
      </p:sp>
      <p:sp>
        <p:nvSpPr>
          <p:cNvPr id="3" name="Shape 93"/>
          <p:cNvSpPr/>
          <p:nvPr/>
        </p:nvSpPr>
        <p:spPr>
          <a:xfrm>
            <a:off x="323528" y="955080"/>
            <a:ext cx="8820472" cy="494783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1440" tIns="91440" rIns="91440" bIns="9144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#!/bin/bash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echo "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What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is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your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name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?"</a:t>
            </a:r>
          </a:p>
          <a:p>
            <a:pPr hangingPunct="0">
              <a:buNone/>
            </a:pP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read</a:t>
            </a:r>
            <a:r>
              <a:rPr lang="sk-SK" sz="3200"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 -r 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NAME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echo "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Hello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$NAME“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3200">
              <a:solidFill>
                <a:srgbClr val="666666"/>
              </a:solidFill>
              <a:latin typeface="Courier New" pitchFamily="18"/>
              <a:ea typeface="Courier New" pitchFamily="2"/>
              <a:cs typeface="Courier New" pitchFamily="2"/>
            </a:endParaRP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2400"/>
              <a:t>A čo tak presmerovať </a:t>
            </a:r>
            <a:r>
              <a:rPr lang="sk-SK" sz="2400" err="1"/>
              <a:t>stdin</a:t>
            </a:r>
            <a:r>
              <a:rPr lang="sk-SK" sz="2400"/>
              <a:t> na pripravený súbor s menom?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>
                <a:solidFill>
                  <a:srgbClr val="666666"/>
                </a:solidFill>
                <a:latin typeface="Courier New" pitchFamily="18"/>
                <a:cs typeface="Courier New" pitchFamily="2"/>
              </a:rPr>
              <a:t>$echo "Janko </a:t>
            </a:r>
            <a:r>
              <a:rPr lang="sk-SK" sz="3200" err="1">
                <a:solidFill>
                  <a:srgbClr val="666666"/>
                </a:solidFill>
                <a:latin typeface="Courier New" pitchFamily="18"/>
                <a:cs typeface="Courier New" pitchFamily="2"/>
              </a:rPr>
              <a:t>Hraško</a:t>
            </a:r>
            <a:r>
              <a:rPr lang="sk-SK" sz="3200">
                <a:solidFill>
                  <a:srgbClr val="666666"/>
                </a:solidFill>
                <a:latin typeface="Courier New" pitchFamily="18"/>
                <a:cs typeface="Courier New" pitchFamily="2"/>
              </a:rPr>
              <a:t>" | ./pr11-4.sh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2400"/>
              <a:t>Alebo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>
                <a:solidFill>
                  <a:srgbClr val="666666"/>
                </a:solidFill>
                <a:latin typeface="Courier New" pitchFamily="18"/>
                <a:cs typeface="Courier New" pitchFamily="2"/>
              </a:rPr>
              <a:t>$ echo "Janko </a:t>
            </a:r>
            <a:r>
              <a:rPr lang="sk-SK" sz="3200" err="1">
                <a:solidFill>
                  <a:srgbClr val="666666"/>
                </a:solidFill>
                <a:latin typeface="Courier New" pitchFamily="18"/>
                <a:cs typeface="Courier New" pitchFamily="2"/>
              </a:rPr>
              <a:t>Hraško</a:t>
            </a:r>
            <a:r>
              <a:rPr lang="sk-SK" sz="3200">
                <a:solidFill>
                  <a:srgbClr val="666666"/>
                </a:solidFill>
                <a:latin typeface="Courier New" pitchFamily="18"/>
                <a:cs typeface="Courier New" pitchFamily="2"/>
              </a:rPr>
              <a:t>" &gt; </a:t>
            </a:r>
            <a:r>
              <a:rPr lang="sk-SK" sz="3200" err="1">
                <a:solidFill>
                  <a:srgbClr val="666666"/>
                </a:solidFill>
                <a:latin typeface="Courier New" pitchFamily="18"/>
                <a:cs typeface="Courier New" pitchFamily="2"/>
              </a:rPr>
              <a:t>janko.txt</a:t>
            </a:r>
            <a:endParaRPr lang="sk-SK" sz="3200">
              <a:solidFill>
                <a:srgbClr val="666666"/>
              </a:solidFill>
              <a:latin typeface="Courier New" pitchFamily="18"/>
              <a:cs typeface="Courier New" pitchFamily="2"/>
            </a:endParaRP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>
                <a:solidFill>
                  <a:srgbClr val="666666"/>
                </a:solidFill>
                <a:latin typeface="Courier New" pitchFamily="18"/>
                <a:cs typeface="Courier New" pitchFamily="2"/>
              </a:rPr>
              <a:t>$ ./pr11-4.sh &lt; </a:t>
            </a:r>
            <a:r>
              <a:rPr lang="sk-SK" sz="3200" err="1">
                <a:solidFill>
                  <a:srgbClr val="666666"/>
                </a:solidFill>
                <a:latin typeface="Courier New" pitchFamily="18"/>
                <a:cs typeface="Courier New" pitchFamily="2"/>
              </a:rPr>
              <a:t>janko.txt</a:t>
            </a:r>
            <a:endParaRPr lang="sk-SK" sz="3200">
              <a:solidFill>
                <a:srgbClr val="666666"/>
              </a:solidFill>
              <a:latin typeface="Courier New" pitchFamily="18"/>
              <a:cs typeface="Courier New" pitchFamily="2"/>
            </a:endParaRPr>
          </a:p>
        </p:txBody>
      </p:sp>
      <p:sp>
        <p:nvSpPr>
          <p:cNvPr id="4" name="Shape 94"/>
          <p:cNvSpPr/>
          <p:nvPr/>
        </p:nvSpPr>
        <p:spPr>
          <a:xfrm>
            <a:off x="0" y="5486399"/>
            <a:ext cx="1142640" cy="13712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blipFill>
            <a:blip r:embed="rId3" r:link="rId4" cstate="print"/>
            <a:stretch>
              <a:fillRect/>
            </a:stretch>
          </a:blipFill>
          <a:ln>
            <a:noFill/>
            <a:prstDash val="solid"/>
          </a:ln>
        </p:spPr>
        <p:txBody>
          <a:bodyPr vert="horz" wrap="square" lIns="90000" tIns="45000" rIns="90000" bIns="4500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1800" b="0" i="0" u="none" strike="noStrike" kern="1200">
              <a:ln>
                <a:noFill/>
              </a:ln>
              <a:latin typeface="Liberation Sans" pitchFamily="18"/>
              <a:ea typeface="DejaVu Sans" pitchFamily="2"/>
              <a:cs typeface="DejaVu Sans" pitchFamily="2"/>
            </a:endParaRPr>
          </a:p>
        </p:txBody>
      </p: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oing Mat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99"/>
          <p:cNvSpPr txBox="1">
            <a:spLocks noGrp="1"/>
          </p:cNvSpPr>
          <p:nvPr>
            <p:ph type="title" idx="4294967295"/>
          </p:nvPr>
        </p:nvSpPr>
        <p:spPr>
          <a:xfrm>
            <a:off x="1535039" y="0"/>
            <a:ext cx="7240320" cy="1121400"/>
          </a:xfrm>
        </p:spPr>
        <p:txBody>
          <a:bodyPr wrap="square" lIns="91440" tIns="91440" rIns="91440" bIns="9144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>
              <a:buNone/>
            </a:pPr>
            <a:r>
              <a:rPr lang="sk-SK" sz="4000" b="1">
                <a:solidFill>
                  <a:srgbClr val="444444"/>
                </a:solidFill>
              </a:rPr>
              <a:t>Doing Math</a:t>
            </a:r>
          </a:p>
        </p:txBody>
      </p:sp>
      <p:sp>
        <p:nvSpPr>
          <p:cNvPr id="3" name="Shape 100"/>
          <p:cNvSpPr/>
          <p:nvPr/>
        </p:nvSpPr>
        <p:spPr>
          <a:xfrm>
            <a:off x="1142640" y="1121400"/>
            <a:ext cx="7803759" cy="5000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1440" tIns="91440" rIns="91440" bIns="9144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000"/>
              <a:buFont typeface="Arial" pitchFamily="32"/>
              <a:buChar char="•"/>
              <a:tabLst/>
            </a:pPr>
            <a:r>
              <a:rPr lang="sk-SK" sz="28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everything</a:t>
            </a:r>
            <a:r>
              <a:rPr lang="sk-SK" sz="28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28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is</a:t>
            </a:r>
            <a:r>
              <a:rPr lang="sk-SK" sz="28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28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string</a:t>
            </a:r>
            <a:endParaRPr lang="sk-SK" sz="2800" b="0" i="0" u="none" strike="noStrike" kern="1200" spc="0">
              <a:ln>
                <a:noFill/>
              </a:ln>
              <a:solidFill>
                <a:srgbClr val="666666"/>
              </a:solidFill>
              <a:latin typeface="Arial" pitchFamily="18"/>
              <a:ea typeface="Arial" pitchFamily="2"/>
              <a:cs typeface="Arial" pitchFamily="2"/>
            </a:endParaRP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28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$ </a:t>
            </a:r>
            <a:r>
              <a:rPr lang="sk-SK" sz="28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echo 1+1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28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1+1 # </a:t>
            </a:r>
            <a:r>
              <a:rPr lang="sk-SK" sz="28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result</a:t>
            </a:r>
            <a:r>
              <a:rPr lang="sk-SK" sz="28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</a:t>
            </a:r>
            <a:r>
              <a:rPr lang="sk-SK" sz="28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is</a:t>
            </a:r>
            <a:r>
              <a:rPr lang="sk-SK" sz="28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</a:t>
            </a:r>
            <a:r>
              <a:rPr lang="sk-SK" sz="28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not</a:t>
            </a:r>
            <a:r>
              <a:rPr lang="sk-SK" sz="28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2, as </a:t>
            </a:r>
            <a:r>
              <a:rPr lang="sk-SK" sz="28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expected</a:t>
            </a:r>
            <a:endParaRPr lang="sk-SK" sz="2800" b="0" i="0" u="none" strike="noStrike" kern="1200" spc="0">
              <a:ln>
                <a:noFill/>
              </a:ln>
              <a:solidFill>
                <a:srgbClr val="666666"/>
              </a:solidFill>
              <a:latin typeface="Courier New" pitchFamily="18"/>
              <a:ea typeface="Courier New" pitchFamily="2"/>
              <a:cs typeface="Courier New" pitchFamily="2"/>
            </a:endParaRPr>
          </a:p>
          <a:p>
            <a:pPr hangingPunct="0">
              <a:buClr>
                <a:srgbClr val="666666"/>
              </a:buClr>
              <a:buSzPct val="166000"/>
              <a:buFont typeface="Arial" pitchFamily="32"/>
              <a:buChar char="•"/>
            </a:pPr>
            <a:r>
              <a:rPr lang="sk-SK" sz="28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to </a:t>
            </a:r>
            <a:r>
              <a:rPr lang="sk-SK" sz="28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use</a:t>
            </a:r>
            <a:r>
              <a:rPr lang="sk-SK" sz="28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 </a:t>
            </a:r>
            <a:r>
              <a:rPr lang="sk-SK" sz="28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arithmetic</a:t>
            </a:r>
            <a:r>
              <a:rPr lang="sk-SK" sz="28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 </a:t>
            </a:r>
            <a:r>
              <a:rPr lang="sk-SK" sz="28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expressions</a:t>
            </a:r>
            <a:r>
              <a:rPr lang="sk-SK" sz="28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, </a:t>
            </a:r>
            <a:r>
              <a:rPr lang="sk-SK" sz="28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you</a:t>
            </a:r>
            <a:r>
              <a:rPr lang="sk-SK" sz="28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 </a:t>
            </a:r>
            <a:r>
              <a:rPr lang="sk-SK" sz="28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can</a:t>
            </a:r>
            <a:r>
              <a:rPr lang="sk-SK" sz="28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/>
                <a:ea typeface="Arial" pitchFamily="2"/>
                <a:cs typeface="Arial"/>
              </a:rPr>
              <a:t> type </a:t>
            </a:r>
            <a:r>
              <a:rPr lang="sk-SK" sz="28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$(( </a:t>
            </a:r>
            <a:r>
              <a:rPr lang="sk-SK" sz="28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expression</a:t>
            </a:r>
            <a:r>
              <a:rPr lang="sk-SK" sz="28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))</a:t>
            </a:r>
            <a:br>
              <a:rPr lang="sk-SK" sz="2800" b="0" i="0" u="none" strike="noStrike" kern="1200" spc="0">
                <a:ln>
                  <a:noFill/>
                </a:ln>
                <a:latin typeface="Courier New" pitchFamily="18"/>
                <a:ea typeface="Courier New" pitchFamily="2"/>
                <a:cs typeface="Courier New" pitchFamily="2"/>
              </a:rPr>
            </a:br>
            <a:r>
              <a:rPr lang="sk-SK" sz="28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$</a:t>
            </a:r>
            <a:r>
              <a:rPr lang="sk-SK" sz="28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echo $((1+1))</a:t>
            </a:r>
            <a:r>
              <a:rPr lang="sk-SK" sz="2800" b="1"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 </a:t>
            </a:r>
            <a:r>
              <a:rPr lang="sk-SK" sz="2800">
                <a:solidFill>
                  <a:srgbClr val="666666"/>
                </a:solidFill>
                <a:ea typeface="+mn-lt"/>
                <a:cs typeface="+mn-lt"/>
              </a:rPr>
              <a:t>echo $((20 / 5)) echo $((20 * 5))</a:t>
            </a:r>
            <a:br>
              <a:rPr lang="sk-SK" sz="2800" b="0" i="0" u="none" strike="noStrike" kern="1200" spc="0">
                <a:ln>
                  <a:noFill/>
                </a:ln>
                <a:latin typeface="Courier New" pitchFamily="18"/>
                <a:ea typeface="Courier New" pitchFamily="2"/>
                <a:cs typeface="Courier New" pitchFamily="2"/>
              </a:rPr>
            </a:br>
            <a:r>
              <a:rPr lang="sk-SK" sz="28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/>
                <a:ea typeface="Courier New" pitchFamily="2"/>
                <a:cs typeface="Courier New"/>
              </a:rPr>
              <a:t>2</a:t>
            </a:r>
          </a:p>
          <a:p>
            <a:pPr hangingPunct="0">
              <a:buClr>
                <a:srgbClr val="666666"/>
              </a:buClr>
              <a:buSzPct val="166000"/>
              <a:buFont typeface="Arial" pitchFamily="32"/>
              <a:buChar char="•"/>
            </a:pPr>
            <a:r>
              <a:rPr lang="sk-SK" sz="28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you</a:t>
            </a:r>
            <a:r>
              <a:rPr lang="sk-SK" sz="28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28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can</a:t>
            </a:r>
            <a:r>
              <a:rPr lang="sk-SK" sz="28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28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use</a:t>
            </a:r>
            <a:r>
              <a:rPr lang="sk-SK" sz="28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28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all</a:t>
            </a:r>
            <a:r>
              <a:rPr lang="sk-SK" sz="28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28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the</a:t>
            </a:r>
            <a:r>
              <a:rPr lang="sk-SK" sz="28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28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standard</a:t>
            </a:r>
            <a:r>
              <a:rPr lang="sk-SK" sz="28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C-</a:t>
            </a:r>
            <a:r>
              <a:rPr lang="sk-SK" sz="28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lang</a:t>
            </a:r>
            <a:r>
              <a:rPr lang="sk-SK" sz="28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28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operators</a:t>
            </a:r>
            <a:r>
              <a:rPr lang="sk-SK" sz="28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28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inside</a:t>
            </a:r>
            <a:r>
              <a:rPr lang="sk-SK" sz="28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- </a:t>
            </a:r>
            <a:r>
              <a:rPr lang="sk-SK" sz="2800" b="0" i="0" u="sng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only</a:t>
            </a:r>
            <a:r>
              <a:rPr lang="sk-SK" sz="2800" b="0" i="0" u="sng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2800" b="0" i="0" u="sng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integer</a:t>
            </a:r>
            <a:r>
              <a:rPr lang="sk-SK" sz="2800" b="0" i="0" u="sng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2800" b="0" i="0" u="sng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values</a:t>
            </a:r>
            <a:endParaRPr lang="sk-SK" sz="2800" b="0" i="0" u="sng" strike="noStrike" kern="1200" spc="0">
              <a:ln>
                <a:noFill/>
              </a:ln>
              <a:solidFill>
                <a:srgbClr val="666666"/>
              </a:solidFill>
              <a:latin typeface="Arial" pitchFamily="18"/>
              <a:ea typeface="Arial" pitchFamily="2"/>
              <a:cs typeface="Arial" pitchFamily="2"/>
            </a:endParaRP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000"/>
              <a:buNone/>
              <a:tabLst/>
            </a:pPr>
            <a:r>
              <a:rPr lang="sk-SK" sz="28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$ </a:t>
            </a:r>
            <a:r>
              <a:rPr lang="sk-SK" sz="2800" b="1">
                <a:solidFill>
                  <a:srgbClr val="666666"/>
                </a:solidFill>
                <a:latin typeface="Courier New" pitchFamily="18"/>
                <a:cs typeface="Courier New" pitchFamily="2"/>
              </a:rPr>
              <a:t>echo ‘</a:t>
            </a:r>
            <a:r>
              <a:rPr lang="sk-SK" sz="2800" b="1" err="1">
                <a:solidFill>
                  <a:srgbClr val="666666"/>
                </a:solidFill>
                <a:latin typeface="Courier New" pitchFamily="18"/>
                <a:cs typeface="Courier New" pitchFamily="2"/>
              </a:rPr>
              <a:t>expr</a:t>
            </a:r>
            <a:r>
              <a:rPr lang="sk-SK" sz="2800" b="1">
                <a:solidFill>
                  <a:srgbClr val="666666"/>
                </a:solidFill>
                <a:latin typeface="Courier New" pitchFamily="18"/>
                <a:cs typeface="Courier New" pitchFamily="2"/>
              </a:rPr>
              <a:t> 2 \* 6‘</a:t>
            </a:r>
            <a:endParaRPr lang="en-US" sz="2800" b="1">
              <a:solidFill>
                <a:srgbClr val="666666"/>
              </a:solidFill>
              <a:latin typeface="Courier New" pitchFamily="18"/>
              <a:cs typeface="Courier New" pitchFamily="2"/>
            </a:endParaRP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000"/>
              <a:buNone/>
              <a:tabLst/>
            </a:pPr>
            <a:r>
              <a:rPr lang="sk-SK" sz="2800"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12</a:t>
            </a:r>
            <a:endParaRPr lang="sk-SK" sz="2800" b="0" i="0" u="none" strike="noStrike" kern="1200" spc="0">
              <a:ln>
                <a:noFill/>
              </a:ln>
              <a:solidFill>
                <a:srgbClr val="666666"/>
              </a:solidFill>
              <a:latin typeface="Courier New" pitchFamily="18"/>
              <a:ea typeface="Courier New" pitchFamily="2"/>
              <a:cs typeface="Courier New" pitchFamily="2"/>
            </a:endParaRP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000"/>
              <a:buNone/>
              <a:tabLst/>
            </a:pPr>
            <a:r>
              <a:rPr lang="sk-SK" sz="28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$</a:t>
            </a:r>
            <a:r>
              <a:rPr lang="en-US" sz="2800" b="1">
                <a:solidFill>
                  <a:srgbClr val="666666"/>
                </a:solidFill>
                <a:latin typeface="Courier New" pitchFamily="18"/>
                <a:cs typeface="Courier New" pitchFamily="2"/>
              </a:rPr>
              <a:t> expr 2 + 8</a:t>
            </a:r>
            <a:endParaRPr lang="sk-SK" sz="2800" b="1">
              <a:solidFill>
                <a:srgbClr val="666666"/>
              </a:solidFill>
              <a:latin typeface="Courier New" pitchFamily="18"/>
              <a:cs typeface="Courier New" pitchFamily="2"/>
            </a:endParaRPr>
          </a:p>
        </p:txBody>
      </p:sp>
      <p:sp>
        <p:nvSpPr>
          <p:cNvPr id="4" name="Shape 101"/>
          <p:cNvSpPr/>
          <p:nvPr/>
        </p:nvSpPr>
        <p:spPr>
          <a:xfrm>
            <a:off x="0" y="5486399"/>
            <a:ext cx="1142640" cy="13712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blipFill>
            <a:blip r:embed="rId3" r:link="rId4" cstate="print"/>
            <a:stretch>
              <a:fillRect/>
            </a:stretch>
          </a:blipFill>
          <a:ln>
            <a:noFill/>
            <a:prstDash val="solid"/>
          </a:ln>
        </p:spPr>
        <p:txBody>
          <a:bodyPr vert="horz" wrap="square" lIns="90000" tIns="45000" rIns="90000" bIns="4500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1800" b="0" i="0" u="none" strike="noStrike" kern="1200">
              <a:ln>
                <a:noFill/>
              </a:ln>
              <a:latin typeface="Liberation Sans" pitchFamily="18"/>
              <a:ea typeface="DejaVu Sans" pitchFamily="2"/>
              <a:cs typeface="DejaVu Sans" pitchFamily="2"/>
            </a:endParaRPr>
          </a:p>
        </p:txBody>
      </p:sp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oing Advanced Mat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06"/>
          <p:cNvSpPr txBox="1">
            <a:spLocks noGrp="1"/>
          </p:cNvSpPr>
          <p:nvPr>
            <p:ph type="title" idx="4294967295"/>
          </p:nvPr>
        </p:nvSpPr>
        <p:spPr>
          <a:xfrm>
            <a:off x="1535039" y="307800"/>
            <a:ext cx="7240320" cy="771120"/>
          </a:xfrm>
        </p:spPr>
        <p:txBody>
          <a:bodyPr wrap="square" lIns="91440" tIns="91440" rIns="91440" bIns="9144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>
              <a:buNone/>
            </a:pPr>
            <a:r>
              <a:rPr lang="sk-SK" sz="4000" b="1" err="1">
                <a:solidFill>
                  <a:srgbClr val="444444"/>
                </a:solidFill>
              </a:rPr>
              <a:t>Doing</a:t>
            </a:r>
            <a:r>
              <a:rPr lang="sk-SK" sz="4000" b="1">
                <a:solidFill>
                  <a:srgbClr val="444444"/>
                </a:solidFill>
              </a:rPr>
              <a:t> </a:t>
            </a:r>
            <a:r>
              <a:rPr lang="sk-SK" sz="4000" b="1" err="1">
                <a:solidFill>
                  <a:srgbClr val="444444"/>
                </a:solidFill>
              </a:rPr>
              <a:t>Advanced</a:t>
            </a:r>
            <a:r>
              <a:rPr lang="sk-SK" sz="4000" b="1">
                <a:solidFill>
                  <a:srgbClr val="444444"/>
                </a:solidFill>
              </a:rPr>
              <a:t> </a:t>
            </a:r>
            <a:r>
              <a:rPr lang="sk-SK" sz="4000" b="1" err="1">
                <a:solidFill>
                  <a:srgbClr val="444444"/>
                </a:solidFill>
              </a:rPr>
              <a:t>Math</a:t>
            </a:r>
            <a:endParaRPr lang="sk-SK" sz="4000" b="1">
              <a:solidFill>
                <a:srgbClr val="444444"/>
              </a:solidFill>
            </a:endParaRPr>
          </a:p>
        </p:txBody>
      </p:sp>
      <p:sp>
        <p:nvSpPr>
          <p:cNvPr id="3" name="Shape 107"/>
          <p:cNvSpPr/>
          <p:nvPr/>
        </p:nvSpPr>
        <p:spPr>
          <a:xfrm>
            <a:off x="1043609" y="1280159"/>
            <a:ext cx="7710150" cy="494783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1440" tIns="91440" rIns="91440" bIns="9144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000"/>
              <a:buFont typeface="Arial" pitchFamily="32"/>
              <a:buChar char="•"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to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use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floating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point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arithmetic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,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you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can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use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calculator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utility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bc</a:t>
            </a:r>
            <a:endParaRPr lang="sk-SK" sz="3200" b="0" i="0" u="none" strike="noStrike" kern="1200" spc="0">
              <a:ln>
                <a:noFill/>
              </a:ln>
              <a:solidFill>
                <a:srgbClr val="666666"/>
              </a:solidFill>
              <a:latin typeface="Arial" pitchFamily="18"/>
              <a:ea typeface="Arial" pitchFamily="2"/>
              <a:cs typeface="Arial" pitchFamily="2"/>
            </a:endParaRP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28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$ </a:t>
            </a:r>
            <a:r>
              <a:rPr lang="sk-SK" sz="28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echo "</a:t>
            </a:r>
            <a:r>
              <a:rPr lang="sk-SK" sz="2800" b="1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scale</a:t>
            </a:r>
            <a:r>
              <a:rPr lang="sk-SK" sz="28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=5;3/4"|bc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28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.75000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28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$ </a:t>
            </a:r>
            <a:r>
              <a:rPr lang="sk-SK" sz="28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echo "</a:t>
            </a:r>
            <a:r>
              <a:rPr lang="sk-SK" sz="2800" b="1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scale</a:t>
            </a:r>
            <a:r>
              <a:rPr lang="sk-SK" sz="28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=5;1.18*1.12"|bc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28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1.3216</a:t>
            </a:r>
          </a:p>
          <a:p>
            <a:pPr hangingPunct="0">
              <a:buNone/>
            </a:pPr>
            <a:r>
              <a:rPr lang="sk-SK" sz="2800" b="1">
                <a:solidFill>
                  <a:srgbClr val="666666"/>
                </a:solidFill>
                <a:latin typeface="Courier New" pitchFamily="18"/>
                <a:cs typeface="Courier New" pitchFamily="2"/>
              </a:rPr>
              <a:t>echo "</a:t>
            </a:r>
            <a:r>
              <a:rPr lang="sk-SK" sz="2800" b="1" err="1">
                <a:solidFill>
                  <a:srgbClr val="666666"/>
                </a:solidFill>
                <a:latin typeface="Courier New" pitchFamily="18"/>
                <a:cs typeface="Courier New" pitchFamily="2"/>
              </a:rPr>
              <a:t>scale</a:t>
            </a:r>
            <a:r>
              <a:rPr lang="sk-SK" sz="2800" b="1">
                <a:solidFill>
                  <a:srgbClr val="666666"/>
                </a:solidFill>
                <a:latin typeface="Courier New" pitchFamily="18"/>
                <a:cs typeface="Courier New" pitchFamily="2"/>
              </a:rPr>
              <a:t>=5;1 / 5" | </a:t>
            </a:r>
            <a:r>
              <a:rPr lang="sk-SK" sz="2800" b="1" err="1">
                <a:solidFill>
                  <a:srgbClr val="666666"/>
                </a:solidFill>
                <a:latin typeface="Courier New" pitchFamily="18"/>
                <a:cs typeface="Courier New" pitchFamily="2"/>
              </a:rPr>
              <a:t>bc</a:t>
            </a:r>
            <a:r>
              <a:rPr lang="sk-SK" sz="2800" b="1">
                <a:solidFill>
                  <a:srgbClr val="666666"/>
                </a:solidFill>
                <a:latin typeface="Courier New" pitchFamily="18"/>
                <a:cs typeface="Courier New" pitchFamily="2"/>
              </a:rPr>
              <a:t> | </a:t>
            </a:r>
            <a:r>
              <a:rPr lang="sk-SK" sz="2800" b="1" err="1">
                <a:solidFill>
                  <a:srgbClr val="666666"/>
                </a:solidFill>
                <a:latin typeface="Courier New" pitchFamily="18"/>
                <a:cs typeface="Courier New" pitchFamily="2"/>
              </a:rPr>
              <a:t>awk</a:t>
            </a:r>
            <a:r>
              <a:rPr lang="sk-SK" sz="2800" b="1">
                <a:solidFill>
                  <a:srgbClr val="666666"/>
                </a:solidFill>
                <a:latin typeface="Courier New" pitchFamily="18"/>
                <a:cs typeface="Courier New" pitchFamily="2"/>
              </a:rPr>
              <a:t> '{</a:t>
            </a:r>
            <a:r>
              <a:rPr lang="sk-SK" sz="2800" b="1" err="1">
                <a:solidFill>
                  <a:srgbClr val="666666"/>
                </a:solidFill>
                <a:latin typeface="Courier New" pitchFamily="18"/>
                <a:cs typeface="Courier New" pitchFamily="2"/>
              </a:rPr>
              <a:t>printf</a:t>
            </a:r>
            <a:r>
              <a:rPr lang="sk-SK" sz="2800" b="1">
                <a:solidFill>
                  <a:srgbClr val="666666"/>
                </a:solidFill>
                <a:latin typeface="Courier New" pitchFamily="18"/>
                <a:cs typeface="Courier New" pitchFamily="2"/>
              </a:rPr>
              <a:t> "%0.2f", $1}‘</a:t>
            </a:r>
          </a:p>
          <a:p>
            <a:pPr hangingPunct="0">
              <a:buNone/>
            </a:pPr>
            <a:r>
              <a:rPr lang="sk-SK" sz="2800">
                <a:solidFill>
                  <a:srgbClr val="666666"/>
                </a:solidFill>
                <a:latin typeface="Courier New" pitchFamily="18"/>
                <a:cs typeface="Courier New" pitchFamily="2"/>
              </a:rPr>
              <a:t>0.20</a:t>
            </a:r>
          </a:p>
        </p:txBody>
      </p:sp>
      <p:sp>
        <p:nvSpPr>
          <p:cNvPr id="4" name="Shape 108"/>
          <p:cNvSpPr/>
          <p:nvPr/>
        </p:nvSpPr>
        <p:spPr>
          <a:xfrm>
            <a:off x="0" y="5486399"/>
            <a:ext cx="1142640" cy="13712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blipFill>
            <a:blip r:embed="rId3" r:link="rId4" cstate="print"/>
            <a:stretch>
              <a:fillRect/>
            </a:stretch>
          </a:blipFill>
          <a:ln>
            <a:noFill/>
            <a:prstDash val="solid"/>
          </a:ln>
        </p:spPr>
        <p:txBody>
          <a:bodyPr vert="horz" wrap="square" lIns="90000" tIns="45000" rIns="90000" bIns="4500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1800" b="0" i="0" u="none" strike="noStrike" kern="1200">
              <a:ln>
                <a:noFill/>
              </a:ln>
              <a:latin typeface="Liberation Sans" pitchFamily="18"/>
              <a:ea typeface="DejaVu Sans" pitchFamily="2"/>
              <a:cs typeface="DejaVu Sans" pitchFamily="2"/>
            </a:endParaRPr>
          </a:p>
        </p:txBody>
      </p:sp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DBD5220-E106-0448-8DDB-D7CF897B0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sk-SK" sz="4000" b="1" err="1">
                <a:solidFill>
                  <a:srgbClr val="444444"/>
                </a:solidFill>
              </a:rPr>
              <a:t>Doing</a:t>
            </a:r>
            <a:r>
              <a:rPr lang="sk-SK" sz="4000" b="1">
                <a:solidFill>
                  <a:srgbClr val="444444"/>
                </a:solidFill>
              </a:rPr>
              <a:t> </a:t>
            </a:r>
            <a:r>
              <a:rPr lang="sk-SK" sz="4000" b="1" err="1">
                <a:solidFill>
                  <a:srgbClr val="444444"/>
                </a:solidFill>
              </a:rPr>
              <a:t>Advanced</a:t>
            </a:r>
            <a:r>
              <a:rPr lang="sk-SK" sz="4000" b="1">
                <a:solidFill>
                  <a:srgbClr val="444444"/>
                </a:solidFill>
              </a:rPr>
              <a:t> </a:t>
            </a:r>
            <a:r>
              <a:rPr lang="sk-SK" sz="4000" b="1" err="1">
                <a:solidFill>
                  <a:srgbClr val="444444"/>
                </a:solidFill>
              </a:rPr>
              <a:t>Math</a:t>
            </a:r>
            <a:endParaRPr lang="sk-SK" sz="4000" b="1">
              <a:solidFill>
                <a:srgbClr val="444444"/>
              </a:solidFill>
            </a:endParaRPr>
          </a:p>
        </p:txBody>
      </p:sp>
      <p:sp>
        <p:nvSpPr>
          <p:cNvPr id="5" name="Zástupný objekt pre obsah 4">
            <a:extLst>
              <a:ext uri="{FF2B5EF4-FFF2-40B4-BE49-F238E27FC236}">
                <a16:creationId xmlns:a16="http://schemas.microsoft.com/office/drawing/2014/main" id="{E135C2C6-AC2C-FF4E-87C2-C723067F35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8760"/>
            <a:ext cx="8229240" cy="4861680"/>
          </a:xfrm>
        </p:spPr>
        <p:txBody>
          <a:bodyPr lIns="0" tIns="0" rIns="0" bIns="0" anchor="t"/>
          <a:lstStyle/>
          <a:p>
            <a:pPr marL="107950" lvl="0" indent="0">
              <a:buNone/>
            </a:pPr>
            <a:r>
              <a:rPr lang="sk-SK" sz="2400"/>
              <a:t>A čo tak pozrieť </a:t>
            </a:r>
            <a:r>
              <a:rPr lang="sk-SK" sz="2400" err="1"/>
              <a:t>help</a:t>
            </a:r>
            <a:r>
              <a:rPr lang="sk-SK" sz="2400"/>
              <a:t> na </a:t>
            </a:r>
            <a:r>
              <a:rPr lang="sk-SK" sz="2400" err="1"/>
              <a:t>bc</a:t>
            </a:r>
            <a:r>
              <a:rPr lang="sk-SK" sz="2400"/>
              <a:t>:</a:t>
            </a:r>
            <a:endParaRPr lang="en-US"/>
          </a:p>
          <a:p>
            <a:pPr marL="431800" lvl="0" indent="-323850"/>
            <a:r>
              <a:rPr lang="sk-SK" sz="2400"/>
              <a:t>echo "</a:t>
            </a:r>
            <a:r>
              <a:rPr lang="sk-SK" sz="2400" err="1"/>
              <a:t>obase</a:t>
            </a:r>
            <a:r>
              <a:rPr lang="sk-SK" sz="2400"/>
              <a:t>=2;128" |</a:t>
            </a:r>
            <a:r>
              <a:rPr lang="sk-SK" sz="2400" err="1"/>
              <a:t>bc</a:t>
            </a:r>
            <a:endParaRPr lang="sk-SK" sz="2400"/>
          </a:p>
          <a:p>
            <a:pPr marL="431800" indent="-323850"/>
            <a:r>
              <a:rPr lang="sk-SK" sz="2400"/>
              <a:t>echo "</a:t>
            </a:r>
            <a:r>
              <a:rPr lang="sk-SK" sz="2400" err="1"/>
              <a:t>obase</a:t>
            </a:r>
            <a:r>
              <a:rPr lang="sk-SK" sz="2400"/>
              <a:t>=16;ibase=2;11110000"|bc</a:t>
            </a:r>
          </a:p>
          <a:p>
            <a:pPr marL="107950" indent="0">
              <a:buNone/>
            </a:pPr>
            <a:r>
              <a:rPr lang="sk-SK" sz="2400"/>
              <a:t>Alebo sin 180°- po prevode na radiány 3.1415</a:t>
            </a:r>
          </a:p>
          <a:p>
            <a:pPr marL="107950" indent="0">
              <a:buNone/>
            </a:pPr>
            <a:r>
              <a:rPr lang="sk-SK" sz="2400"/>
              <a:t>echo "</a:t>
            </a:r>
            <a:r>
              <a:rPr lang="sk-SK" sz="2400" err="1"/>
              <a:t>scale</a:t>
            </a:r>
            <a:r>
              <a:rPr lang="sk-SK" sz="2400"/>
              <a:t>=5;s(3.1415)" |</a:t>
            </a:r>
            <a:r>
              <a:rPr lang="sk-SK" sz="2400" err="1"/>
              <a:t>bc</a:t>
            </a:r>
            <a:r>
              <a:rPr lang="sk-SK" sz="2400"/>
              <a:t> –l</a:t>
            </a:r>
          </a:p>
          <a:p>
            <a:pPr marL="107950" indent="0">
              <a:buNone/>
            </a:pPr>
            <a:r>
              <a:rPr lang="sk-SK" sz="2400"/>
              <a:t>A čo tak </a:t>
            </a:r>
            <a:r>
              <a:rPr lang="sk-SK" sz="2400" err="1"/>
              <a:t>odmocnica</a:t>
            </a:r>
            <a:r>
              <a:rPr lang="sk-SK" sz="2400"/>
              <a:t>?</a:t>
            </a:r>
          </a:p>
          <a:p>
            <a:pPr marL="107950" indent="0">
              <a:buNone/>
            </a:pPr>
            <a:r>
              <a:rPr lang="sk-SK" sz="2400"/>
              <a:t>Interaktívny mód </a:t>
            </a:r>
            <a:r>
              <a:rPr lang="sk-SK" sz="2400" err="1"/>
              <a:t>bc</a:t>
            </a:r>
            <a:r>
              <a:rPr lang="sk-SK" sz="2400"/>
              <a:t> –i</a:t>
            </a:r>
          </a:p>
          <a:p>
            <a:pPr marL="108000" indent="0">
              <a:buNone/>
            </a:pPr>
            <a:r>
              <a:rPr lang="sk-SK"/>
              <a:t>&gt;&gt;&gt;  2.5 * 9</a:t>
            </a:r>
          </a:p>
          <a:p>
            <a:pPr marL="108000" indent="0">
              <a:buNone/>
            </a:pPr>
            <a:r>
              <a:rPr lang="sk-SK"/>
              <a:t>28.8</a:t>
            </a:r>
          </a:p>
          <a:p>
            <a:pPr marL="108000" indent="0">
              <a:buNone/>
            </a:pPr>
            <a:r>
              <a:rPr lang="sk-SK"/>
              <a:t>&gt;&gt;&gt; </a:t>
            </a:r>
            <a:r>
              <a:rPr lang="sk-SK" err="1"/>
              <a:t>obase</a:t>
            </a:r>
            <a:r>
              <a:rPr lang="sk-SK"/>
              <a:t>=2</a:t>
            </a:r>
          </a:p>
          <a:p>
            <a:pPr marL="108000" indent="0">
              <a:buNone/>
            </a:pPr>
            <a:r>
              <a:rPr lang="sk-SK"/>
              <a:t>&gt;&gt;&gt; 5</a:t>
            </a:r>
          </a:p>
          <a:p>
            <a:pPr marL="108000" indent="0">
              <a:buNone/>
            </a:pPr>
            <a:r>
              <a:rPr lang="sk-SK"/>
              <a:t>101</a:t>
            </a:r>
          </a:p>
          <a:p>
            <a:pPr marL="107950" indent="0">
              <a:buNone/>
            </a:pPr>
            <a:endParaRPr lang="sk-SK" sz="2400"/>
          </a:p>
        </p:txBody>
      </p:sp>
    </p:spTree>
    <p:extLst>
      <p:ext uri="{BB962C8B-B14F-4D97-AF65-F5344CB8AC3E}">
        <p14:creationId xmlns:p14="http://schemas.microsoft.com/office/powerpoint/2010/main" val="2769360589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mparisons with test 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13"/>
          <p:cNvSpPr txBox="1">
            <a:spLocks noGrp="1"/>
          </p:cNvSpPr>
          <p:nvPr>
            <p:ph type="title" idx="4294967295"/>
          </p:nvPr>
        </p:nvSpPr>
        <p:spPr>
          <a:xfrm>
            <a:off x="251520" y="307800"/>
            <a:ext cx="8523839" cy="771120"/>
          </a:xfrm>
        </p:spPr>
        <p:txBody>
          <a:bodyPr wrap="square" lIns="91440" tIns="91440" rIns="91440" bIns="9144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>
              <a:buNone/>
            </a:pPr>
            <a:r>
              <a:rPr lang="sk-SK" sz="4000" b="1" err="1">
                <a:solidFill>
                  <a:srgbClr val="444444"/>
                </a:solidFill>
              </a:rPr>
              <a:t>Comparisons</a:t>
            </a:r>
            <a:r>
              <a:rPr lang="sk-SK" sz="4000" b="1">
                <a:solidFill>
                  <a:srgbClr val="444444"/>
                </a:solidFill>
              </a:rPr>
              <a:t> </a:t>
            </a:r>
            <a:r>
              <a:rPr lang="sk-SK" sz="4000" b="1" err="1">
                <a:solidFill>
                  <a:srgbClr val="444444"/>
                </a:solidFill>
              </a:rPr>
              <a:t>with</a:t>
            </a:r>
            <a:r>
              <a:rPr lang="sk-SK" sz="4000" b="1">
                <a:solidFill>
                  <a:srgbClr val="444444"/>
                </a:solidFill>
              </a:rPr>
              <a:t> </a:t>
            </a:r>
            <a:r>
              <a:rPr lang="sk-SK" sz="4000" b="1">
                <a:solidFill>
                  <a:srgbClr val="444444"/>
                </a:solidFill>
                <a:latin typeface="Courier New" pitchFamily="18"/>
                <a:cs typeface="Courier New" pitchFamily="2"/>
              </a:rPr>
              <a:t>test</a:t>
            </a:r>
            <a:r>
              <a:rPr lang="sk-SK" sz="4000" b="1">
                <a:solidFill>
                  <a:srgbClr val="444444"/>
                </a:solidFill>
              </a:rPr>
              <a:t> I.</a:t>
            </a:r>
            <a:br>
              <a:rPr lang="sk-SK" sz="4000" b="1">
                <a:solidFill>
                  <a:srgbClr val="444444"/>
                </a:solidFill>
              </a:rPr>
            </a:br>
            <a:r>
              <a:rPr lang="sk-SK" sz="4000" b="1" err="1">
                <a:solidFill>
                  <a:srgbClr val="444444"/>
                </a:solidFill>
              </a:rPr>
              <a:t>testy.sh</a:t>
            </a:r>
            <a:endParaRPr lang="sk-SK" sz="4000" b="1">
              <a:solidFill>
                <a:srgbClr val="444444"/>
              </a:solidFill>
            </a:endParaRPr>
          </a:p>
        </p:txBody>
      </p:sp>
      <p:sp>
        <p:nvSpPr>
          <p:cNvPr id="3" name="Shape 114"/>
          <p:cNvSpPr/>
          <p:nvPr/>
        </p:nvSpPr>
        <p:spPr>
          <a:xfrm>
            <a:off x="571320" y="1268760"/>
            <a:ext cx="8286214" cy="50360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1440" tIns="91440" rIns="91440" bIns="9144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000"/>
              <a:buFont typeface="Arial" pitchFamily="32"/>
              <a:buChar char="•"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for file types checking and values comparisons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000"/>
              <a:buFont typeface="Arial" pitchFamily="32"/>
              <a:buChar char="•"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test EXPR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statement is equivalent with 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[ expr ]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000"/>
              <a:buFont typeface="Arial" pitchFamily="32"/>
              <a:buChar char="•"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result is stored in variable 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$?</a:t>
            </a:r>
          </a:p>
          <a:p>
            <a:pPr marL="0" marR="0" lvl="1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0000"/>
              <a:buFont typeface="Courier New" pitchFamily="49"/>
              <a:buChar char="o"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statement is true, if 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$?=0</a:t>
            </a:r>
          </a:p>
          <a:p>
            <a:pPr marL="0" marR="0" lvl="1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0000"/>
              <a:buFont typeface="Courier New" pitchFamily="49"/>
              <a:buChar char="o"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statement is false, if 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$?!=0 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000"/>
              <a:buFont typeface="Arial" pitchFamily="32"/>
              <a:buChar char="•"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example</a:t>
            </a:r>
            <a:b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</a:b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$ </a:t>
            </a: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[ -f /bin/bash ]</a:t>
            </a:r>
            <a:b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</a:b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$ </a:t>
            </a: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echo $?</a:t>
            </a:r>
            <a:b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</a:b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0</a:t>
            </a:r>
          </a:p>
        </p:txBody>
      </p:sp>
      <p:sp>
        <p:nvSpPr>
          <p:cNvPr id="4" name="Shape 115"/>
          <p:cNvSpPr/>
          <p:nvPr/>
        </p:nvSpPr>
        <p:spPr>
          <a:xfrm>
            <a:off x="0" y="5486399"/>
            <a:ext cx="1142640" cy="13712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blipFill>
            <a:blip r:embed="rId3" r:link="rId4" cstate="print"/>
            <a:stretch>
              <a:fillRect/>
            </a:stretch>
          </a:blipFill>
          <a:ln>
            <a:noFill/>
            <a:prstDash val="solid"/>
          </a:ln>
        </p:spPr>
        <p:txBody>
          <a:bodyPr vert="horz" wrap="square" lIns="90000" tIns="45000" rIns="90000" bIns="4500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1800" b="0" i="0" u="none" strike="noStrike" kern="1200">
              <a:ln>
                <a:noFill/>
              </a:ln>
              <a:latin typeface="Liberation Sans" pitchFamily="18"/>
              <a:ea typeface="DejaVu Sans" pitchFamily="2"/>
              <a:cs typeface="DejaVu Sans" pitchFamily="2"/>
            </a:endParaRPr>
          </a:p>
        </p:txBody>
      </p: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mparisons with test I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20"/>
          <p:cNvSpPr txBox="1">
            <a:spLocks noGrp="1"/>
          </p:cNvSpPr>
          <p:nvPr>
            <p:ph type="title" idx="4294967295"/>
          </p:nvPr>
        </p:nvSpPr>
        <p:spPr>
          <a:xfrm>
            <a:off x="1535039" y="307800"/>
            <a:ext cx="7240320" cy="771120"/>
          </a:xfrm>
        </p:spPr>
        <p:txBody>
          <a:bodyPr wrap="square" lIns="91440" tIns="91440" rIns="91440" bIns="9144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>
              <a:buNone/>
            </a:pPr>
            <a:r>
              <a:rPr lang="sk-SK" sz="4000" b="1">
                <a:solidFill>
                  <a:srgbClr val="444444"/>
                </a:solidFill>
              </a:rPr>
              <a:t>Comparisons with </a:t>
            </a:r>
            <a:r>
              <a:rPr lang="sk-SK" sz="4000" b="1">
                <a:solidFill>
                  <a:srgbClr val="444444"/>
                </a:solidFill>
                <a:latin typeface="Courier New" pitchFamily="18"/>
                <a:cs typeface="Courier New" pitchFamily="2"/>
              </a:rPr>
              <a:t>test</a:t>
            </a:r>
            <a:r>
              <a:rPr lang="sk-SK" sz="4000" b="1">
                <a:solidFill>
                  <a:srgbClr val="444444"/>
                </a:solidFill>
              </a:rPr>
              <a:t> II.</a:t>
            </a:r>
          </a:p>
        </p:txBody>
      </p:sp>
      <p:sp>
        <p:nvSpPr>
          <p:cNvPr id="3" name="Shape 121"/>
          <p:cNvSpPr/>
          <p:nvPr/>
        </p:nvSpPr>
        <p:spPr>
          <a:xfrm>
            <a:off x="1737359" y="1280159"/>
            <a:ext cx="7016399" cy="494783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1440" tIns="91440" rIns="91440" bIns="9144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There are three types of conditions: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0000"/>
              <a:buAutoNum type="arabicPeriod"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for string testing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0000"/>
              <a:buAutoNum type="arabicPeriod"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for numeric testing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0000"/>
              <a:buAutoNum type="arabicPeriod"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for file testing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 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For more details: 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man test</a:t>
            </a:r>
          </a:p>
        </p:txBody>
      </p:sp>
      <p:sp>
        <p:nvSpPr>
          <p:cNvPr id="4" name="Shape 122"/>
          <p:cNvSpPr/>
          <p:nvPr/>
        </p:nvSpPr>
        <p:spPr>
          <a:xfrm>
            <a:off x="0" y="5486399"/>
            <a:ext cx="1142640" cy="13712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blipFill>
            <a:blip r:embed="rId3" r:link="rId4" cstate="print"/>
            <a:stretch>
              <a:fillRect/>
            </a:stretch>
          </a:blipFill>
          <a:ln>
            <a:noFill/>
            <a:prstDash val="solid"/>
          </a:ln>
        </p:spPr>
        <p:txBody>
          <a:bodyPr vert="horz" wrap="square" lIns="90000" tIns="45000" rIns="90000" bIns="4500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1800" b="0" i="0" u="none" strike="noStrike" kern="1200">
              <a:ln>
                <a:noFill/>
              </a:ln>
              <a:latin typeface="Liberation Sans" pitchFamily="18"/>
              <a:ea typeface="DejaVu Sans" pitchFamily="2"/>
              <a:cs typeface="DejaVu Sans" pitchFamily="2"/>
            </a:endParaRPr>
          </a:p>
        </p:txBody>
      </p: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mparisons with test II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27"/>
          <p:cNvSpPr txBox="1">
            <a:spLocks noGrp="1"/>
          </p:cNvSpPr>
          <p:nvPr>
            <p:ph type="title" idx="4294967295"/>
          </p:nvPr>
        </p:nvSpPr>
        <p:spPr>
          <a:xfrm>
            <a:off x="1535039" y="307800"/>
            <a:ext cx="7240320" cy="771120"/>
          </a:xfrm>
        </p:spPr>
        <p:txBody>
          <a:bodyPr wrap="square" lIns="91440" tIns="91440" rIns="91440" bIns="9144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>
              <a:buNone/>
            </a:pPr>
            <a:r>
              <a:rPr lang="sk-SK" sz="4000" b="1">
                <a:solidFill>
                  <a:srgbClr val="444444"/>
                </a:solidFill>
              </a:rPr>
              <a:t>Comparisons with </a:t>
            </a:r>
            <a:r>
              <a:rPr lang="sk-SK" sz="4000" b="1">
                <a:solidFill>
                  <a:srgbClr val="444444"/>
                </a:solidFill>
                <a:latin typeface="Courier New" pitchFamily="18"/>
                <a:cs typeface="Courier New" pitchFamily="2"/>
              </a:rPr>
              <a:t>test</a:t>
            </a:r>
            <a:r>
              <a:rPr lang="sk-SK" sz="4000" b="1">
                <a:solidFill>
                  <a:srgbClr val="444444"/>
                </a:solidFill>
              </a:rPr>
              <a:t> III.</a:t>
            </a:r>
          </a:p>
        </p:txBody>
      </p:sp>
      <p:sp>
        <p:nvSpPr>
          <p:cNvPr id="3" name="Shape 128"/>
          <p:cNvSpPr/>
          <p:nvPr/>
        </p:nvSpPr>
        <p:spPr>
          <a:xfrm>
            <a:off x="1142641" y="1280159"/>
            <a:ext cx="7611118" cy="494783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1440" tIns="91440" rIns="91440" bIns="9144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000"/>
              <a:buFont typeface="Arial" pitchFamily="32"/>
              <a:buChar char="•"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more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than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one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statement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can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be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evaluated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at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a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time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with</a:t>
            </a:r>
            <a:endParaRPr lang="sk-SK" sz="3200" b="0" i="0" u="none" strike="noStrike" kern="1200" spc="0">
              <a:ln>
                <a:noFill/>
              </a:ln>
              <a:solidFill>
                <a:srgbClr val="666666"/>
              </a:solidFill>
              <a:latin typeface="Arial" pitchFamily="18"/>
              <a:ea typeface="Arial" pitchFamily="2"/>
              <a:cs typeface="Arial" pitchFamily="2"/>
            </a:endParaRPr>
          </a:p>
          <a:p>
            <a:pPr marL="0" marR="0" lvl="1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0000"/>
              <a:buFont typeface="Courier New" pitchFamily="49"/>
              <a:buChar char="o"/>
              <a:tabLst/>
            </a:pP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||</a:t>
            </a: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(OR) </a:t>
            </a:r>
            <a:r>
              <a:rPr lang="sk-SK" sz="3200" b="1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logical</a:t>
            </a: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1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operator</a:t>
            </a:r>
            <a:endParaRPr lang="sk-SK" sz="3200" b="1" i="0" u="none" strike="noStrike" kern="1200" spc="0">
              <a:ln>
                <a:noFill/>
              </a:ln>
              <a:solidFill>
                <a:srgbClr val="666666"/>
              </a:solidFill>
              <a:latin typeface="Arial" pitchFamily="18"/>
              <a:ea typeface="Arial" pitchFamily="2"/>
              <a:cs typeface="Arial" pitchFamily="2"/>
            </a:endParaRP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[ -e /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bin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/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kbash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] || \</a:t>
            </a:r>
            <a:b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</a:b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[ -f /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etc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/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passwd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]</a:t>
            </a:r>
          </a:p>
          <a:p>
            <a:pPr marL="0" marR="0" lvl="1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0000"/>
              <a:buFont typeface="Courier New" pitchFamily="49"/>
              <a:buChar char="o"/>
              <a:tabLst/>
            </a:pP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&amp;&amp;</a:t>
            </a: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(AND) </a:t>
            </a:r>
            <a:r>
              <a:rPr lang="sk-SK" sz="3200" b="1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logical</a:t>
            </a: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 </a:t>
            </a:r>
            <a:r>
              <a:rPr lang="sk-SK" sz="3200" b="1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operator</a:t>
            </a:r>
            <a:endParaRPr lang="sk-SK" sz="3200" b="1" i="0" u="none" strike="noStrike" kern="1200" spc="0">
              <a:ln>
                <a:noFill/>
              </a:ln>
              <a:solidFill>
                <a:srgbClr val="666666"/>
              </a:solidFill>
              <a:latin typeface="Arial" pitchFamily="18"/>
              <a:ea typeface="Arial" pitchFamily="2"/>
              <a:cs typeface="Arial" pitchFamily="2"/>
            </a:endParaRP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test -x /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bin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/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bash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&amp;&amp; \</a:t>
            </a:r>
            <a:b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</a:b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test -e /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etc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/</a:t>
            </a:r>
            <a:r>
              <a:rPr lang="sk-SK" sz="32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fstab</a:t>
            </a:r>
            <a:endParaRPr lang="sk-SK" sz="3200" b="0" i="0" u="none" strike="noStrike" kern="1200" spc="0">
              <a:ln>
                <a:noFill/>
              </a:ln>
              <a:solidFill>
                <a:srgbClr val="666666"/>
              </a:solidFill>
              <a:latin typeface="Courier New" pitchFamily="18"/>
              <a:ea typeface="Courier New" pitchFamily="2"/>
              <a:cs typeface="Courier New" pitchFamily="2"/>
            </a:endParaRP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3200">
              <a:solidFill>
                <a:srgbClr val="666666"/>
              </a:solidFill>
              <a:latin typeface="Courier New" pitchFamily="18"/>
              <a:ea typeface="Courier New" pitchFamily="2"/>
              <a:cs typeface="Courier New" pitchFamily="2"/>
            </a:endParaRPr>
          </a:p>
          <a:p>
            <a:pPr lvl="0" hangingPunct="0">
              <a:buNone/>
            </a:pPr>
            <a:r>
              <a:rPr lang="en-US"/>
              <a:t> </a:t>
            </a:r>
            <a:r>
              <a:rPr lang="en-US" b="1"/>
              <a:t>man test</a:t>
            </a:r>
          </a:p>
          <a:p>
            <a:pPr lvl="0" hangingPunct="0">
              <a:buNone/>
            </a:pPr>
            <a:r>
              <a:rPr lang="en-US"/>
              <a:t>-x FILE</a:t>
            </a:r>
            <a:r>
              <a:rPr lang="sk-SK"/>
              <a:t> </a:t>
            </a:r>
            <a:r>
              <a:rPr lang="en-US"/>
              <a:t>FILE exists and </a:t>
            </a:r>
            <a:r>
              <a:rPr lang="sk-SK"/>
              <a:t>e</a:t>
            </a:r>
            <a:r>
              <a:rPr lang="en-US" err="1"/>
              <a:t>xecute</a:t>
            </a:r>
            <a:r>
              <a:rPr lang="en-US"/>
              <a:t> (or search) permission is granted</a:t>
            </a:r>
            <a:endParaRPr lang="sk-SK"/>
          </a:p>
          <a:p>
            <a:pPr lvl="0" hangingPunct="0">
              <a:buNone/>
            </a:pPr>
            <a:r>
              <a:rPr lang="en-US"/>
              <a:t>-e FILE </a:t>
            </a:r>
            <a:r>
              <a:rPr lang="en-US" err="1"/>
              <a:t>FILE</a:t>
            </a:r>
            <a:r>
              <a:rPr lang="en-US"/>
              <a:t> exists</a:t>
            </a:r>
            <a:endParaRPr lang="sk-SK"/>
          </a:p>
          <a:p>
            <a:pPr lvl="0" hangingPunct="0">
              <a:buNone/>
            </a:pPr>
            <a:r>
              <a:rPr lang="en-US"/>
              <a:t>-f FILE FILE exists and is a regular file</a:t>
            </a:r>
          </a:p>
          <a:p>
            <a:pPr lvl="0" hangingPunct="0">
              <a:buNone/>
            </a:pPr>
            <a:endParaRPr lang="en-US"/>
          </a:p>
          <a:p>
            <a:pPr lvl="0" hangingPunct="0">
              <a:buNone/>
            </a:pPr>
            <a:endParaRPr lang="en-US" sz="1400">
              <a:solidFill>
                <a:srgbClr val="666666"/>
              </a:solidFill>
              <a:latin typeface="Courier New" pitchFamily="18"/>
              <a:ea typeface="Courier New" pitchFamily="2"/>
              <a:cs typeface="Courier New" pitchFamily="2"/>
            </a:endParaRP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3200" b="0" i="0" u="none" strike="noStrike" kern="1200" spc="0">
              <a:ln>
                <a:noFill/>
              </a:ln>
              <a:solidFill>
                <a:srgbClr val="666666"/>
              </a:solidFill>
              <a:latin typeface="Courier New" pitchFamily="18"/>
              <a:ea typeface="Courier New" pitchFamily="2"/>
              <a:cs typeface="Courier New" pitchFamily="2"/>
            </a:endParaRPr>
          </a:p>
        </p:txBody>
      </p:sp>
      <p:sp>
        <p:nvSpPr>
          <p:cNvPr id="4" name="Shape 129"/>
          <p:cNvSpPr/>
          <p:nvPr/>
        </p:nvSpPr>
        <p:spPr>
          <a:xfrm>
            <a:off x="0" y="5486399"/>
            <a:ext cx="1142640" cy="13712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blipFill>
            <a:blip r:embed="rId3" r:link="rId4" cstate="print"/>
            <a:stretch>
              <a:fillRect/>
            </a:stretch>
          </a:blipFill>
          <a:ln>
            <a:noFill/>
            <a:prstDash val="solid"/>
          </a:ln>
        </p:spPr>
        <p:txBody>
          <a:bodyPr vert="horz" wrap="square" lIns="90000" tIns="45000" rIns="90000" bIns="4500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1800" b="0" i="0" u="none" strike="noStrike" kern="1200">
              <a:ln>
                <a:noFill/>
              </a:ln>
              <a:latin typeface="Liberation Sans" pitchFamily="18"/>
              <a:ea typeface="DejaVu Sans" pitchFamily="2"/>
              <a:cs typeface="DejaVu Sans" pitchFamily="2"/>
            </a:endParaRPr>
          </a:p>
        </p:txBody>
      </p:sp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nditional Statements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41"/>
          <p:cNvSpPr txBox="1">
            <a:spLocks noGrp="1"/>
          </p:cNvSpPr>
          <p:nvPr>
            <p:ph type="title" idx="4294967295"/>
          </p:nvPr>
        </p:nvSpPr>
        <p:spPr>
          <a:xfrm>
            <a:off x="1535039" y="0"/>
            <a:ext cx="7240320" cy="1121400"/>
          </a:xfrm>
        </p:spPr>
        <p:txBody>
          <a:bodyPr wrap="square" lIns="91440" tIns="91440" rIns="91440" bIns="9144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>
              <a:buNone/>
            </a:pPr>
            <a:r>
              <a:rPr lang="sk-SK" sz="4000" b="1">
                <a:solidFill>
                  <a:srgbClr val="444444"/>
                </a:solidFill>
              </a:rPr>
              <a:t>Conditional Statements Example pr11-5.sh</a:t>
            </a:r>
          </a:p>
        </p:txBody>
      </p:sp>
      <p:sp>
        <p:nvSpPr>
          <p:cNvPr id="3" name="Shape 142"/>
          <p:cNvSpPr/>
          <p:nvPr/>
        </p:nvSpPr>
        <p:spPr>
          <a:xfrm>
            <a:off x="179512" y="1700808"/>
            <a:ext cx="7920879" cy="494783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1440" tIns="91440" rIns="91440" bIns="9144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>
              <a:lnSpc>
                <a:spcPts val="2925"/>
              </a:lnSpc>
              <a:buNone/>
            </a:pPr>
            <a:r>
              <a:rPr lang="sk-SK" sz="2400" b="1">
                <a:solidFill>
                  <a:srgbClr val="5E2CBC"/>
                </a:solidFill>
                <a:effectLst/>
                <a:latin typeface="Menlo" panose="020B0609030804020204" pitchFamily="49" charset="0"/>
              </a:rPr>
              <a:t>echo</a:t>
            </a:r>
            <a:r>
              <a:rPr lang="sk-SK" sz="2400" b="1">
                <a:solidFill>
                  <a:srgbClr val="292929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sk-SK" sz="2400" b="1">
                <a:solidFill>
                  <a:srgbClr val="0F4A8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sk-SK" sz="2400" b="1" err="1">
                <a:solidFill>
                  <a:srgbClr val="0F4A85"/>
                </a:solidFill>
                <a:effectLst/>
                <a:latin typeface="Menlo" panose="020B0609030804020204" pitchFamily="49" charset="0"/>
              </a:rPr>
              <a:t>How</a:t>
            </a:r>
            <a:r>
              <a:rPr lang="sk-SK" sz="2400" b="1">
                <a:solidFill>
                  <a:srgbClr val="0F4A85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sk-SK" sz="2400" b="1" err="1">
                <a:solidFill>
                  <a:srgbClr val="0F4A85"/>
                </a:solidFill>
                <a:effectLst/>
                <a:latin typeface="Menlo" panose="020B0609030804020204" pitchFamily="49" charset="0"/>
              </a:rPr>
              <a:t>old</a:t>
            </a:r>
            <a:r>
              <a:rPr lang="sk-SK" sz="2400" b="1">
                <a:solidFill>
                  <a:srgbClr val="0F4A85"/>
                </a:solidFill>
                <a:effectLst/>
                <a:latin typeface="Menlo" panose="020B0609030804020204" pitchFamily="49" charset="0"/>
              </a:rPr>
              <a:t> are </a:t>
            </a:r>
            <a:r>
              <a:rPr lang="sk-SK" sz="2400" b="1" err="1">
                <a:solidFill>
                  <a:srgbClr val="0F4A85"/>
                </a:solidFill>
                <a:effectLst/>
                <a:latin typeface="Menlo" panose="020B0609030804020204" pitchFamily="49" charset="0"/>
              </a:rPr>
              <a:t>you</a:t>
            </a:r>
            <a:r>
              <a:rPr lang="sk-SK" sz="2400" b="1">
                <a:solidFill>
                  <a:srgbClr val="0F4A85"/>
                </a:solidFill>
                <a:effectLst/>
                <a:latin typeface="Menlo" panose="020B0609030804020204" pitchFamily="49" charset="0"/>
              </a:rPr>
              <a:t>?"</a:t>
            </a:r>
            <a:endParaRPr lang="sk-SK" sz="2400" b="1">
              <a:solidFill>
                <a:srgbClr val="29292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2925"/>
              </a:lnSpc>
              <a:buNone/>
            </a:pPr>
            <a:r>
              <a:rPr lang="sk-SK" sz="2400" b="1" err="1">
                <a:solidFill>
                  <a:srgbClr val="5E2CBC"/>
                </a:solidFill>
                <a:effectLst/>
                <a:latin typeface="Menlo" panose="020B0609030804020204" pitchFamily="49" charset="0"/>
              </a:rPr>
              <a:t>read</a:t>
            </a:r>
            <a:r>
              <a:rPr lang="sk-SK" sz="2400" b="1">
                <a:solidFill>
                  <a:srgbClr val="292929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sk-SK" sz="2400" b="1">
                <a:solidFill>
                  <a:srgbClr val="0F4A85"/>
                </a:solidFill>
                <a:effectLst/>
                <a:latin typeface="Menlo" panose="020B0609030804020204" pitchFamily="49" charset="0"/>
              </a:rPr>
              <a:t>-r</a:t>
            </a:r>
            <a:r>
              <a:rPr lang="sk-SK" sz="2400" b="1">
                <a:solidFill>
                  <a:srgbClr val="292929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sk-SK" sz="2400" b="1">
                <a:solidFill>
                  <a:srgbClr val="0F4A85"/>
                </a:solidFill>
                <a:effectLst/>
                <a:latin typeface="Menlo" panose="020B0609030804020204" pitchFamily="49" charset="0"/>
              </a:rPr>
              <a:t>AGE</a:t>
            </a:r>
            <a:endParaRPr lang="sk-SK" sz="2400" b="1">
              <a:solidFill>
                <a:srgbClr val="29292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2925"/>
              </a:lnSpc>
              <a:buNone/>
            </a:pPr>
            <a:r>
              <a:rPr lang="sk-SK" sz="2400" b="1" err="1">
                <a:solidFill>
                  <a:srgbClr val="B5200D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sk-SK" sz="2400" b="1">
                <a:solidFill>
                  <a:srgbClr val="292929"/>
                </a:solidFill>
                <a:effectLst/>
                <a:latin typeface="Menlo" panose="020B0609030804020204" pitchFamily="49" charset="0"/>
              </a:rPr>
              <a:t> [ </a:t>
            </a:r>
            <a:r>
              <a:rPr lang="sk-SK" sz="2400" b="1">
                <a:solidFill>
                  <a:srgbClr val="0F4A8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sk-SK" sz="2400" b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$AGE</a:t>
            </a:r>
            <a:r>
              <a:rPr lang="sk-SK" sz="2400" b="1">
                <a:solidFill>
                  <a:srgbClr val="0F4A8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sk-SK" sz="2400" b="1">
                <a:solidFill>
                  <a:srgbClr val="292929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sk-SK" sz="2400" b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sk-SK" sz="2400" b="1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ge</a:t>
            </a:r>
            <a:r>
              <a:rPr lang="sk-SK" sz="2400" b="1">
                <a:solidFill>
                  <a:srgbClr val="292929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sk-SK" sz="2400" b="1">
                <a:solidFill>
                  <a:srgbClr val="096D48"/>
                </a:solidFill>
                <a:effectLst/>
                <a:latin typeface="Menlo" panose="020B0609030804020204" pitchFamily="49" charset="0"/>
              </a:rPr>
              <a:t>18</a:t>
            </a:r>
            <a:r>
              <a:rPr lang="sk-SK" sz="2400" b="1">
                <a:solidFill>
                  <a:srgbClr val="292929"/>
                </a:solidFill>
                <a:effectLst/>
                <a:latin typeface="Menlo" panose="020B0609030804020204" pitchFamily="49" charset="0"/>
              </a:rPr>
              <a:t> ]; </a:t>
            </a:r>
            <a:r>
              <a:rPr lang="sk-SK" sz="2400" b="1" err="1">
                <a:solidFill>
                  <a:srgbClr val="B5200D"/>
                </a:solidFill>
                <a:effectLst/>
                <a:latin typeface="Menlo" panose="020B0609030804020204" pitchFamily="49" charset="0"/>
              </a:rPr>
              <a:t>then</a:t>
            </a:r>
            <a:endParaRPr lang="sk-SK" sz="2400" b="1">
              <a:solidFill>
                <a:srgbClr val="29292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2925"/>
              </a:lnSpc>
              <a:buNone/>
            </a:pPr>
            <a:r>
              <a:rPr lang="sk-SK" sz="2400" b="1">
                <a:solidFill>
                  <a:srgbClr val="5E2CBC"/>
                </a:solidFill>
                <a:effectLst/>
                <a:latin typeface="Menlo" panose="020B0609030804020204" pitchFamily="49" charset="0"/>
              </a:rPr>
              <a:t>echo</a:t>
            </a:r>
            <a:r>
              <a:rPr lang="sk-SK" sz="2400" b="1">
                <a:solidFill>
                  <a:srgbClr val="292929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sk-SK" sz="2400" b="1">
                <a:solidFill>
                  <a:srgbClr val="0F4A8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sk-SK" sz="2400" b="1" err="1">
                <a:solidFill>
                  <a:srgbClr val="0F4A85"/>
                </a:solidFill>
                <a:effectLst/>
                <a:latin typeface="Menlo" panose="020B0609030804020204" pitchFamily="49" charset="0"/>
              </a:rPr>
              <a:t>Your</a:t>
            </a:r>
            <a:r>
              <a:rPr lang="sk-SK" sz="2400" b="1">
                <a:solidFill>
                  <a:srgbClr val="0F4A85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sk-SK" sz="2400" b="1" err="1">
                <a:solidFill>
                  <a:srgbClr val="0F4A85"/>
                </a:solidFill>
                <a:effectLst/>
                <a:latin typeface="Menlo" panose="020B0609030804020204" pitchFamily="49" charset="0"/>
              </a:rPr>
              <a:t>age</a:t>
            </a:r>
            <a:r>
              <a:rPr lang="sk-SK" sz="2400" b="1">
                <a:solidFill>
                  <a:srgbClr val="0F4A85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sk-SK" sz="2400" b="1" err="1">
                <a:solidFill>
                  <a:srgbClr val="0F4A85"/>
                </a:solidFill>
                <a:effectLst/>
                <a:latin typeface="Menlo" panose="020B0609030804020204" pitchFamily="49" charset="0"/>
              </a:rPr>
              <a:t>is</a:t>
            </a:r>
            <a:r>
              <a:rPr lang="sk-SK" sz="2400" b="1">
                <a:solidFill>
                  <a:srgbClr val="0F4A85"/>
                </a:solidFill>
                <a:effectLst/>
                <a:latin typeface="Menlo" panose="020B0609030804020204" pitchFamily="49" charset="0"/>
              </a:rPr>
              <a:t> OK - </a:t>
            </a:r>
            <a:r>
              <a:rPr lang="sk-SK" sz="2400" b="1" err="1">
                <a:solidFill>
                  <a:srgbClr val="0F4A85"/>
                </a:solidFill>
                <a:effectLst/>
                <a:latin typeface="Menlo" panose="020B0609030804020204" pitchFamily="49" charset="0"/>
              </a:rPr>
              <a:t>Enter</a:t>
            </a:r>
            <a:r>
              <a:rPr lang="sk-SK" sz="2400" b="1">
                <a:solidFill>
                  <a:srgbClr val="0F4A85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sk-SK" sz="2400" b="1" err="1">
                <a:solidFill>
                  <a:srgbClr val="0F4A85"/>
                </a:solidFill>
                <a:effectLst/>
                <a:latin typeface="Menlo" panose="020B0609030804020204" pitchFamily="49" charset="0"/>
              </a:rPr>
              <a:t>the</a:t>
            </a:r>
            <a:r>
              <a:rPr lang="sk-SK" sz="2400" b="1">
                <a:solidFill>
                  <a:srgbClr val="0F4A85"/>
                </a:solidFill>
                <a:effectLst/>
                <a:latin typeface="Menlo" panose="020B0609030804020204" pitchFamily="49" charset="0"/>
              </a:rPr>
              <a:t> site"</a:t>
            </a:r>
            <a:endParaRPr lang="sk-SK" sz="2400" b="1">
              <a:solidFill>
                <a:srgbClr val="29292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2925"/>
              </a:lnSpc>
              <a:buNone/>
            </a:pPr>
            <a:r>
              <a:rPr lang="sk-SK" sz="2400" b="1" err="1">
                <a:solidFill>
                  <a:srgbClr val="B5200D"/>
                </a:solidFill>
                <a:effectLst/>
                <a:latin typeface="Menlo" panose="020B0609030804020204" pitchFamily="49" charset="0"/>
              </a:rPr>
              <a:t>else</a:t>
            </a:r>
            <a:endParaRPr lang="sk-SK" sz="2400" b="1">
              <a:solidFill>
                <a:srgbClr val="29292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2925"/>
              </a:lnSpc>
              <a:buNone/>
            </a:pPr>
            <a:r>
              <a:rPr lang="sk-SK" sz="2400" b="1">
                <a:solidFill>
                  <a:srgbClr val="5E2CBC"/>
                </a:solidFill>
                <a:effectLst/>
                <a:latin typeface="Menlo" panose="020B0609030804020204" pitchFamily="49" charset="0"/>
              </a:rPr>
              <a:t>echo</a:t>
            </a:r>
            <a:r>
              <a:rPr lang="sk-SK" sz="2400" b="1">
                <a:solidFill>
                  <a:srgbClr val="292929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sk-SK" sz="2400" b="1">
                <a:solidFill>
                  <a:srgbClr val="0F4A8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sk-SK" sz="2400" b="1" err="1">
                <a:solidFill>
                  <a:srgbClr val="0F4A85"/>
                </a:solidFill>
                <a:effectLst/>
                <a:latin typeface="Menlo" panose="020B0609030804020204" pitchFamily="49" charset="0"/>
              </a:rPr>
              <a:t>Your</a:t>
            </a:r>
            <a:r>
              <a:rPr lang="sk-SK" sz="2400" b="1">
                <a:solidFill>
                  <a:srgbClr val="0F4A85"/>
                </a:solidFill>
                <a:effectLst/>
                <a:latin typeface="Menlo" panose="020B0609030804020204" pitchFamily="49" charset="0"/>
              </a:rPr>
              <a:t> are </a:t>
            </a:r>
            <a:r>
              <a:rPr lang="sk-SK" sz="2400" b="1" err="1">
                <a:solidFill>
                  <a:srgbClr val="0F4A85"/>
                </a:solidFill>
                <a:effectLst/>
                <a:latin typeface="Menlo" panose="020B0609030804020204" pitchFamily="49" charset="0"/>
              </a:rPr>
              <a:t>too</a:t>
            </a:r>
            <a:r>
              <a:rPr lang="sk-SK" sz="2400" b="1">
                <a:solidFill>
                  <a:srgbClr val="0F4A85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sk-SK" sz="2400" b="1" err="1">
                <a:solidFill>
                  <a:srgbClr val="0F4A85"/>
                </a:solidFill>
                <a:effectLst/>
                <a:latin typeface="Menlo" panose="020B0609030804020204" pitchFamily="49" charset="0"/>
              </a:rPr>
              <a:t>jung</a:t>
            </a:r>
            <a:r>
              <a:rPr lang="sk-SK" sz="2400" b="1">
                <a:solidFill>
                  <a:srgbClr val="0F4A85"/>
                </a:solidFill>
                <a:effectLst/>
                <a:latin typeface="Menlo" panose="020B0609030804020204" pitchFamily="49" charset="0"/>
              </a:rPr>
              <a:t> - go </a:t>
            </a:r>
            <a:r>
              <a:rPr lang="sk-SK" sz="2400" b="1" err="1">
                <a:solidFill>
                  <a:srgbClr val="0F4A85"/>
                </a:solidFill>
                <a:effectLst/>
                <a:latin typeface="Menlo" panose="020B0609030804020204" pitchFamily="49" charset="0"/>
              </a:rPr>
              <a:t>away</a:t>
            </a:r>
            <a:r>
              <a:rPr lang="sk-SK" sz="2400" b="1">
                <a:solidFill>
                  <a:srgbClr val="0F4A85"/>
                </a:solidFill>
                <a:effectLst/>
                <a:latin typeface="Menlo" panose="020B0609030804020204" pitchFamily="49" charset="0"/>
              </a:rPr>
              <a:t>"</a:t>
            </a:r>
            <a:endParaRPr lang="sk-SK" sz="2400" b="1">
              <a:solidFill>
                <a:srgbClr val="292929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2925"/>
              </a:lnSpc>
              <a:buNone/>
            </a:pPr>
            <a:r>
              <a:rPr lang="sk-SK" sz="2400" b="1" err="1">
                <a:solidFill>
                  <a:srgbClr val="B5200D"/>
                </a:solidFill>
                <a:effectLst/>
                <a:latin typeface="Menlo" panose="020B0609030804020204" pitchFamily="49" charset="0"/>
              </a:rPr>
              <a:t>fi</a:t>
            </a:r>
            <a:endParaRPr lang="sk-SK" sz="2400" b="1">
              <a:solidFill>
                <a:srgbClr val="292929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4" name="Shape 143"/>
          <p:cNvSpPr/>
          <p:nvPr/>
        </p:nvSpPr>
        <p:spPr>
          <a:xfrm>
            <a:off x="0" y="5486399"/>
            <a:ext cx="1142640" cy="13712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blipFill>
            <a:blip r:embed="rId3" r:link="rId4" cstate="print"/>
            <a:stretch>
              <a:fillRect/>
            </a:stretch>
          </a:blipFill>
          <a:ln>
            <a:noFill/>
            <a:prstDash val="solid"/>
          </a:ln>
        </p:spPr>
        <p:txBody>
          <a:bodyPr vert="horz" wrap="square" lIns="90000" tIns="45000" rIns="90000" bIns="4500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1800" b="0" i="0" u="none" strike="noStrike" kern="1200">
              <a:ln>
                <a:noFill/>
              </a:ln>
              <a:latin typeface="Liberation Sans" pitchFamily="18"/>
              <a:ea typeface="DejaVu Sans" pitchFamily="2"/>
              <a:cs typeface="DejaVu Sans" pitchFamily="2"/>
            </a:endParaRPr>
          </a:p>
        </p:txBody>
      </p: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nditional State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34"/>
          <p:cNvSpPr txBox="1">
            <a:spLocks noGrp="1"/>
          </p:cNvSpPr>
          <p:nvPr>
            <p:ph type="title" idx="4294967295"/>
          </p:nvPr>
        </p:nvSpPr>
        <p:spPr>
          <a:xfrm>
            <a:off x="1535039" y="307800"/>
            <a:ext cx="7240320" cy="771120"/>
          </a:xfrm>
        </p:spPr>
        <p:txBody>
          <a:bodyPr wrap="square" lIns="91440" tIns="91440" rIns="91440" bIns="9144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>
              <a:buNone/>
            </a:pPr>
            <a:r>
              <a:rPr lang="sk-SK" sz="4000" b="1">
                <a:solidFill>
                  <a:srgbClr val="444444"/>
                </a:solidFill>
              </a:rPr>
              <a:t>Conditional Statements</a:t>
            </a:r>
          </a:p>
        </p:txBody>
      </p:sp>
      <p:sp>
        <p:nvSpPr>
          <p:cNvPr id="3" name="Shape 135"/>
          <p:cNvSpPr/>
          <p:nvPr/>
        </p:nvSpPr>
        <p:spPr>
          <a:xfrm>
            <a:off x="1737359" y="1280159"/>
            <a:ext cx="7016399" cy="494783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1440" tIns="91440" rIns="91440" bIns="9144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syntax: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 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if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 CONDITION; </a:t>
            </a: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then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   COMMANDS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[elif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 CONDITION; </a:t>
            </a: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then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   COMMANDS </a:t>
            </a: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]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[else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   COMMANDS </a:t>
            </a: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]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fi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3200" b="1" i="0" u="none" strike="noStrike" kern="1200" spc="0">
              <a:ln>
                <a:noFill/>
              </a:ln>
              <a:solidFill>
                <a:srgbClr val="666666"/>
              </a:solidFill>
              <a:latin typeface="Courier New" pitchFamily="18"/>
              <a:ea typeface="Courier New" pitchFamily="2"/>
              <a:cs typeface="Courier New" pitchFamily="2"/>
            </a:endParaRPr>
          </a:p>
        </p:txBody>
      </p:sp>
      <p:sp>
        <p:nvSpPr>
          <p:cNvPr id="4" name="Shape 136"/>
          <p:cNvSpPr/>
          <p:nvPr/>
        </p:nvSpPr>
        <p:spPr>
          <a:xfrm>
            <a:off x="0" y="5486399"/>
            <a:ext cx="1142640" cy="13712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blipFill>
            <a:blip r:embed="rId3" r:link="rId4" cstate="print"/>
            <a:stretch>
              <a:fillRect/>
            </a:stretch>
          </a:blipFill>
          <a:ln>
            <a:noFill/>
            <a:prstDash val="solid"/>
          </a:ln>
        </p:spPr>
        <p:txBody>
          <a:bodyPr vert="horz" wrap="square" lIns="90000" tIns="45000" rIns="90000" bIns="4500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1800" b="0" i="0" u="none" strike="noStrike" kern="1200">
              <a:ln>
                <a:noFill/>
              </a:ln>
              <a:latin typeface="Liberation Sans" pitchFamily="18"/>
              <a:ea typeface="DejaVu Sans" pitchFamily="2"/>
              <a:cs typeface="DejaVu Sans" pitchFamily="2"/>
            </a:endParaRPr>
          </a:p>
        </p:txBody>
      </p:sp>
    </p:spTree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low Control: c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48"/>
          <p:cNvSpPr txBox="1">
            <a:spLocks noGrp="1"/>
          </p:cNvSpPr>
          <p:nvPr>
            <p:ph type="title" idx="4294967295"/>
          </p:nvPr>
        </p:nvSpPr>
        <p:spPr>
          <a:xfrm>
            <a:off x="1535039" y="307800"/>
            <a:ext cx="7240320" cy="771120"/>
          </a:xfrm>
        </p:spPr>
        <p:txBody>
          <a:bodyPr wrap="square" lIns="91440" tIns="91440" rIns="91440" bIns="9144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>
              <a:buNone/>
            </a:pPr>
            <a:r>
              <a:rPr lang="sk-SK" sz="4000" b="1">
                <a:solidFill>
                  <a:srgbClr val="444444"/>
                </a:solidFill>
              </a:rPr>
              <a:t>Flow Control: </a:t>
            </a:r>
            <a:r>
              <a:rPr lang="sk-SK" sz="4000" b="1">
                <a:solidFill>
                  <a:srgbClr val="444444"/>
                </a:solidFill>
                <a:latin typeface="Courier New" pitchFamily="18"/>
                <a:cs typeface="Courier New" pitchFamily="2"/>
              </a:rPr>
              <a:t>case</a:t>
            </a:r>
          </a:p>
        </p:txBody>
      </p:sp>
      <p:sp>
        <p:nvSpPr>
          <p:cNvPr id="3" name="Shape 149"/>
          <p:cNvSpPr/>
          <p:nvPr/>
        </p:nvSpPr>
        <p:spPr>
          <a:xfrm>
            <a:off x="1737359" y="1280159"/>
            <a:ext cx="7016399" cy="494783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1440" tIns="91440" rIns="91440" bIns="9144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syntax: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3200" b="0" i="0" u="none" strike="noStrike" kern="1200" spc="0">
              <a:ln>
                <a:noFill/>
              </a:ln>
              <a:solidFill>
                <a:srgbClr val="666666"/>
              </a:solidFill>
              <a:latin typeface="arial" pitchFamily="18"/>
              <a:ea typeface="arial" pitchFamily="2"/>
              <a:cs typeface="arial" pitchFamily="2"/>
            </a:endParaRP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case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VARIABLE </a:t>
            </a: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in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   PATTERN [ | PATTERN ] ... ) COMMANDS;;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   PATTERN [ | PATTERN ] ... ) COMMANDS;;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   ...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   *) COMMANDS;;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esac</a:t>
            </a:r>
          </a:p>
        </p:txBody>
      </p:sp>
      <p:sp>
        <p:nvSpPr>
          <p:cNvPr id="4" name="Shape 150"/>
          <p:cNvSpPr/>
          <p:nvPr/>
        </p:nvSpPr>
        <p:spPr>
          <a:xfrm>
            <a:off x="0" y="5486399"/>
            <a:ext cx="1142640" cy="13712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blipFill>
            <a:blip r:embed="rId3" r:link="rId4" cstate="print"/>
            <a:stretch>
              <a:fillRect/>
            </a:stretch>
          </a:blipFill>
          <a:ln>
            <a:noFill/>
            <a:prstDash val="solid"/>
          </a:ln>
        </p:spPr>
        <p:txBody>
          <a:bodyPr vert="horz" wrap="square" lIns="90000" tIns="45000" rIns="90000" bIns="4500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1800" b="0" i="0" u="none" strike="noStrike" kern="1200">
              <a:ln>
                <a:noFill/>
              </a:ln>
              <a:latin typeface="Liberation Sans" pitchFamily="18"/>
              <a:ea typeface="DejaVu Sans" pitchFamily="2"/>
              <a:cs typeface="DejaVu Sans" pitchFamily="2"/>
            </a:endParaRPr>
          </a:p>
        </p:txBody>
      </p:sp>
    </p:spTree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low Control: case 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55"/>
          <p:cNvSpPr txBox="1">
            <a:spLocks noGrp="1"/>
          </p:cNvSpPr>
          <p:nvPr>
            <p:ph type="title" idx="4294967295"/>
          </p:nvPr>
        </p:nvSpPr>
        <p:spPr>
          <a:xfrm>
            <a:off x="1535039" y="307800"/>
            <a:ext cx="7240320" cy="771120"/>
          </a:xfrm>
        </p:spPr>
        <p:txBody>
          <a:bodyPr wrap="square" lIns="91440" tIns="91440" rIns="91440" bIns="9144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>
              <a:buNone/>
            </a:pPr>
            <a:r>
              <a:rPr lang="sk-SK" sz="4000" b="1">
                <a:solidFill>
                  <a:srgbClr val="444444"/>
                </a:solidFill>
              </a:rPr>
              <a:t>Flow Control: </a:t>
            </a:r>
            <a:r>
              <a:rPr lang="sk-SK" sz="4000" b="1">
                <a:solidFill>
                  <a:srgbClr val="444444"/>
                </a:solidFill>
                <a:latin typeface="Courier New" pitchFamily="18"/>
                <a:cs typeface="Courier New" pitchFamily="2"/>
              </a:rPr>
              <a:t>case</a:t>
            </a:r>
            <a:r>
              <a:rPr lang="sk-SK" sz="4000" b="1">
                <a:solidFill>
                  <a:srgbClr val="444444"/>
                </a:solidFill>
              </a:rPr>
              <a:t> Example pr11-6</a:t>
            </a:r>
          </a:p>
        </p:txBody>
      </p:sp>
      <p:sp>
        <p:nvSpPr>
          <p:cNvPr id="3" name="Shape 156"/>
          <p:cNvSpPr/>
          <p:nvPr/>
        </p:nvSpPr>
        <p:spPr>
          <a:xfrm>
            <a:off x="1737359" y="1280159"/>
            <a:ext cx="7016399" cy="494783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1440" tIns="91440" rIns="91440" bIns="9144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#!/bin/bash</a:t>
            </a:r>
            <a:b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</a:b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echo "Are you happy?"</a:t>
            </a:r>
            <a:b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</a:b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read ANSWER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case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"$ANSWER" </a:t>
            </a: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in</a:t>
            </a:r>
            <a:b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</a:b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   "yes" | "y" ) echo "you are happy man";;</a:t>
            </a:r>
            <a:b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</a:b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   "no"  | "n" ) echo "what's wrong?";;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   *) echo "ehm... sorry?";;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esac</a:t>
            </a:r>
          </a:p>
        </p:txBody>
      </p:sp>
      <p:sp>
        <p:nvSpPr>
          <p:cNvPr id="4" name="Shape 157"/>
          <p:cNvSpPr/>
          <p:nvPr/>
        </p:nvSpPr>
        <p:spPr>
          <a:xfrm>
            <a:off x="0" y="5486399"/>
            <a:ext cx="1142640" cy="13712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blipFill>
            <a:blip r:embed="rId3" r:link="rId4" cstate="print"/>
            <a:stretch>
              <a:fillRect/>
            </a:stretch>
          </a:blipFill>
          <a:ln>
            <a:noFill/>
            <a:prstDash val="solid"/>
          </a:ln>
        </p:spPr>
        <p:txBody>
          <a:bodyPr vert="horz" wrap="square" lIns="90000" tIns="45000" rIns="90000" bIns="4500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1800" b="0" i="0" u="none" strike="noStrike" kern="1200">
              <a:ln>
                <a:noFill/>
              </a:ln>
              <a:latin typeface="Liberation Sans" pitchFamily="18"/>
              <a:ea typeface="DejaVu Sans" pitchFamily="2"/>
              <a:cs typeface="DejaVu Sans" pitchFamily="2"/>
            </a:endParaRPr>
          </a:p>
        </p:txBody>
      </p:sp>
    </p:spTree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e for Lo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62"/>
          <p:cNvSpPr txBox="1">
            <a:spLocks noGrp="1"/>
          </p:cNvSpPr>
          <p:nvPr>
            <p:ph type="title" idx="4294967295"/>
          </p:nvPr>
        </p:nvSpPr>
        <p:spPr>
          <a:xfrm>
            <a:off x="1535039" y="307800"/>
            <a:ext cx="7240320" cy="771120"/>
          </a:xfrm>
        </p:spPr>
        <p:txBody>
          <a:bodyPr wrap="square" lIns="91440" tIns="91440" rIns="91440" bIns="9144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>
              <a:buNone/>
            </a:pPr>
            <a:r>
              <a:rPr lang="sk-SK" sz="4000" b="1">
                <a:solidFill>
                  <a:srgbClr val="444444"/>
                </a:solidFill>
              </a:rPr>
              <a:t>The </a:t>
            </a:r>
            <a:r>
              <a:rPr lang="sk-SK" sz="4000" b="1">
                <a:solidFill>
                  <a:srgbClr val="444444"/>
                </a:solidFill>
                <a:latin typeface="Courier New" pitchFamily="18"/>
                <a:cs typeface="Courier New" pitchFamily="2"/>
              </a:rPr>
              <a:t>for</a:t>
            </a:r>
            <a:r>
              <a:rPr lang="sk-SK" sz="4000" b="1">
                <a:solidFill>
                  <a:srgbClr val="444444"/>
                </a:solidFill>
              </a:rPr>
              <a:t> Loop</a:t>
            </a:r>
          </a:p>
        </p:txBody>
      </p:sp>
      <p:sp>
        <p:nvSpPr>
          <p:cNvPr id="3" name="Shape 163"/>
          <p:cNvSpPr/>
          <p:nvPr/>
        </p:nvSpPr>
        <p:spPr>
          <a:xfrm>
            <a:off x="1737359" y="1280159"/>
            <a:ext cx="7016399" cy="49741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1440" tIns="91440" rIns="91440" bIns="9144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000"/>
              <a:buFont typeface="Arial" pitchFamily="32"/>
              <a:buChar char="•"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syntax:</a:t>
            </a: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for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'courier new'" pitchFamily="18"/>
                <a:ea typeface="'courier new'" pitchFamily="2"/>
                <a:cs typeface="'courier new'" pitchFamily="2"/>
              </a:rPr>
              <a:t>VARIABLE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</a:t>
            </a: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in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'courier new'" pitchFamily="18"/>
                <a:ea typeface="'courier new'" pitchFamily="2"/>
                <a:cs typeface="'courier new'" pitchFamily="2"/>
              </a:rPr>
              <a:t>VALUES</a:t>
            </a:r>
            <a:b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</a:b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do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'courier new'" pitchFamily="18"/>
                <a:ea typeface="'courier new'" pitchFamily="2"/>
                <a:cs typeface="'courier new'" pitchFamily="2"/>
              </a:rPr>
              <a:t>    COMMANDS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done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3200" b="1" i="0" u="none" strike="noStrike" kern="1200" spc="0">
              <a:ln>
                <a:noFill/>
              </a:ln>
              <a:solidFill>
                <a:srgbClr val="666666"/>
              </a:solidFill>
              <a:latin typeface="Courier New" pitchFamily="18"/>
              <a:ea typeface="Courier New" pitchFamily="2"/>
              <a:cs typeface="Courier New" pitchFamily="2"/>
            </a:endParaRP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000"/>
              <a:buFont typeface="Arial" pitchFamily="32"/>
              <a:buChar char="•"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values are of type string</a:t>
            </a:r>
          </a:p>
          <a:p>
            <a:pPr marL="0" marR="0" lvl="1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00000"/>
              <a:buFont typeface="Courier New" pitchFamily="49"/>
              <a:buChar char="o"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values are separated with the space char 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000"/>
              <a:buFont typeface="Arial" pitchFamily="32"/>
              <a:buChar char="•"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often used to iterate through list of files in current directory (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*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)</a:t>
            </a:r>
          </a:p>
        </p:txBody>
      </p:sp>
      <p:sp>
        <p:nvSpPr>
          <p:cNvPr id="4" name="Shape 164"/>
          <p:cNvSpPr/>
          <p:nvPr/>
        </p:nvSpPr>
        <p:spPr>
          <a:xfrm>
            <a:off x="0" y="5486399"/>
            <a:ext cx="1142640" cy="13712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blipFill>
            <a:blip r:embed="rId3" r:link="rId4" cstate="print"/>
            <a:stretch>
              <a:fillRect/>
            </a:stretch>
          </a:blipFill>
          <a:ln>
            <a:noFill/>
            <a:prstDash val="solid"/>
          </a:ln>
        </p:spPr>
        <p:txBody>
          <a:bodyPr vert="horz" wrap="square" lIns="90000" tIns="45000" rIns="90000" bIns="4500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1800" b="0" i="0" u="none" strike="noStrike" kern="1200">
              <a:ln>
                <a:noFill/>
              </a:ln>
              <a:latin typeface="Liberation Sans" pitchFamily="18"/>
              <a:ea typeface="DejaVu Sans" pitchFamily="2"/>
              <a:cs typeface="DejaVu Sans" pitchFamily="2"/>
            </a:endParaRPr>
          </a:p>
        </p:txBody>
      </p:sp>
    </p:spTree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e for Loop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69"/>
          <p:cNvSpPr txBox="1">
            <a:spLocks noGrp="1"/>
          </p:cNvSpPr>
          <p:nvPr>
            <p:ph type="title" idx="4294967295"/>
          </p:nvPr>
        </p:nvSpPr>
        <p:spPr>
          <a:xfrm>
            <a:off x="899592" y="307800"/>
            <a:ext cx="7875767" cy="771120"/>
          </a:xfrm>
        </p:spPr>
        <p:txBody>
          <a:bodyPr wrap="square" lIns="91440" tIns="91440" rIns="91440" bIns="9144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>
              <a:buNone/>
            </a:pPr>
            <a:r>
              <a:rPr lang="sk-SK" sz="4000" b="1" err="1">
                <a:solidFill>
                  <a:srgbClr val="444444"/>
                </a:solidFill>
              </a:rPr>
              <a:t>The</a:t>
            </a:r>
            <a:r>
              <a:rPr lang="sk-SK" sz="4000" b="1">
                <a:solidFill>
                  <a:srgbClr val="444444"/>
                </a:solidFill>
              </a:rPr>
              <a:t> </a:t>
            </a:r>
            <a:r>
              <a:rPr lang="sk-SK" sz="4000" b="1" err="1">
                <a:solidFill>
                  <a:srgbClr val="444444"/>
                </a:solidFill>
                <a:latin typeface="Courier New" pitchFamily="18"/>
                <a:cs typeface="Courier New" pitchFamily="2"/>
              </a:rPr>
              <a:t>for</a:t>
            </a:r>
            <a:r>
              <a:rPr lang="sk-SK" sz="4000" b="1">
                <a:solidFill>
                  <a:srgbClr val="444444"/>
                </a:solidFill>
              </a:rPr>
              <a:t> </a:t>
            </a:r>
            <a:r>
              <a:rPr lang="sk-SK" sz="4000" b="1" err="1">
                <a:solidFill>
                  <a:srgbClr val="444444"/>
                </a:solidFill>
              </a:rPr>
              <a:t>Loop</a:t>
            </a:r>
            <a:r>
              <a:rPr lang="sk-SK" sz="4000" b="1">
                <a:solidFill>
                  <a:srgbClr val="444444"/>
                </a:solidFill>
              </a:rPr>
              <a:t> </a:t>
            </a:r>
            <a:r>
              <a:rPr lang="sk-SK" sz="4000" b="1" err="1">
                <a:solidFill>
                  <a:srgbClr val="444444"/>
                </a:solidFill>
              </a:rPr>
              <a:t>Example</a:t>
            </a:r>
            <a:r>
              <a:rPr lang="sk-SK" sz="4000" b="1">
                <a:solidFill>
                  <a:srgbClr val="444444"/>
                </a:solidFill>
              </a:rPr>
              <a:t> pr11-7</a:t>
            </a:r>
          </a:p>
        </p:txBody>
      </p:sp>
      <p:sp>
        <p:nvSpPr>
          <p:cNvPr id="3" name="Shape 170"/>
          <p:cNvSpPr/>
          <p:nvPr/>
        </p:nvSpPr>
        <p:spPr>
          <a:xfrm>
            <a:off x="1737359" y="1340768"/>
            <a:ext cx="7016399" cy="494783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1440" tIns="91440" rIns="91440" bIns="9144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0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COUNTER=0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000" b="1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for</a:t>
            </a:r>
            <a:r>
              <a:rPr lang="sk-SK" sz="30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LINE </a:t>
            </a:r>
            <a:r>
              <a:rPr lang="sk-SK" sz="30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in</a:t>
            </a:r>
            <a:r>
              <a:rPr lang="sk-SK" sz="30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$(</a:t>
            </a:r>
            <a:r>
              <a:rPr lang="sk-SK" sz="30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cat</a:t>
            </a:r>
            <a:r>
              <a:rPr lang="sk-SK" sz="30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/</a:t>
            </a:r>
            <a:r>
              <a:rPr lang="sk-SK" sz="30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etc</a:t>
            </a:r>
            <a:r>
              <a:rPr lang="sk-SK" sz="30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/</a:t>
            </a:r>
            <a:r>
              <a:rPr lang="sk-SK" sz="30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group</a:t>
            </a:r>
            <a:r>
              <a:rPr lang="sk-SK" sz="30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) </a:t>
            </a:r>
            <a:r>
              <a:rPr lang="sk-SK" sz="30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do</a:t>
            </a:r>
            <a:br>
              <a:rPr lang="sk-SK" sz="30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</a:br>
            <a:r>
              <a:rPr lang="sk-SK" sz="30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 RES=$(echo $</a:t>
            </a:r>
            <a:r>
              <a:rPr lang="sk-SK" sz="30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LINE|grep</a:t>
            </a:r>
            <a:r>
              <a:rPr lang="sk-SK" sz="30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</a:t>
            </a:r>
            <a:r>
              <a:rPr lang="sk-SK" sz="3000" b="0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student</a:t>
            </a:r>
            <a:r>
              <a:rPr lang="sk-SK" sz="30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)</a:t>
            </a:r>
            <a:br>
              <a:rPr lang="sk-SK" sz="30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</a:br>
            <a:r>
              <a:rPr lang="sk-SK" sz="30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  </a:t>
            </a:r>
            <a:r>
              <a:rPr lang="sk-SK" sz="3000" b="1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if</a:t>
            </a:r>
            <a:r>
              <a:rPr lang="sk-SK" sz="30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[ "$RES" != "" ]; </a:t>
            </a:r>
            <a:r>
              <a:rPr lang="sk-SK" sz="3000" b="1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then</a:t>
            </a:r>
            <a:r>
              <a:rPr lang="sk-SK" sz="30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 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0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     COUNTER=$((COUNTER+1))</a:t>
            </a:r>
            <a:br>
              <a:rPr lang="sk-SK" sz="30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</a:br>
            <a:r>
              <a:rPr lang="sk-SK" sz="30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  </a:t>
            </a:r>
            <a:r>
              <a:rPr lang="sk-SK" sz="3000" b="1" i="0" u="none" strike="noStrike" kern="1200" spc="0" err="1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fi</a:t>
            </a:r>
            <a:endParaRPr lang="sk-SK" sz="3000" b="1" i="0" u="none" strike="noStrike" kern="1200" spc="0">
              <a:ln>
                <a:noFill/>
              </a:ln>
              <a:solidFill>
                <a:srgbClr val="666666"/>
              </a:solidFill>
              <a:latin typeface="Courier New" pitchFamily="18"/>
              <a:ea typeface="Courier New" pitchFamily="2"/>
              <a:cs typeface="Courier New" pitchFamily="2"/>
            </a:endParaRP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0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done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3000" b="1" i="0" u="none" strike="noStrike" kern="1200" spc="0">
              <a:ln>
                <a:noFill/>
              </a:ln>
              <a:solidFill>
                <a:srgbClr val="666666"/>
              </a:solidFill>
              <a:latin typeface="Courier New" pitchFamily="18"/>
              <a:ea typeface="Courier New" pitchFamily="2"/>
              <a:cs typeface="Courier New" pitchFamily="2"/>
            </a:endParaRP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0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echo $COUNTER</a:t>
            </a:r>
          </a:p>
        </p:txBody>
      </p:sp>
      <p:sp>
        <p:nvSpPr>
          <p:cNvPr id="4" name="Shape 171"/>
          <p:cNvSpPr/>
          <p:nvPr/>
        </p:nvSpPr>
        <p:spPr>
          <a:xfrm>
            <a:off x="0" y="5486399"/>
            <a:ext cx="1142640" cy="13712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blipFill>
            <a:blip r:embed="rId3" r:link="rId4" cstate="print"/>
            <a:stretch>
              <a:fillRect/>
            </a:stretch>
          </a:blipFill>
          <a:ln>
            <a:noFill/>
            <a:prstDash val="solid"/>
          </a:ln>
        </p:spPr>
        <p:txBody>
          <a:bodyPr vert="horz" wrap="square" lIns="90000" tIns="45000" rIns="90000" bIns="4500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1800" b="0" i="0" u="none" strike="noStrike" kern="1200">
              <a:ln>
                <a:noFill/>
              </a:ln>
              <a:latin typeface="Liberation Sans" pitchFamily="18"/>
              <a:ea typeface="DejaVu Sans" pitchFamily="2"/>
              <a:cs typeface="DejaVu Sans" pitchFamily="2"/>
            </a:endParaRPr>
          </a:p>
        </p:txBody>
      </p:sp>
    </p:spTree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sk-SK" sz="3200" err="1"/>
              <a:t>The</a:t>
            </a:r>
            <a:r>
              <a:rPr lang="sk-SK" sz="3200"/>
              <a:t> </a:t>
            </a:r>
            <a:r>
              <a:rPr lang="sk-SK" sz="3200" err="1"/>
              <a:t>for</a:t>
            </a:r>
            <a:r>
              <a:rPr lang="sk-SK" sz="3200"/>
              <a:t> </a:t>
            </a:r>
            <a:r>
              <a:rPr lang="sk-SK" sz="3200" err="1"/>
              <a:t>Loop</a:t>
            </a:r>
            <a:r>
              <a:rPr lang="sk-SK" sz="3200"/>
              <a:t> </a:t>
            </a:r>
            <a:r>
              <a:rPr lang="sk-SK" sz="3200" err="1"/>
              <a:t>Example</a:t>
            </a:r>
            <a:r>
              <a:rPr lang="sk-SK" sz="3200"/>
              <a:t> (</a:t>
            </a:r>
            <a:r>
              <a:rPr lang="sk-SK" sz="3200" err="1"/>
              <a:t>cyklus_for.sh</a:t>
            </a:r>
            <a:r>
              <a:rPr lang="sk-SK" sz="3200"/>
              <a:t>)</a:t>
            </a:r>
          </a:p>
        </p:txBody>
      </p:sp>
      <p:sp>
        <p:nvSpPr>
          <p:cNvPr id="8" name="Zástupný symbol obsahu 7"/>
          <p:cNvSpPr>
            <a:spLocks noGrp="1"/>
          </p:cNvSpPr>
          <p:nvPr>
            <p:ph idx="1"/>
          </p:nvPr>
        </p:nvSpPr>
        <p:spPr/>
        <p:txBody>
          <a:bodyPr lIns="0" tIns="0" rIns="0" bIns="0" anchor="t">
            <a:normAutofit fontScale="85000" lnSpcReduction="20000"/>
          </a:bodyPr>
          <a:lstStyle/>
          <a:p>
            <a:pPr marL="107950" indent="0">
              <a:buNone/>
            </a:pPr>
            <a:r>
              <a:rPr lang="sk-SK" sz="2800" b="1" err="1"/>
              <a:t>for</a:t>
            </a:r>
            <a:r>
              <a:rPr lang="sk-SK" sz="2800" b="1"/>
              <a:t> (( a=1 ; a&lt;10 ; a=a++ )) ;</a:t>
            </a:r>
            <a:endParaRPr lang="en-US"/>
          </a:p>
          <a:p>
            <a:pPr marL="107950" indent="0">
              <a:buNone/>
            </a:pPr>
            <a:r>
              <a:rPr lang="sk-SK" sz="2800" b="1"/>
              <a:t>do</a:t>
            </a:r>
          </a:p>
          <a:p>
            <a:pPr marL="107950" indent="0">
              <a:buNone/>
            </a:pPr>
            <a:r>
              <a:rPr lang="sk-SK" sz="2800" b="1"/>
              <a:t>echo $a x povedane</a:t>
            </a:r>
          </a:p>
          <a:p>
            <a:pPr marL="107950" indent="0">
              <a:buNone/>
            </a:pPr>
            <a:r>
              <a:rPr lang="sk-SK" sz="2800" b="1"/>
              <a:t>Done</a:t>
            </a:r>
          </a:p>
          <a:p>
            <a:pPr marL="431800" indent="-323850"/>
            <a:r>
              <a:rPr lang="sk-SK" sz="2800"/>
              <a:t>Alebo pre súbory</a:t>
            </a:r>
          </a:p>
          <a:p>
            <a:pPr marL="107950" indent="0" fontAlgn="base">
              <a:buNone/>
            </a:pPr>
            <a:r>
              <a:rPr lang="sk-SK" sz="2800" b="1" err="1"/>
              <a:t>for</a:t>
            </a:r>
            <a:r>
              <a:rPr lang="sk-SK" sz="2800" b="1"/>
              <a:t> </a:t>
            </a:r>
            <a:r>
              <a:rPr lang="sk-SK" sz="2800" b="1" err="1"/>
              <a:t>file</a:t>
            </a:r>
            <a:r>
              <a:rPr lang="sk-SK" sz="2800" b="1"/>
              <a:t> in /</a:t>
            </a:r>
            <a:r>
              <a:rPr lang="sk-SK" sz="2800" b="1" err="1"/>
              <a:t>tmp</a:t>
            </a:r>
            <a:r>
              <a:rPr lang="sk-SK" sz="2800" b="1"/>
              <a:t>/* </a:t>
            </a:r>
          </a:p>
          <a:p>
            <a:pPr marL="107950" indent="0" fontAlgn="base">
              <a:buNone/>
            </a:pPr>
            <a:r>
              <a:rPr lang="sk-SK" sz="2800" b="1"/>
              <a:t>do </a:t>
            </a:r>
          </a:p>
          <a:p>
            <a:pPr marL="107950" indent="0" fontAlgn="base">
              <a:buNone/>
            </a:pPr>
            <a:r>
              <a:rPr lang="sk-SK" sz="2800" b="1"/>
              <a:t> echo -e “názov súboru je $</a:t>
            </a:r>
            <a:r>
              <a:rPr lang="sk-SK" sz="2800" b="1" err="1"/>
              <a:t>file</a:t>
            </a:r>
            <a:r>
              <a:rPr lang="sk-SK" sz="2800" b="1"/>
              <a:t>" </a:t>
            </a:r>
          </a:p>
          <a:p>
            <a:pPr marL="107950" indent="0" fontAlgn="base">
              <a:buNone/>
            </a:pPr>
            <a:r>
              <a:rPr lang="sk-SK" sz="2800" b="1"/>
              <a:t>done</a:t>
            </a:r>
          </a:p>
          <a:p>
            <a:pPr marL="431800" indent="-323850"/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781655315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e while Lo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76"/>
          <p:cNvSpPr txBox="1">
            <a:spLocks noGrp="1"/>
          </p:cNvSpPr>
          <p:nvPr>
            <p:ph type="title" idx="4294967295"/>
          </p:nvPr>
        </p:nvSpPr>
        <p:spPr>
          <a:xfrm>
            <a:off x="1535039" y="307800"/>
            <a:ext cx="7240320" cy="771120"/>
          </a:xfrm>
        </p:spPr>
        <p:txBody>
          <a:bodyPr wrap="square" lIns="91440" tIns="91440" rIns="91440" bIns="9144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>
              <a:buNone/>
            </a:pPr>
            <a:r>
              <a:rPr lang="sk-SK" sz="4000" b="1">
                <a:solidFill>
                  <a:srgbClr val="444444"/>
                </a:solidFill>
              </a:rPr>
              <a:t>The </a:t>
            </a:r>
            <a:r>
              <a:rPr lang="sk-SK" sz="4000" b="1">
                <a:solidFill>
                  <a:srgbClr val="444444"/>
                </a:solidFill>
                <a:latin typeface="Courier New" pitchFamily="18"/>
                <a:cs typeface="Courier New" pitchFamily="2"/>
              </a:rPr>
              <a:t>while</a:t>
            </a:r>
            <a:r>
              <a:rPr lang="sk-SK" sz="4000" b="1">
                <a:solidFill>
                  <a:srgbClr val="444444"/>
                </a:solidFill>
              </a:rPr>
              <a:t> Loop</a:t>
            </a:r>
          </a:p>
        </p:txBody>
      </p:sp>
      <p:sp>
        <p:nvSpPr>
          <p:cNvPr id="3" name="Shape 177"/>
          <p:cNvSpPr/>
          <p:nvPr/>
        </p:nvSpPr>
        <p:spPr>
          <a:xfrm>
            <a:off x="1737359" y="1280159"/>
            <a:ext cx="7016399" cy="494783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1440" tIns="91440" rIns="91440" bIns="9144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000"/>
              <a:buFont typeface="Arial" pitchFamily="32"/>
              <a:buChar char="•"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syntax: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while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CONDITION </a:t>
            </a: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do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   COMMANDS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done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3200" b="1" i="0" u="none" strike="noStrike" kern="1200" spc="0">
              <a:ln>
                <a:noFill/>
              </a:ln>
              <a:solidFill>
                <a:srgbClr val="666666"/>
              </a:solidFill>
              <a:latin typeface="Courier New" pitchFamily="18"/>
              <a:ea typeface="Courier New" pitchFamily="2"/>
              <a:cs typeface="Courier New" pitchFamily="2"/>
            </a:endParaRP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ct val="166000"/>
              <a:buFont typeface="Arial" pitchFamily="32"/>
              <a:buChar char="•"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while 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CONDITION 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is </a:t>
            </a: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true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Arial" pitchFamily="18"/>
                <a:ea typeface="Arial" pitchFamily="2"/>
                <a:cs typeface="Arial" pitchFamily="2"/>
              </a:rPr>
              <a:t>, do 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'courier new'" pitchFamily="18"/>
                <a:ea typeface="'courier new'" pitchFamily="2"/>
                <a:cs typeface="'courier new'" pitchFamily="2"/>
              </a:rPr>
              <a:t>COMMANDS</a:t>
            </a:r>
          </a:p>
        </p:txBody>
      </p:sp>
      <p:sp>
        <p:nvSpPr>
          <p:cNvPr id="4" name="Shape 178"/>
          <p:cNvSpPr/>
          <p:nvPr/>
        </p:nvSpPr>
        <p:spPr>
          <a:xfrm>
            <a:off x="0" y="5486399"/>
            <a:ext cx="1142640" cy="13712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blipFill>
            <a:blip r:embed="rId3" r:link="rId4" cstate="print"/>
            <a:stretch>
              <a:fillRect/>
            </a:stretch>
          </a:blipFill>
          <a:ln>
            <a:noFill/>
            <a:prstDash val="solid"/>
          </a:ln>
        </p:spPr>
        <p:txBody>
          <a:bodyPr vert="horz" wrap="square" lIns="90000" tIns="45000" rIns="90000" bIns="4500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1800" b="0" i="0" u="none" strike="noStrike" kern="1200">
              <a:ln>
                <a:noFill/>
              </a:ln>
              <a:latin typeface="Liberation Sans" pitchFamily="18"/>
              <a:ea typeface="DejaVu Sans" pitchFamily="2"/>
              <a:cs typeface="DejaVu Sans" pitchFamily="2"/>
            </a:endParaRPr>
          </a:p>
        </p:txBody>
      </p:sp>
    </p:spTree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e while Loop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83"/>
          <p:cNvSpPr txBox="1">
            <a:spLocks noGrp="1"/>
          </p:cNvSpPr>
          <p:nvPr>
            <p:ph type="title" idx="4294967295"/>
          </p:nvPr>
        </p:nvSpPr>
        <p:spPr>
          <a:xfrm>
            <a:off x="1535039" y="307800"/>
            <a:ext cx="7240320" cy="771120"/>
          </a:xfrm>
        </p:spPr>
        <p:txBody>
          <a:bodyPr wrap="square" lIns="91440" tIns="91440" rIns="91440" bIns="9144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>
              <a:buNone/>
            </a:pPr>
            <a:r>
              <a:rPr lang="sk-SK" sz="4000" b="1">
                <a:solidFill>
                  <a:srgbClr val="444444"/>
                </a:solidFill>
              </a:rPr>
              <a:t>The </a:t>
            </a:r>
            <a:r>
              <a:rPr lang="sk-SK" sz="4000" b="1">
                <a:solidFill>
                  <a:srgbClr val="444444"/>
                </a:solidFill>
                <a:latin typeface="Courier New" pitchFamily="18"/>
                <a:cs typeface="Courier New" pitchFamily="2"/>
              </a:rPr>
              <a:t>while</a:t>
            </a:r>
            <a:r>
              <a:rPr lang="sk-SK" sz="4000" b="1">
                <a:solidFill>
                  <a:srgbClr val="444444"/>
                </a:solidFill>
              </a:rPr>
              <a:t> Loop Example pr11-8</a:t>
            </a:r>
          </a:p>
        </p:txBody>
      </p:sp>
      <p:sp>
        <p:nvSpPr>
          <p:cNvPr id="3" name="Shape 184"/>
          <p:cNvSpPr/>
          <p:nvPr/>
        </p:nvSpPr>
        <p:spPr>
          <a:xfrm>
            <a:off x="1737359" y="1280159"/>
            <a:ext cx="7016399" cy="494783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1440" tIns="91440" rIns="91440" bIns="9144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SECRET="top secret"</a:t>
            </a:r>
            <a:b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</a:br>
            <a:b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</a:b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echo "Enter password"</a:t>
            </a:r>
            <a:b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</a:b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read PASSWORD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while</a:t>
            </a: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 [ "$PASSWORD" != "$SECRET" ]; </a:t>
            </a: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do</a:t>
            </a:r>
            <a:b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</a:b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   echo "Sorry, try again"</a:t>
            </a:r>
            <a:b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</a:br>
            <a:r>
              <a:rPr lang="sk-SK" sz="3200" b="0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   read PASSWORD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sk-SK" sz="3200" b="1" i="0" u="none" strike="noStrike" kern="1200" spc="0">
                <a:ln>
                  <a:noFill/>
                </a:ln>
                <a:solidFill>
                  <a:srgbClr val="666666"/>
                </a:solidFill>
                <a:latin typeface="Courier New" pitchFamily="18"/>
                <a:ea typeface="Courier New" pitchFamily="2"/>
                <a:cs typeface="Courier New" pitchFamily="2"/>
              </a:rPr>
              <a:t>done</a:t>
            </a:r>
          </a:p>
        </p:txBody>
      </p:sp>
      <p:sp>
        <p:nvSpPr>
          <p:cNvPr id="4" name="Shape 185"/>
          <p:cNvSpPr/>
          <p:nvPr/>
        </p:nvSpPr>
        <p:spPr>
          <a:xfrm>
            <a:off x="0" y="5486399"/>
            <a:ext cx="1142640" cy="13712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blipFill>
            <a:blip r:embed="rId3" r:link="rId4" cstate="print"/>
            <a:stretch>
              <a:fillRect/>
            </a:stretch>
          </a:blipFill>
          <a:ln>
            <a:noFill/>
            <a:prstDash val="solid"/>
          </a:ln>
        </p:spPr>
        <p:txBody>
          <a:bodyPr vert="horz" wrap="square" lIns="90000" tIns="45000" rIns="90000" bIns="4500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1800" b="0" i="0" u="none" strike="noStrike" kern="1200">
              <a:ln>
                <a:noFill/>
              </a:ln>
              <a:latin typeface="Liberation Sans" pitchFamily="18"/>
              <a:ea typeface="DejaVu Sans" pitchFamily="2"/>
              <a:cs typeface="DejaVu Sans" pitchFamily="2"/>
            </a:endParaRPr>
          </a:p>
        </p:txBody>
      </p:sp>
    </p:spTree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Questions?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90"/>
          <p:cNvSpPr txBox="1">
            <a:spLocks noGrp="1"/>
          </p:cNvSpPr>
          <p:nvPr>
            <p:ph type="title" idx="4294967295"/>
          </p:nvPr>
        </p:nvSpPr>
        <p:spPr>
          <a:xfrm>
            <a:off x="1554479" y="3291839"/>
            <a:ext cx="7240320" cy="771120"/>
          </a:xfrm>
        </p:spPr>
        <p:txBody>
          <a:bodyPr wrap="square" lIns="91440" tIns="91440" rIns="91440" bIns="91440" anchor="b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 algn="ctr">
              <a:buNone/>
            </a:pPr>
            <a:r>
              <a:rPr lang="sk-SK" sz="4000" b="1">
                <a:solidFill>
                  <a:srgbClr val="444444"/>
                </a:solidFill>
              </a:rPr>
              <a:t>Questions?</a:t>
            </a:r>
          </a:p>
        </p:txBody>
      </p:sp>
      <p:sp>
        <p:nvSpPr>
          <p:cNvPr id="3" name="Shape 191"/>
          <p:cNvSpPr/>
          <p:nvPr/>
        </p:nvSpPr>
        <p:spPr>
          <a:xfrm>
            <a:off x="0" y="5477039"/>
            <a:ext cx="1142640" cy="137124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blipFill>
            <a:blip r:embed="rId3" r:link="rId4" cstate="print"/>
            <a:stretch>
              <a:fillRect/>
            </a:stretch>
          </a:blipFill>
          <a:ln>
            <a:noFill/>
            <a:prstDash val="solid"/>
          </a:ln>
        </p:spPr>
        <p:txBody>
          <a:bodyPr vert="horz" wrap="square" lIns="90000" tIns="45000" rIns="90000" bIns="45000" anchor="t" anchorCtr="0" compatLnSpc="0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sk-SK" sz="1800" b="0" i="0" u="none" strike="noStrike" kern="1200">
              <a:ln>
                <a:noFill/>
              </a:ln>
              <a:latin typeface="Liberation Sans" pitchFamily="18"/>
              <a:ea typeface="DejaVu Sans" pitchFamily="2"/>
              <a:cs typeface="DejaVu Sans" pitchFamily="2"/>
            </a:endParaRPr>
          </a:p>
        </p:txBody>
      </p:sp>
    </p:spTree>
  </p:cSld>
  <p:clrMapOvr>
    <a:masterClrMapping/>
  </p:clrMapOvr>
  <p:transition/>
</p:sld>
</file>

<file path=ppt/theme/theme1.xml><?xml version="1.0" encoding="utf-8"?>
<a:theme xmlns:a="http://schemas.openxmlformats.org/drawingml/2006/main" name="Východzi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tív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Motív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1270</Words>
  <Application>Microsoft Macintosh PowerPoint</Application>
  <PresentationFormat>Prezentácia na obrazovke (4:3)</PresentationFormat>
  <Paragraphs>191</Paragraphs>
  <Slides>25</Slides>
  <Notes>23</Notes>
  <HiddenSlides>0</HiddenSlides>
  <MMClips>0</MMClips>
  <ScaleCrop>false</ScaleCrop>
  <HeadingPairs>
    <vt:vector size="6" baseType="variant">
      <vt:variant>
        <vt:lpstr>Použité písma</vt:lpstr>
      </vt:variant>
      <vt:variant>
        <vt:i4>9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25</vt:i4>
      </vt:variant>
    </vt:vector>
  </HeadingPairs>
  <TitlesOfParts>
    <vt:vector size="35" baseType="lpstr">
      <vt:lpstr>'courier new'</vt:lpstr>
      <vt:lpstr>arial</vt:lpstr>
      <vt:lpstr>arial</vt:lpstr>
      <vt:lpstr>Calibri</vt:lpstr>
      <vt:lpstr>Courier New</vt:lpstr>
      <vt:lpstr>Liberation Sans</vt:lpstr>
      <vt:lpstr>Liberation Serif</vt:lpstr>
      <vt:lpstr>Menlo</vt:lpstr>
      <vt:lpstr>StarSymbol</vt:lpstr>
      <vt:lpstr>Východzie</vt:lpstr>
      <vt:lpstr>Introduction to Shell Scripting sorce code at github git clone https://github.com/jb23lm87/UNIX-LC-priklady.git</vt:lpstr>
      <vt:lpstr>Shell Scripting</vt:lpstr>
      <vt:lpstr>Example Shell Script pr11-1</vt:lpstr>
      <vt:lpstr>Positional Parameters I. pr11-2</vt:lpstr>
      <vt:lpstr>Positional Parameters II.</vt:lpstr>
      <vt:lpstr>Positional Parameters Example pr11-3</vt:lpstr>
      <vt:lpstr>Input &amp; Output I.</vt:lpstr>
      <vt:lpstr>Input &amp; Output II.</vt:lpstr>
      <vt:lpstr>Input &amp; Output III. pr11-4</vt:lpstr>
      <vt:lpstr>Doing Math</vt:lpstr>
      <vt:lpstr>Doing Advanced Math</vt:lpstr>
      <vt:lpstr>Doing Advanced Math</vt:lpstr>
      <vt:lpstr>Comparisons with test I. testy.sh</vt:lpstr>
      <vt:lpstr>Comparisons with test II.</vt:lpstr>
      <vt:lpstr>Comparisons with test III.</vt:lpstr>
      <vt:lpstr>Conditional Statements Example pr11-5.sh</vt:lpstr>
      <vt:lpstr>Conditional Statements</vt:lpstr>
      <vt:lpstr>Flow Control: case</vt:lpstr>
      <vt:lpstr>Flow Control: case Example pr11-6</vt:lpstr>
      <vt:lpstr>The for Loop</vt:lpstr>
      <vt:lpstr>The for Loop Example pr11-7</vt:lpstr>
      <vt:lpstr>The for Loop Example (cyklus_for.sh)</vt:lpstr>
      <vt:lpstr>The while Loop</vt:lpstr>
      <vt:lpstr>The while Loop Example pr11-8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Shell Scripting</dc:title>
  <dc:creator>Julius Barath</dc:creator>
  <cp:lastModifiedBy>Július Baráth</cp:lastModifiedBy>
  <cp:revision>24</cp:revision>
  <dcterms:modified xsi:type="dcterms:W3CDTF">2025-10-28T10:47:06Z</dcterms:modified>
</cp:coreProperties>
</file>