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handoutMasterIdLst>
    <p:handoutMasterId r:id="rId32"/>
  </p:handoutMasterIdLst>
  <p:sldIdLst>
    <p:sldId id="256" r:id="rId2"/>
    <p:sldId id="293" r:id="rId3"/>
    <p:sldId id="269" r:id="rId4"/>
    <p:sldId id="268" r:id="rId5"/>
    <p:sldId id="274" r:id="rId6"/>
    <p:sldId id="276" r:id="rId7"/>
    <p:sldId id="277" r:id="rId8"/>
    <p:sldId id="278" r:id="rId9"/>
    <p:sldId id="294" r:id="rId10"/>
    <p:sldId id="261" r:id="rId11"/>
    <p:sldId id="258" r:id="rId12"/>
    <p:sldId id="270" r:id="rId13"/>
    <p:sldId id="257" r:id="rId14"/>
    <p:sldId id="260" r:id="rId15"/>
    <p:sldId id="263" r:id="rId16"/>
    <p:sldId id="262" r:id="rId17"/>
    <p:sldId id="291" r:id="rId18"/>
    <p:sldId id="292" r:id="rId19"/>
    <p:sldId id="267" r:id="rId20"/>
    <p:sldId id="264" r:id="rId21"/>
    <p:sldId id="265" r:id="rId22"/>
    <p:sldId id="296" r:id="rId23"/>
    <p:sldId id="266" r:id="rId24"/>
    <p:sldId id="297" r:id="rId25"/>
    <p:sldId id="280" r:id="rId26"/>
    <p:sldId id="290" r:id="rId27"/>
    <p:sldId id="298" r:id="rId28"/>
    <p:sldId id="283" r:id="rId29"/>
    <p:sldId id="295" r:id="rId30"/>
  </p:sldIdLst>
  <p:sldSz cx="9144000" cy="6858000" type="screen4x3"/>
  <p:notesSz cx="7010400" cy="92964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190E470-2A0A-3FD4-8E3B-F87052233385}" v="103" dt="2026-03-09T20:34:33.7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8929" autoAdjust="0"/>
    <p:restoredTop sz="96327" autoAdjust="0"/>
  </p:normalViewPr>
  <p:slideViewPr>
    <p:cSldViewPr>
      <p:cViewPr varScale="1">
        <p:scale>
          <a:sx n="149" d="100"/>
          <a:sy n="149" d="100"/>
        </p:scale>
        <p:origin x="184" y="5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00" d="100"/>
        <a:sy n="100" d="100"/>
      </p:scale>
      <p:origin x="0" y="-9024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ráth, Július" userId="S::julius.barath@aos.sk::aebde9b9-dccc-4475-a9ac-c05e78323d7a" providerId="AD" clId="Web-{C190E470-2A0A-3FD4-8E3B-F87052233385}"/>
    <pc:docChg chg="addSld delSld modSld">
      <pc:chgData name="Baráth, Július" userId="S::julius.barath@aos.sk::aebde9b9-dccc-4475-a9ac-c05e78323d7a" providerId="AD" clId="Web-{C190E470-2A0A-3FD4-8E3B-F87052233385}" dt="2026-03-09T20:34:33.753" v="101" actId="20577"/>
      <pc:docMkLst>
        <pc:docMk/>
      </pc:docMkLst>
      <pc:sldChg chg="modSp del">
        <pc:chgData name="Baráth, Július" userId="S::julius.barath@aos.sk::aebde9b9-dccc-4475-a9ac-c05e78323d7a" providerId="AD" clId="Web-{C190E470-2A0A-3FD4-8E3B-F87052233385}" dt="2026-03-09T20:30:49.859" v="68"/>
        <pc:sldMkLst>
          <pc:docMk/>
          <pc:sldMk cId="2729825022" sldId="282"/>
        </pc:sldMkLst>
        <pc:spChg chg="mod">
          <ac:chgData name="Baráth, Július" userId="S::julius.barath@aos.sk::aebde9b9-dccc-4475-a9ac-c05e78323d7a" providerId="AD" clId="Web-{C190E470-2A0A-3FD4-8E3B-F87052233385}" dt="2026-03-09T20:28:44.871" v="49" actId="20577"/>
          <ac:spMkLst>
            <pc:docMk/>
            <pc:sldMk cId="2729825022" sldId="282"/>
            <ac:spMk id="3" creationId="{1ADE8C94-E53B-4163-8463-F81119DCD320}"/>
          </ac:spMkLst>
        </pc:spChg>
      </pc:sldChg>
      <pc:sldChg chg="modSp">
        <pc:chgData name="Baráth, Július" userId="S::julius.barath@aos.sk::aebde9b9-dccc-4475-a9ac-c05e78323d7a" providerId="AD" clId="Web-{C190E470-2A0A-3FD4-8E3B-F87052233385}" dt="2026-03-09T20:30:40.843" v="67"/>
        <pc:sldMkLst>
          <pc:docMk/>
          <pc:sldMk cId="3212361736" sldId="283"/>
        </pc:sldMkLst>
        <pc:spChg chg="mod">
          <ac:chgData name="Baráth, Július" userId="S::julius.barath@aos.sk::aebde9b9-dccc-4475-a9ac-c05e78323d7a" providerId="AD" clId="Web-{C190E470-2A0A-3FD4-8E3B-F87052233385}" dt="2026-03-09T20:30:40.843" v="67"/>
          <ac:spMkLst>
            <pc:docMk/>
            <pc:sldMk cId="3212361736" sldId="283"/>
            <ac:spMk id="15363" creationId="{15FDB7C8-7887-4E4F-840A-F4EA7FB3E3F8}"/>
          </ac:spMkLst>
        </pc:spChg>
      </pc:sldChg>
      <pc:sldChg chg="del">
        <pc:chgData name="Baráth, Július" userId="S::julius.barath@aos.sk::aebde9b9-dccc-4475-a9ac-c05e78323d7a" providerId="AD" clId="Web-{C190E470-2A0A-3FD4-8E3B-F87052233385}" dt="2026-03-09T20:28:32.512" v="48"/>
        <pc:sldMkLst>
          <pc:docMk/>
          <pc:sldMk cId="1279346080" sldId="285"/>
        </pc:sldMkLst>
      </pc:sldChg>
      <pc:sldChg chg="modSp">
        <pc:chgData name="Baráth, Július" userId="S::julius.barath@aos.sk::aebde9b9-dccc-4475-a9ac-c05e78323d7a" providerId="AD" clId="Web-{C190E470-2A0A-3FD4-8E3B-F87052233385}" dt="2026-03-09T20:20:26.025" v="3" actId="20577"/>
        <pc:sldMkLst>
          <pc:docMk/>
          <pc:sldMk cId="0" sldId="290"/>
        </pc:sldMkLst>
        <pc:spChg chg="mod">
          <ac:chgData name="Baráth, Július" userId="S::julius.barath@aos.sk::aebde9b9-dccc-4475-a9ac-c05e78323d7a" providerId="AD" clId="Web-{C190E470-2A0A-3FD4-8E3B-F87052233385}" dt="2026-03-09T20:20:26.025" v="3" actId="20577"/>
          <ac:spMkLst>
            <pc:docMk/>
            <pc:sldMk cId="0" sldId="290"/>
            <ac:spMk id="35843" creationId="{B0854728-2C19-4EAB-BB97-4DB204DA8499}"/>
          </ac:spMkLst>
        </pc:spChg>
      </pc:sldChg>
      <pc:sldChg chg="modSp">
        <pc:chgData name="Baráth, Július" userId="S::julius.barath@aos.sk::aebde9b9-dccc-4475-a9ac-c05e78323d7a" providerId="AD" clId="Web-{C190E470-2A0A-3FD4-8E3B-F87052233385}" dt="2026-03-09T20:34:33.753" v="101" actId="20577"/>
        <pc:sldMkLst>
          <pc:docMk/>
          <pc:sldMk cId="0" sldId="295"/>
        </pc:sldMkLst>
        <pc:spChg chg="mod">
          <ac:chgData name="Baráth, Július" userId="S::julius.barath@aos.sk::aebde9b9-dccc-4475-a9ac-c05e78323d7a" providerId="AD" clId="Web-{C190E470-2A0A-3FD4-8E3B-F87052233385}" dt="2026-03-09T20:34:33.753" v="101" actId="20577"/>
          <ac:spMkLst>
            <pc:docMk/>
            <pc:sldMk cId="0" sldId="295"/>
            <ac:spMk id="36867" creationId="{7CA9632D-1167-4A0C-9D27-299AB24DA8D9}"/>
          </ac:spMkLst>
        </pc:spChg>
      </pc:sldChg>
      <pc:sldChg chg="modSp add replId">
        <pc:chgData name="Baráth, Július" userId="S::julius.barath@aos.sk::aebde9b9-dccc-4475-a9ac-c05e78323d7a" providerId="AD" clId="Web-{C190E470-2A0A-3FD4-8E3B-F87052233385}" dt="2026-03-09T20:26:11.180" v="42" actId="20577"/>
        <pc:sldMkLst>
          <pc:docMk/>
          <pc:sldMk cId="1805215993" sldId="298"/>
        </pc:sldMkLst>
        <pc:spChg chg="mod">
          <ac:chgData name="Baráth, Július" userId="S::julius.barath@aos.sk::aebde9b9-dccc-4475-a9ac-c05e78323d7a" providerId="AD" clId="Web-{C190E470-2A0A-3FD4-8E3B-F87052233385}" dt="2026-03-09T20:26:11.180" v="42" actId="20577"/>
          <ac:spMkLst>
            <pc:docMk/>
            <pc:sldMk cId="1805215993" sldId="298"/>
            <ac:spMk id="35843" creationId="{EB23DA19-3C31-A773-4D15-234A85EC674C}"/>
          </ac:spMkLst>
        </pc:spChg>
      </pc:sldChg>
    </pc:docChg>
  </pc:docChgLst>
  <pc:docChgLst>
    <pc:chgData name="Baráth, Július" userId="aebde9b9-dccc-4475-a9ac-c05e78323d7a" providerId="ADAL" clId="{4A0811C8-ED2F-505E-B787-C8270CED5046}"/>
    <pc:docChg chg="modSld">
      <pc:chgData name="Baráth, Július" userId="aebde9b9-dccc-4475-a9ac-c05e78323d7a" providerId="ADAL" clId="{4A0811C8-ED2F-505E-B787-C8270CED5046}" dt="2026-03-06T12:00:47.649" v="19" actId="113"/>
      <pc:docMkLst>
        <pc:docMk/>
      </pc:docMkLst>
      <pc:sldChg chg="modSp mod">
        <pc:chgData name="Baráth, Július" userId="aebde9b9-dccc-4475-a9ac-c05e78323d7a" providerId="ADAL" clId="{4A0811C8-ED2F-505E-B787-C8270CED5046}" dt="2026-03-06T12:00:47.649" v="19" actId="113"/>
        <pc:sldMkLst>
          <pc:docMk/>
          <pc:sldMk cId="0" sldId="269"/>
        </pc:sldMkLst>
        <pc:spChg chg="mod">
          <ac:chgData name="Baráth, Július" userId="aebde9b9-dccc-4475-a9ac-c05e78323d7a" providerId="ADAL" clId="{4A0811C8-ED2F-505E-B787-C8270CED5046}" dt="2026-03-06T12:00:47.649" v="19" actId="113"/>
          <ac:spMkLst>
            <pc:docMk/>
            <pc:sldMk cId="0" sldId="269"/>
            <ac:spMk id="8195" creationId="{98A75C92-C73C-4D07-8942-BFF36F7CA576}"/>
          </ac:spMkLst>
        </pc:spChg>
      </pc:sldChg>
    </pc:docChg>
  </pc:docChgLst>
  <pc:docChgLst>
    <pc:chgData name="Baráth, Július" userId="S::julius.barath@aos.sk::aebde9b9-dccc-4475-a9ac-c05e78323d7a" providerId="AD" clId="Web-{1E715230-2C55-6AF0-E29A-390918D4ABC6}"/>
    <pc:docChg chg="addSld delSld modSld sldOrd">
      <pc:chgData name="Baráth, Július" userId="S::julius.barath@aos.sk::aebde9b9-dccc-4475-a9ac-c05e78323d7a" providerId="AD" clId="Web-{1E715230-2C55-6AF0-E29A-390918D4ABC6}" dt="2026-03-07T10:50:57.628" v="585"/>
      <pc:docMkLst>
        <pc:docMk/>
      </pc:docMkLst>
      <pc:sldChg chg="modSp">
        <pc:chgData name="Baráth, Július" userId="S::julius.barath@aos.sk::aebde9b9-dccc-4475-a9ac-c05e78323d7a" providerId="AD" clId="Web-{1E715230-2C55-6AF0-E29A-390918D4ABC6}" dt="2026-03-07T09:17:15.086" v="0" actId="20577"/>
        <pc:sldMkLst>
          <pc:docMk/>
          <pc:sldMk cId="0" sldId="256"/>
        </pc:sldMkLst>
        <pc:spChg chg="mod">
          <ac:chgData name="Baráth, Július" userId="S::julius.barath@aos.sk::aebde9b9-dccc-4475-a9ac-c05e78323d7a" providerId="AD" clId="Web-{1E715230-2C55-6AF0-E29A-390918D4ABC6}" dt="2026-03-07T09:17:15.086" v="0" actId="20577"/>
          <ac:spMkLst>
            <pc:docMk/>
            <pc:sldMk cId="0" sldId="256"/>
            <ac:spMk id="4098" creationId="{B82414CC-9F59-4477-A221-A8C7F5D7467C}"/>
          </ac:spMkLst>
        </pc:spChg>
      </pc:sldChg>
      <pc:sldChg chg="modSp">
        <pc:chgData name="Baráth, Július" userId="S::julius.barath@aos.sk::aebde9b9-dccc-4475-a9ac-c05e78323d7a" providerId="AD" clId="Web-{1E715230-2C55-6AF0-E29A-390918D4ABC6}" dt="2026-03-07T09:26:11.149" v="64" actId="20577"/>
        <pc:sldMkLst>
          <pc:docMk/>
          <pc:sldMk cId="0" sldId="257"/>
        </pc:sldMkLst>
        <pc:spChg chg="mod">
          <ac:chgData name="Baráth, Július" userId="S::julius.barath@aos.sk::aebde9b9-dccc-4475-a9ac-c05e78323d7a" providerId="AD" clId="Web-{1E715230-2C55-6AF0-E29A-390918D4ABC6}" dt="2026-03-07T09:26:11.149" v="64" actId="20577"/>
          <ac:spMkLst>
            <pc:docMk/>
            <pc:sldMk cId="0" sldId="257"/>
            <ac:spMk id="22530" creationId="{32118DB1-4F51-44DC-841C-D6F57E3FAB5B}"/>
          </ac:spMkLst>
        </pc:spChg>
      </pc:sldChg>
      <pc:sldChg chg="ord">
        <pc:chgData name="Baráth, Július" userId="S::julius.barath@aos.sk::aebde9b9-dccc-4475-a9ac-c05e78323d7a" providerId="AD" clId="Web-{1E715230-2C55-6AF0-E29A-390918D4ABC6}" dt="2026-03-07T10:50:57.628" v="585"/>
        <pc:sldMkLst>
          <pc:docMk/>
          <pc:sldMk cId="0" sldId="261"/>
        </pc:sldMkLst>
      </pc:sldChg>
      <pc:sldChg chg="addSp modSp">
        <pc:chgData name="Baráth, Július" userId="S::julius.barath@aos.sk::aebde9b9-dccc-4475-a9ac-c05e78323d7a" providerId="AD" clId="Web-{1E715230-2C55-6AF0-E29A-390918D4ABC6}" dt="2026-03-07T09:53:37.519" v="173" actId="20577"/>
        <pc:sldMkLst>
          <pc:docMk/>
          <pc:sldMk cId="0" sldId="264"/>
        </pc:sldMkLst>
        <pc:spChg chg="add mod">
          <ac:chgData name="Baráth, Július" userId="S::julius.barath@aos.sk::aebde9b9-dccc-4475-a9ac-c05e78323d7a" providerId="AD" clId="Web-{1E715230-2C55-6AF0-E29A-390918D4ABC6}" dt="2026-03-07T09:53:37.519" v="173" actId="20577"/>
          <ac:spMkLst>
            <pc:docMk/>
            <pc:sldMk cId="0" sldId="264"/>
            <ac:spMk id="2" creationId="{B1FCB07E-3F55-BB70-B41D-F4DBCA516523}"/>
          </ac:spMkLst>
        </pc:spChg>
      </pc:sldChg>
      <pc:sldChg chg="modSp">
        <pc:chgData name="Baráth, Július" userId="S::julius.barath@aos.sk::aebde9b9-dccc-4475-a9ac-c05e78323d7a" providerId="AD" clId="Web-{1E715230-2C55-6AF0-E29A-390918D4ABC6}" dt="2026-03-07T10:44:46.378" v="575"/>
        <pc:sldMkLst>
          <pc:docMk/>
          <pc:sldMk cId="0" sldId="266"/>
        </pc:sldMkLst>
        <pc:graphicFrameChg chg="mod modGraphic">
          <ac:chgData name="Baráth, Július" userId="S::julius.barath@aos.sk::aebde9b9-dccc-4475-a9ac-c05e78323d7a" providerId="AD" clId="Web-{1E715230-2C55-6AF0-E29A-390918D4ABC6}" dt="2026-03-07T10:44:46.378" v="575"/>
          <ac:graphicFrameMkLst>
            <pc:docMk/>
            <pc:sldMk cId="0" sldId="266"/>
            <ac:graphicFrameMk id="15363" creationId="{5F309344-A6FD-466A-9483-A9C74DBCEF3E}"/>
          </ac:graphicFrameMkLst>
        </pc:graphicFrameChg>
      </pc:sldChg>
      <pc:sldChg chg="modSp">
        <pc:chgData name="Baráth, Július" userId="S::julius.barath@aos.sk::aebde9b9-dccc-4475-a9ac-c05e78323d7a" providerId="AD" clId="Web-{1E715230-2C55-6AF0-E29A-390918D4ABC6}" dt="2026-03-07T09:31:16.493" v="95"/>
        <pc:sldMkLst>
          <pc:docMk/>
          <pc:sldMk cId="0" sldId="267"/>
        </pc:sldMkLst>
        <pc:spChg chg="mod">
          <ac:chgData name="Baráth, Július" userId="S::julius.barath@aos.sk::aebde9b9-dccc-4475-a9ac-c05e78323d7a" providerId="AD" clId="Web-{1E715230-2C55-6AF0-E29A-390918D4ABC6}" dt="2026-03-07T09:31:06.664" v="91" actId="20577"/>
          <ac:spMkLst>
            <pc:docMk/>
            <pc:sldMk cId="0" sldId="267"/>
            <ac:spMk id="2" creationId="{CDC35E62-FA66-7656-3909-EC3EE4BC1C86}"/>
          </ac:spMkLst>
        </pc:spChg>
        <pc:graphicFrameChg chg="mod modGraphic">
          <ac:chgData name="Baráth, Július" userId="S::julius.barath@aos.sk::aebde9b9-dccc-4475-a9ac-c05e78323d7a" providerId="AD" clId="Web-{1E715230-2C55-6AF0-E29A-390918D4ABC6}" dt="2026-03-07T09:31:16.493" v="95"/>
          <ac:graphicFrameMkLst>
            <pc:docMk/>
            <pc:sldMk cId="0" sldId="267"/>
            <ac:graphicFrameMk id="16415" creationId="{22E86009-E85E-4D6E-A8D5-EF498A0870B7}"/>
          </ac:graphicFrameMkLst>
        </pc:graphicFrameChg>
      </pc:sldChg>
      <pc:sldChg chg="modSp">
        <pc:chgData name="Baráth, Július" userId="S::julius.barath@aos.sk::aebde9b9-dccc-4475-a9ac-c05e78323d7a" providerId="AD" clId="Web-{1E715230-2C55-6AF0-E29A-390918D4ABC6}" dt="2026-03-07T09:22:48.129" v="51" actId="20577"/>
        <pc:sldMkLst>
          <pc:docMk/>
          <pc:sldMk cId="0" sldId="269"/>
        </pc:sldMkLst>
        <pc:spChg chg="mod">
          <ac:chgData name="Baráth, Július" userId="S::julius.barath@aos.sk::aebde9b9-dccc-4475-a9ac-c05e78323d7a" providerId="AD" clId="Web-{1E715230-2C55-6AF0-E29A-390918D4ABC6}" dt="2026-03-07T09:18:07.323" v="1" actId="20577"/>
          <ac:spMkLst>
            <pc:docMk/>
            <pc:sldMk cId="0" sldId="269"/>
            <ac:spMk id="8194" creationId="{C72C7D7D-0C6E-4797-9BC9-FF0E069DA438}"/>
          </ac:spMkLst>
        </pc:spChg>
        <pc:spChg chg="mod">
          <ac:chgData name="Baráth, Július" userId="S::julius.barath@aos.sk::aebde9b9-dccc-4475-a9ac-c05e78323d7a" providerId="AD" clId="Web-{1E715230-2C55-6AF0-E29A-390918D4ABC6}" dt="2026-03-07T09:22:48.129" v="51" actId="20577"/>
          <ac:spMkLst>
            <pc:docMk/>
            <pc:sldMk cId="0" sldId="269"/>
            <ac:spMk id="8195" creationId="{98A75C92-C73C-4D07-8942-BFF36F7CA576}"/>
          </ac:spMkLst>
        </pc:spChg>
      </pc:sldChg>
      <pc:sldChg chg="modSp">
        <pc:chgData name="Baráth, Július" userId="S::julius.barath@aos.sk::aebde9b9-dccc-4475-a9ac-c05e78323d7a" providerId="AD" clId="Web-{1E715230-2C55-6AF0-E29A-390918D4ABC6}" dt="2026-03-07T09:25:51.680" v="61" actId="20577"/>
        <pc:sldMkLst>
          <pc:docMk/>
          <pc:sldMk cId="0" sldId="270"/>
        </pc:sldMkLst>
        <pc:spChg chg="mod">
          <ac:chgData name="Baráth, Július" userId="S::julius.barath@aos.sk::aebde9b9-dccc-4475-a9ac-c05e78323d7a" providerId="AD" clId="Web-{1E715230-2C55-6AF0-E29A-390918D4ABC6}" dt="2026-03-07T09:25:41.336" v="60" actId="20577"/>
          <ac:spMkLst>
            <pc:docMk/>
            <pc:sldMk cId="0" sldId="270"/>
            <ac:spMk id="21506" creationId="{0BB664CE-344C-4944-9E40-A414E618CA8B}"/>
          </ac:spMkLst>
        </pc:spChg>
        <pc:spChg chg="mod">
          <ac:chgData name="Baráth, Július" userId="S::julius.barath@aos.sk::aebde9b9-dccc-4475-a9ac-c05e78323d7a" providerId="AD" clId="Web-{1E715230-2C55-6AF0-E29A-390918D4ABC6}" dt="2026-03-07T09:25:51.680" v="61" actId="20577"/>
          <ac:spMkLst>
            <pc:docMk/>
            <pc:sldMk cId="0" sldId="270"/>
            <ac:spMk id="21507" creationId="{0A592D96-181C-4090-8F45-322B70029C0B}"/>
          </ac:spMkLst>
        </pc:spChg>
      </pc:sldChg>
      <pc:sldChg chg="modSp">
        <pc:chgData name="Baráth, Július" userId="S::julius.barath@aos.sk::aebde9b9-dccc-4475-a9ac-c05e78323d7a" providerId="AD" clId="Web-{1E715230-2C55-6AF0-E29A-390918D4ABC6}" dt="2026-03-07T10:46:47.669" v="580" actId="20577"/>
        <pc:sldMkLst>
          <pc:docMk/>
          <pc:sldMk cId="0" sldId="274"/>
        </pc:sldMkLst>
        <pc:spChg chg="mod">
          <ac:chgData name="Baráth, Július" userId="S::julius.barath@aos.sk::aebde9b9-dccc-4475-a9ac-c05e78323d7a" providerId="AD" clId="Web-{1E715230-2C55-6AF0-E29A-390918D4ABC6}" dt="2026-03-07T10:46:47.669" v="580" actId="20577"/>
          <ac:spMkLst>
            <pc:docMk/>
            <pc:sldMk cId="0" sldId="274"/>
            <ac:spMk id="11266" creationId="{22B2381D-EE5B-4855-A437-7353A2692FD3}"/>
          </ac:spMkLst>
        </pc:spChg>
      </pc:sldChg>
      <pc:sldChg chg="delSp modSp">
        <pc:chgData name="Baráth, Július" userId="S::julius.barath@aos.sk::aebde9b9-dccc-4475-a9ac-c05e78323d7a" providerId="AD" clId="Web-{1E715230-2C55-6AF0-E29A-390918D4ABC6}" dt="2026-03-07T09:23:32.365" v="52"/>
        <pc:sldMkLst>
          <pc:docMk/>
          <pc:sldMk cId="0" sldId="276"/>
        </pc:sldMkLst>
      </pc:sldChg>
      <pc:sldChg chg="delSp modSp">
        <pc:chgData name="Baráth, Július" userId="S::julius.barath@aos.sk::aebde9b9-dccc-4475-a9ac-c05e78323d7a" providerId="AD" clId="Web-{1E715230-2C55-6AF0-E29A-390918D4ABC6}" dt="2026-03-07T10:03:34.954" v="188"/>
        <pc:sldMkLst>
          <pc:docMk/>
          <pc:sldMk cId="0" sldId="280"/>
        </pc:sldMkLst>
        <pc:spChg chg="mod">
          <ac:chgData name="Baráth, Július" userId="S::julius.barath@aos.sk::aebde9b9-dccc-4475-a9ac-c05e78323d7a" providerId="AD" clId="Web-{1E715230-2C55-6AF0-E29A-390918D4ABC6}" dt="2026-03-07T10:03:03.626" v="187" actId="14100"/>
          <ac:spMkLst>
            <pc:docMk/>
            <pc:sldMk cId="0" sldId="280"/>
            <ac:spMk id="34819" creationId="{8234723D-B56A-4AD0-ADE9-EB9FA903878C}"/>
          </ac:spMkLst>
        </pc:spChg>
      </pc:sldChg>
      <pc:sldChg chg="modSp">
        <pc:chgData name="Baráth, Július" userId="S::julius.barath@aos.sk::aebde9b9-dccc-4475-a9ac-c05e78323d7a" providerId="AD" clId="Web-{1E715230-2C55-6AF0-E29A-390918D4ABC6}" dt="2026-03-07T10:24:26.432" v="372" actId="1076"/>
        <pc:sldMkLst>
          <pc:docMk/>
          <pc:sldMk cId="0" sldId="290"/>
        </pc:sldMkLst>
        <pc:spChg chg="mod">
          <ac:chgData name="Baráth, Július" userId="S::julius.barath@aos.sk::aebde9b9-dccc-4475-a9ac-c05e78323d7a" providerId="AD" clId="Web-{1E715230-2C55-6AF0-E29A-390918D4ABC6}" dt="2026-03-07T10:24:26.432" v="372" actId="1076"/>
          <ac:spMkLst>
            <pc:docMk/>
            <pc:sldMk cId="0" sldId="290"/>
            <ac:spMk id="35842" creationId="{F51E0F34-60B3-49F3-A290-BC1C4BE9F355}"/>
          </ac:spMkLst>
        </pc:spChg>
        <pc:spChg chg="mod">
          <ac:chgData name="Baráth, Július" userId="S::julius.barath@aos.sk::aebde9b9-dccc-4475-a9ac-c05e78323d7a" providerId="AD" clId="Web-{1E715230-2C55-6AF0-E29A-390918D4ABC6}" dt="2026-03-07T10:24:23.603" v="371" actId="14100"/>
          <ac:spMkLst>
            <pc:docMk/>
            <pc:sldMk cId="0" sldId="290"/>
            <ac:spMk id="35843" creationId="{B0854728-2C19-4EAB-BB97-4DB204DA8499}"/>
          </ac:spMkLst>
        </pc:spChg>
      </pc:sldChg>
      <pc:sldChg chg="modSp">
        <pc:chgData name="Baráth, Július" userId="S::julius.barath@aos.sk::aebde9b9-dccc-4475-a9ac-c05e78323d7a" providerId="AD" clId="Web-{1E715230-2C55-6AF0-E29A-390918D4ABC6}" dt="2026-03-07T10:47:10.748" v="583" actId="20577"/>
        <pc:sldMkLst>
          <pc:docMk/>
          <pc:sldMk cId="0" sldId="294"/>
        </pc:sldMkLst>
        <pc:spChg chg="mod">
          <ac:chgData name="Baráth, Július" userId="S::julius.barath@aos.sk::aebde9b9-dccc-4475-a9ac-c05e78323d7a" providerId="AD" clId="Web-{1E715230-2C55-6AF0-E29A-390918D4ABC6}" dt="2026-03-07T10:47:10.748" v="583" actId="20577"/>
          <ac:spMkLst>
            <pc:docMk/>
            <pc:sldMk cId="0" sldId="294"/>
            <ac:spMk id="18434" creationId="{2DA0F755-5088-4D7B-809A-959596252F72}"/>
          </ac:spMkLst>
        </pc:spChg>
        <pc:spChg chg="mod">
          <ac:chgData name="Baráth, Július" userId="S::julius.barath@aos.sk::aebde9b9-dccc-4475-a9ac-c05e78323d7a" providerId="AD" clId="Web-{1E715230-2C55-6AF0-E29A-390918D4ABC6}" dt="2026-03-07T09:25:22.898" v="59" actId="20577"/>
          <ac:spMkLst>
            <pc:docMk/>
            <pc:sldMk cId="0" sldId="294"/>
            <ac:spMk id="18435" creationId="{D26642D8-AE63-44B1-A0FE-18D1576C3CFE}"/>
          </ac:spMkLst>
        </pc:spChg>
      </pc:sldChg>
      <pc:sldChg chg="modSp">
        <pc:chgData name="Baráth, Július" userId="S::julius.barath@aos.sk::aebde9b9-dccc-4475-a9ac-c05e78323d7a" providerId="AD" clId="Web-{1E715230-2C55-6AF0-E29A-390918D4ABC6}" dt="2026-03-07T10:16:55.594" v="298" actId="20577"/>
        <pc:sldMkLst>
          <pc:docMk/>
          <pc:sldMk cId="0" sldId="295"/>
        </pc:sldMkLst>
        <pc:spChg chg="mod">
          <ac:chgData name="Baráth, Július" userId="S::julius.barath@aos.sk::aebde9b9-dccc-4475-a9ac-c05e78323d7a" providerId="AD" clId="Web-{1E715230-2C55-6AF0-E29A-390918D4ABC6}" dt="2026-03-07T10:16:55.594" v="298" actId="20577"/>
          <ac:spMkLst>
            <pc:docMk/>
            <pc:sldMk cId="0" sldId="295"/>
            <ac:spMk id="36867" creationId="{7CA9632D-1167-4A0C-9D27-299AB24DA8D9}"/>
          </ac:spMkLst>
        </pc:spChg>
      </pc:sldChg>
      <pc:sldChg chg="addSp modSp">
        <pc:chgData name="Baráth, Július" userId="S::julius.barath@aos.sk::aebde9b9-dccc-4475-a9ac-c05e78323d7a" providerId="AD" clId="Web-{1E715230-2C55-6AF0-E29A-390918D4ABC6}" dt="2026-03-07T09:45:36.107" v="136" actId="20577"/>
        <pc:sldMkLst>
          <pc:docMk/>
          <pc:sldMk cId="4192739254" sldId="296"/>
        </pc:sldMkLst>
        <pc:spChg chg="mod">
          <ac:chgData name="Baráth, Július" userId="S::julius.barath@aos.sk::aebde9b9-dccc-4475-a9ac-c05e78323d7a" providerId="AD" clId="Web-{1E715230-2C55-6AF0-E29A-390918D4ABC6}" dt="2026-03-07T09:40:45.649" v="103" actId="14100"/>
          <ac:spMkLst>
            <pc:docMk/>
            <pc:sldMk cId="4192739254" sldId="296"/>
            <ac:spMk id="3" creationId="{488CFDE2-83D8-424B-772A-660EE3309D46}"/>
          </ac:spMkLst>
        </pc:spChg>
        <pc:spChg chg="add mod">
          <ac:chgData name="Baráth, Július" userId="S::julius.barath@aos.sk::aebde9b9-dccc-4475-a9ac-c05e78323d7a" providerId="AD" clId="Web-{1E715230-2C55-6AF0-E29A-390918D4ABC6}" dt="2026-03-07T09:45:36.107" v="136" actId="20577"/>
          <ac:spMkLst>
            <pc:docMk/>
            <pc:sldMk cId="4192739254" sldId="296"/>
            <ac:spMk id="5" creationId="{A756D8D8-A21D-56E5-9A94-10934E175B29}"/>
          </ac:spMkLst>
        </pc:spChg>
      </pc:sldChg>
      <pc:sldChg chg="modSp new">
        <pc:chgData name="Baráth, Július" userId="S::julius.barath@aos.sk::aebde9b9-dccc-4475-a9ac-c05e78323d7a" providerId="AD" clId="Web-{1E715230-2C55-6AF0-E29A-390918D4ABC6}" dt="2026-03-07T10:36:26.970" v="468" actId="20577"/>
        <pc:sldMkLst>
          <pc:docMk/>
          <pc:sldMk cId="2266220088" sldId="297"/>
        </pc:sldMkLst>
        <pc:spChg chg="mod">
          <ac:chgData name="Baráth, Július" userId="S::julius.barath@aos.sk::aebde9b9-dccc-4475-a9ac-c05e78323d7a" providerId="AD" clId="Web-{1E715230-2C55-6AF0-E29A-390918D4ABC6}" dt="2026-03-07T10:04:44.321" v="191" actId="20577"/>
          <ac:spMkLst>
            <pc:docMk/>
            <pc:sldMk cId="2266220088" sldId="297"/>
            <ac:spMk id="2" creationId="{43E2B02F-F6E1-DFED-11C4-6862294155AE}"/>
          </ac:spMkLst>
        </pc:spChg>
        <pc:spChg chg="mod">
          <ac:chgData name="Baráth, Július" userId="S::julius.barath@aos.sk::aebde9b9-dccc-4475-a9ac-c05e78323d7a" providerId="AD" clId="Web-{1E715230-2C55-6AF0-E29A-390918D4ABC6}" dt="2026-03-07T10:36:26.970" v="468" actId="20577"/>
          <ac:spMkLst>
            <pc:docMk/>
            <pc:sldMk cId="2266220088" sldId="297"/>
            <ac:spMk id="3" creationId="{DFD5F4D5-A3A2-9562-FAE7-1C98B612286B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D3B05F7-1C4F-43A9-A592-EABB13E977C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8475" cy="465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E1F089-FBE3-4CE4-9158-E55B329FD40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70338" y="0"/>
            <a:ext cx="3038475" cy="465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fld id="{F1E6A77A-4389-4BED-8C2A-FE9315C14256}" type="datetimeFigureOut">
              <a:rPr lang="en-US"/>
              <a:pPr>
                <a:defRPr/>
              </a:pPr>
              <a:t>3/9/2026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D4B852-DAFC-4608-99C8-72CC34053B1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829675"/>
            <a:ext cx="3038475" cy="46513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3295FB-6AF4-4851-AA15-2BD576A6C63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70338" y="8829675"/>
            <a:ext cx="3038475" cy="465138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F9397517-275C-4EF2-8252-260B26C1D6DF}" type="slidenum">
              <a:rPr lang="en-US" altLang="sk-SK"/>
              <a:pPr/>
              <a:t>‹#›</a:t>
            </a:fld>
            <a:endParaRPr lang="en-US" altLang="sk-SK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D911FF5-21FD-4B23-B46F-C33D5F4665D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8475" cy="465138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F934F8-DB89-46C3-8AF7-32B6DCD74B0A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70338" y="0"/>
            <a:ext cx="3038475" cy="465138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fld id="{42071B63-7B96-4179-9675-B0DC3E9A8F96}" type="datetimeFigureOut">
              <a:rPr lang="en-US"/>
              <a:pPr>
                <a:defRPr/>
              </a:pPr>
              <a:t>3/9/2026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F64EDDE-C1DA-4AF4-B4AA-9C2908182B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81100" y="696913"/>
            <a:ext cx="46482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C9DB9F94-60BA-4348-91E8-B80C603771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1675" y="4416425"/>
            <a:ext cx="5607050" cy="4183063"/>
          </a:xfrm>
          <a:prstGeom prst="rect">
            <a:avLst/>
          </a:prstGeom>
        </p:spPr>
        <p:txBody>
          <a:bodyPr vert="horz" lIns="93177" tIns="46589" rIns="93177" bIns="46589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C115AA-61B9-4B27-BA3E-062B1CB4115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829675"/>
            <a:ext cx="3038475" cy="465138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FEC709-2395-4FA8-BDAC-5447D1C7C2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70338" y="8829675"/>
            <a:ext cx="3038475" cy="465138"/>
          </a:xfrm>
          <a:prstGeom prst="rect">
            <a:avLst/>
          </a:prstGeom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7BE026C9-5FE2-404E-86C7-14B9D4A3426F}" type="slidenum">
              <a:rPr lang="en-US" altLang="sk-SK"/>
              <a:pPr/>
              <a:t>‹#›</a:t>
            </a:fld>
            <a:endParaRPr lang="en-US" altLang="sk-SK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>
            <a:extLst>
              <a:ext uri="{FF2B5EF4-FFF2-40B4-BE49-F238E27FC236}">
                <a16:creationId xmlns:a16="http://schemas.microsoft.com/office/drawing/2014/main" id="{E4393503-097B-44A0-9410-CC825B08C733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9699" name="Notes Placeholder 2">
            <a:extLst>
              <a:ext uri="{FF2B5EF4-FFF2-40B4-BE49-F238E27FC236}">
                <a16:creationId xmlns:a16="http://schemas.microsoft.com/office/drawing/2014/main" id="{7DAB3C73-12DA-4E03-989D-18206A4645ED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sk-SK" altLang="sk-SK"/>
          </a:p>
        </p:txBody>
      </p:sp>
      <p:sp>
        <p:nvSpPr>
          <p:cNvPr id="29700" name="Slide Number Placeholder 3">
            <a:extLst>
              <a:ext uri="{FF2B5EF4-FFF2-40B4-BE49-F238E27FC236}">
                <a16:creationId xmlns:a16="http://schemas.microsoft.com/office/drawing/2014/main" id="{347EB72A-E231-4C6D-A0E9-EBB7A9B488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3C471637-34CC-4CE7-9AC5-3DC88F598A48}" type="slidenum">
              <a:rPr lang="en-US" altLang="sk-SK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10</a:t>
            </a:fld>
            <a:endParaRPr lang="en-US" altLang="sk-SK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920241D-3706-4AE7-898A-7A7FEA2BEDC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161A0F1-6DAE-4A57-BC59-1E2580A7986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D2E610B-5F42-4732-85CC-12DD39F9B5D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E8B9513-6DEF-4EF9-9EAE-B1AFFFDEEBE9}" type="slidenum">
              <a:rPr lang="en-US" altLang="sk-SK"/>
              <a:pPr/>
              <a:t>‹#›</a:t>
            </a:fld>
            <a:endParaRPr lang="en-US" altLang="sk-SK"/>
          </a:p>
        </p:txBody>
      </p:sp>
    </p:spTree>
    <p:extLst>
      <p:ext uri="{BB962C8B-B14F-4D97-AF65-F5344CB8AC3E}">
        <p14:creationId xmlns:p14="http://schemas.microsoft.com/office/powerpoint/2010/main" val="3447647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A0CA80BE-A7FE-4FEE-A65B-3A56D6806A3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06AEBE0F-9837-4C0A-8147-FF3B9C1EAC9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D110B1C7-8F85-4E09-A0DC-11F0DF7D272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288C1F7-69B9-4C1B-93CE-A6DDD2B35FD7}" type="slidenum">
              <a:rPr lang="en-US" altLang="sk-SK"/>
              <a:pPr/>
              <a:t>‹#›</a:t>
            </a:fld>
            <a:endParaRPr lang="en-US" altLang="sk-SK"/>
          </a:p>
        </p:txBody>
      </p:sp>
    </p:spTree>
    <p:extLst>
      <p:ext uri="{BB962C8B-B14F-4D97-AF65-F5344CB8AC3E}">
        <p14:creationId xmlns:p14="http://schemas.microsoft.com/office/powerpoint/2010/main" val="17491641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7CC85BFF-9488-4F82-9F75-ADF9B9314AB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A95C522A-C4E3-45F7-9DF6-9BE0A8F4B58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4269F09-6266-41DF-A20A-BE9DAF3C9D6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BEDA59C-A603-4ABE-B574-81A0197E39AA}" type="slidenum">
              <a:rPr lang="en-US" altLang="sk-SK"/>
              <a:pPr/>
              <a:t>‹#›</a:t>
            </a:fld>
            <a:endParaRPr lang="en-US" altLang="sk-SK"/>
          </a:p>
        </p:txBody>
      </p:sp>
    </p:spTree>
    <p:extLst>
      <p:ext uri="{BB962C8B-B14F-4D97-AF65-F5344CB8AC3E}">
        <p14:creationId xmlns:p14="http://schemas.microsoft.com/office/powerpoint/2010/main" val="2180110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732A01-D033-4BCA-AB62-ED7F7DC780D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F711E3-BE1D-4864-ABC9-EA628401D5D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84CA34-B7FF-4F88-A33D-F71EDE41B20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EC672E6-6F48-4D97-B3C4-2B444CCC2BF8}" type="slidenum">
              <a:rPr lang="en-US" altLang="sk-SK"/>
              <a:pPr/>
              <a:t>‹#›</a:t>
            </a:fld>
            <a:endParaRPr lang="en-US" altLang="sk-SK"/>
          </a:p>
        </p:txBody>
      </p:sp>
    </p:spTree>
    <p:extLst>
      <p:ext uri="{BB962C8B-B14F-4D97-AF65-F5344CB8AC3E}">
        <p14:creationId xmlns:p14="http://schemas.microsoft.com/office/powerpoint/2010/main" val="660960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D8791C46-29C8-482A-9EEB-B7BDE8D87D6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E99F0314-C8AF-4B5D-86BD-770124BEEC9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005E26A2-C79B-4C9D-BA18-E5718563D95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57B87E1-77C8-406A-90E7-6693632AEB72}" type="slidenum">
              <a:rPr lang="en-US" altLang="sk-SK"/>
              <a:pPr/>
              <a:t>‹#›</a:t>
            </a:fld>
            <a:endParaRPr lang="en-US" altLang="sk-SK"/>
          </a:p>
        </p:txBody>
      </p:sp>
    </p:spTree>
    <p:extLst>
      <p:ext uri="{BB962C8B-B14F-4D97-AF65-F5344CB8AC3E}">
        <p14:creationId xmlns:p14="http://schemas.microsoft.com/office/powerpoint/2010/main" val="30063979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02FA2C6C-CB86-4A6C-BB64-C2571DE9CA8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181ACBD9-FE45-46CE-B9C9-D4196A23084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132BE2EA-0800-4639-A139-AFFBE6BAD3F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1AF785A-E8FE-4689-A0D1-B4A1D626BAC2}" type="slidenum">
              <a:rPr lang="en-US" altLang="sk-SK"/>
              <a:pPr/>
              <a:t>‹#›</a:t>
            </a:fld>
            <a:endParaRPr lang="en-US" altLang="sk-SK"/>
          </a:p>
        </p:txBody>
      </p:sp>
    </p:spTree>
    <p:extLst>
      <p:ext uri="{BB962C8B-B14F-4D97-AF65-F5344CB8AC3E}">
        <p14:creationId xmlns:p14="http://schemas.microsoft.com/office/powerpoint/2010/main" val="42102162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1C08DE1B-469C-4E38-A148-F3B06FEA276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F0B879FB-FA3B-47CE-8B90-2A77858321C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9F992A9C-04C5-45E5-8945-35F58CC7F75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631524A-8B9A-437C-88B3-C960421EB176}" type="slidenum">
              <a:rPr lang="en-US" altLang="sk-SK"/>
              <a:pPr/>
              <a:t>‹#›</a:t>
            </a:fld>
            <a:endParaRPr lang="en-US" altLang="sk-SK"/>
          </a:p>
        </p:txBody>
      </p:sp>
    </p:spTree>
    <p:extLst>
      <p:ext uri="{BB962C8B-B14F-4D97-AF65-F5344CB8AC3E}">
        <p14:creationId xmlns:p14="http://schemas.microsoft.com/office/powerpoint/2010/main" val="18697796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23C7888-53CA-4985-8D06-2BFD4084806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D90156-230F-421C-A472-661A198DEE9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317EDE-CEF6-4B64-894D-009F3FFF7F6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3055DB6-907D-475C-AA04-3AF804DF9AEB}" type="slidenum">
              <a:rPr lang="en-US" altLang="sk-SK"/>
              <a:pPr/>
              <a:t>‹#›</a:t>
            </a:fld>
            <a:endParaRPr lang="en-US" altLang="sk-SK"/>
          </a:p>
        </p:txBody>
      </p:sp>
    </p:spTree>
    <p:extLst>
      <p:ext uri="{BB962C8B-B14F-4D97-AF65-F5344CB8AC3E}">
        <p14:creationId xmlns:p14="http://schemas.microsoft.com/office/powerpoint/2010/main" val="17511867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E8F5C6F-C10C-421E-A7E4-B3BA9EA38B0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65D80E2-448F-4948-98E2-175DB44F08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2AE91D-C538-4D34-81B1-4CCDFC628BF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00208D3-CF0E-4CBB-917A-6FCC2E8201B8}" type="slidenum">
              <a:rPr lang="en-US" altLang="sk-SK"/>
              <a:pPr/>
              <a:t>‹#›</a:t>
            </a:fld>
            <a:endParaRPr lang="en-US" altLang="sk-SK"/>
          </a:p>
        </p:txBody>
      </p:sp>
    </p:spTree>
    <p:extLst>
      <p:ext uri="{BB962C8B-B14F-4D97-AF65-F5344CB8AC3E}">
        <p14:creationId xmlns:p14="http://schemas.microsoft.com/office/powerpoint/2010/main" val="4421676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0BE252C-96C8-4ED3-804E-F54279AF35A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10077BD-4EC5-4940-AE80-5BC89BC5350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06721A3-B880-4075-A8A6-0CA1303D1AE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B38AECA-A268-4D0E-8522-FC89C56ACF93}" type="slidenum">
              <a:rPr lang="en-US" altLang="sk-SK"/>
              <a:pPr/>
              <a:t>‹#›</a:t>
            </a:fld>
            <a:endParaRPr lang="en-US" altLang="sk-SK"/>
          </a:p>
        </p:txBody>
      </p:sp>
    </p:spTree>
    <p:extLst>
      <p:ext uri="{BB962C8B-B14F-4D97-AF65-F5344CB8AC3E}">
        <p14:creationId xmlns:p14="http://schemas.microsoft.com/office/powerpoint/2010/main" val="9207811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AE19A21-D74A-4F8A-960A-7CCCEDADD80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BC51FD49-0199-4B37-AC38-282CEB9A735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63FB735-2D0F-4C1C-80B9-096D1F0BE9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A34D805-D0CD-4354-B992-A1C45502909A}" type="slidenum">
              <a:rPr lang="en-US" altLang="sk-SK"/>
              <a:pPr/>
              <a:t>‹#›</a:t>
            </a:fld>
            <a:endParaRPr lang="en-US" altLang="sk-SK"/>
          </a:p>
        </p:txBody>
      </p:sp>
    </p:spTree>
    <p:extLst>
      <p:ext uri="{BB962C8B-B14F-4D97-AF65-F5344CB8AC3E}">
        <p14:creationId xmlns:p14="http://schemas.microsoft.com/office/powerpoint/2010/main" val="7008574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E631D31-CD16-4AC6-B212-B5E065E0CF2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8F573925-A3B5-40F3-95DF-EA5AED686A7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C69AC7D7-770F-41E6-AFDD-C3D9EC4EFD1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977F51-468E-4413-AF41-735E0E6EE635}" type="slidenum">
              <a:rPr lang="en-US" altLang="sk-SK"/>
              <a:pPr/>
              <a:t>‹#›</a:t>
            </a:fld>
            <a:endParaRPr lang="en-US" altLang="sk-SK"/>
          </a:p>
        </p:txBody>
      </p:sp>
    </p:spTree>
    <p:extLst>
      <p:ext uri="{BB962C8B-B14F-4D97-AF65-F5344CB8AC3E}">
        <p14:creationId xmlns:p14="http://schemas.microsoft.com/office/powerpoint/2010/main" val="6234231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A3650516-AF1F-42C9-9BBF-9F787F7923F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sk-SK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BE075691-FD8D-42C0-B8F5-6295D190CB3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sk-SK"/>
              <a:t>Click to edit Master text styles</a:t>
            </a:r>
          </a:p>
          <a:p>
            <a:pPr lvl="1"/>
            <a:r>
              <a:rPr lang="en-US" altLang="sk-SK"/>
              <a:t>Second level</a:t>
            </a:r>
          </a:p>
          <a:p>
            <a:pPr lvl="2"/>
            <a:r>
              <a:rPr lang="en-US" altLang="sk-SK"/>
              <a:t>Third level</a:t>
            </a:r>
          </a:p>
          <a:p>
            <a:pPr lvl="3"/>
            <a:r>
              <a:rPr lang="en-US" altLang="sk-SK"/>
              <a:t>Fourth level</a:t>
            </a:r>
          </a:p>
          <a:p>
            <a:pPr lvl="4"/>
            <a:r>
              <a:rPr lang="en-US" altLang="sk-SK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D241BA27-1D72-45A1-A6C5-A46065812C3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6EDBBC91-B227-4B3E-8BA5-2CE84C4F998B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2A8F57B7-9520-4997-B276-930BF461B972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fld id="{8E9FFD7D-C2ED-4712-844C-E6791D8C1128}" type="slidenum">
              <a:rPr lang="en-US" altLang="sk-SK"/>
              <a:pPr/>
              <a:t>‹#›</a:t>
            </a:fld>
            <a:endParaRPr lang="en-US" altLang="sk-SK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be.com/playlist?list=PLy7Kah3WzqrEjsuvhT46fr28Q11oa5ZoI&amp;si=_7mVjhZs_IJJG8pX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b6muaaqO-ns?si=5HiunB35JfJJy2P0" TargetMode="Externa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9Sodnanx_yI?si=SfCggqLGhb7W4BXu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B82414CC-9F59-4477-A221-A8C7F5D7467C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altLang="sk-SK"/>
              <a:t>Unix vim Editor</a:t>
            </a:r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10EE79A7-8721-4E28-A3D4-85D973E4F88D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en-US" altLang="sk-SK"/>
              <a:t>Command line full screen editor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>
            <a:extLst>
              <a:ext uri="{FF2B5EF4-FFF2-40B4-BE49-F238E27FC236}">
                <a16:creationId xmlns:a16="http://schemas.microsoft.com/office/drawing/2014/main" id="{53206338-FD39-4FC1-BED5-3377C7F3A2A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/>
              <a:t>Objectives</a:t>
            </a:r>
          </a:p>
        </p:txBody>
      </p:sp>
      <p:sp>
        <p:nvSpPr>
          <p:cNvPr id="5123" name="Content Placeholder 2">
            <a:extLst>
              <a:ext uri="{FF2B5EF4-FFF2-40B4-BE49-F238E27FC236}">
                <a16:creationId xmlns:a16="http://schemas.microsoft.com/office/drawing/2014/main" id="{AE39EC4F-3F05-4306-91B0-6026076B1BE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295400"/>
            <a:ext cx="8229600" cy="4525963"/>
          </a:xfrm>
        </p:spPr>
        <p:txBody>
          <a:bodyPr/>
          <a:lstStyle/>
          <a:p>
            <a:pPr marL="0" indent="0">
              <a:buFontTx/>
              <a:buNone/>
            </a:pPr>
            <a:r>
              <a:rPr lang="en-US" altLang="sk-SK" sz="2200"/>
              <a:t>Upon successful completion of this lesson the student, using the vi editor, should: </a:t>
            </a:r>
          </a:p>
          <a:p>
            <a:pPr lvl="1"/>
            <a:r>
              <a:rPr lang="en-US" altLang="sk-SK" sz="2200"/>
              <a:t>Be able to create a new text file.</a:t>
            </a:r>
          </a:p>
          <a:p>
            <a:pPr lvl="1"/>
            <a:r>
              <a:rPr lang="en-US" altLang="sk-SK" sz="2200"/>
              <a:t>Be able to insert data from various locations in the file.</a:t>
            </a:r>
          </a:p>
          <a:p>
            <a:pPr lvl="1"/>
            <a:r>
              <a:rPr lang="en-US" altLang="sk-SK" sz="2200"/>
              <a:t>Be able to navigate through a text file using:</a:t>
            </a:r>
          </a:p>
          <a:p>
            <a:pPr lvl="2"/>
            <a:r>
              <a:rPr lang="en-US" altLang="sk-SK" sz="2200"/>
              <a:t>Cursor navigation (without using input mode).</a:t>
            </a:r>
          </a:p>
          <a:p>
            <a:pPr lvl="2"/>
            <a:r>
              <a:rPr lang="en-US" altLang="sk-SK" sz="2200"/>
              <a:t>Searching forwards and backwards.</a:t>
            </a:r>
          </a:p>
          <a:p>
            <a:pPr lvl="1"/>
            <a:r>
              <a:rPr lang="en-US" altLang="sk-SK" sz="2200"/>
              <a:t>Be able to modify existing text in an efficient manner (without using input mode).</a:t>
            </a:r>
          </a:p>
          <a:p>
            <a:pPr lvl="1"/>
            <a:r>
              <a:rPr lang="en-US" altLang="sk-SK" sz="2200"/>
              <a:t>Be able to delete unwanted text (without using input mode).</a:t>
            </a:r>
          </a:p>
          <a:p>
            <a:pPr lvl="1"/>
            <a:r>
              <a:rPr lang="en-US" altLang="sk-SK" sz="2200"/>
              <a:t>Be able to correctly switch between input and insert mode.</a:t>
            </a:r>
          </a:p>
          <a:p>
            <a:pPr lvl="1"/>
            <a:r>
              <a:rPr lang="en-US" altLang="sk-SK" sz="2200"/>
              <a:t>Be able to save or ignore the modifications made to the text 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>
            <a:extLst>
              <a:ext uri="{FF2B5EF4-FFF2-40B4-BE49-F238E27FC236}">
                <a16:creationId xmlns:a16="http://schemas.microsoft.com/office/drawing/2014/main" id="{C72C7D7D-0C6E-4797-9BC9-FF0E069DA43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/>
              <a:t>Why Do We Need to Know</a:t>
            </a:r>
            <a:br>
              <a:rPr lang="en-US" altLang="sk-SK" dirty="0"/>
            </a:br>
            <a:r>
              <a:rPr lang="en-US" altLang="sk-SK"/>
              <a:t>the vim Editor</a:t>
            </a:r>
          </a:p>
        </p:txBody>
      </p:sp>
      <p:sp>
        <p:nvSpPr>
          <p:cNvPr id="8195" name="Content Placeholder 2">
            <a:extLst>
              <a:ext uri="{FF2B5EF4-FFF2-40B4-BE49-F238E27FC236}">
                <a16:creationId xmlns:a16="http://schemas.microsoft.com/office/drawing/2014/main" id="{98A75C92-C73C-4D07-8942-BFF36F7CA576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sk-SK" dirty="0"/>
              <a:t>Found on almost all Unix systems.</a:t>
            </a:r>
          </a:p>
          <a:p>
            <a:r>
              <a:rPr lang="en-US" altLang="sk-SK" dirty="0"/>
              <a:t>Good to know, as many commands use </a:t>
            </a:r>
            <a:r>
              <a:rPr lang="en-US" altLang="sk-SK"/>
              <a:t>vim syntax</a:t>
            </a:r>
            <a:endParaRPr lang="en-US" altLang="sk-SK">
              <a:cs typeface="Arial"/>
            </a:endParaRPr>
          </a:p>
          <a:p>
            <a:endParaRPr lang="en-US" altLang="sk-SK" dirty="0">
              <a:cs typeface="Arial"/>
            </a:endParaRPr>
          </a:p>
          <a:p>
            <a:pPr>
              <a:spcBef>
                <a:spcPct val="0"/>
              </a:spcBef>
            </a:pPr>
            <a:r>
              <a:rPr lang="sk-SK" sz="1800" b="1">
                <a:cs typeface="Arial"/>
              </a:rPr>
              <a:t>vim</a:t>
            </a:r>
            <a:r>
              <a:rPr lang="sk-SK" sz="1800">
                <a:cs typeface="Arial"/>
              </a:rPr>
              <a:t> is a </a:t>
            </a:r>
            <a:r>
              <a:rPr lang="sk-SK" sz="1800"/>
              <a:t>text editor that is upwards compatible to vi. There are a lot of enhancements above Vi: multi level undo, multi windows and buffers, syntax highlighting, command line editing, filename completion, on-line help, visual selection, etc.</a:t>
            </a:r>
            <a:endParaRPr lang="en-US" sz="1800">
              <a:cs typeface="Arial"/>
            </a:endParaRPr>
          </a:p>
          <a:p>
            <a:r>
              <a:rPr lang="en-US" altLang="sk-SK" sz="2000" b="1" dirty="0" err="1"/>
              <a:t>vimtutor</a:t>
            </a:r>
            <a:r>
              <a:rPr lang="en-US" altLang="sk-SK" sz="2000" b="1" dirty="0"/>
              <a:t> – </a:t>
            </a:r>
            <a:r>
              <a:rPr lang="en-US" altLang="sk-SK" sz="2000" dirty="0"/>
              <a:t>part of </a:t>
            </a:r>
            <a:r>
              <a:rPr lang="en-US" altLang="sk-SK" sz="2000" dirty="0" err="1"/>
              <a:t>unix</a:t>
            </a:r>
            <a:r>
              <a:rPr lang="en-US" altLang="sk-SK" sz="2000" dirty="0"/>
              <a:t> distribution</a:t>
            </a:r>
            <a:endParaRPr lang="en-US" altLang="sk-SK" sz="2000" dirty="0">
              <a:cs typeface="Arial"/>
            </a:endParaRPr>
          </a:p>
          <a:p>
            <a:r>
              <a:rPr lang="en-US" sz="2400" dirty="0">
                <a:ea typeface="+mn-lt"/>
                <a:cs typeface="+mn-lt"/>
              </a:rPr>
              <a:t>vim compete </a:t>
            </a:r>
            <a:r>
              <a:rPr lang="en-US" sz="2400">
                <a:ea typeface="+mn-lt"/>
                <a:cs typeface="+mn-lt"/>
              </a:rPr>
              <a:t>video</a:t>
            </a:r>
            <a:r>
              <a:rPr lang="en-US" sz="2400" dirty="0">
                <a:ea typeface="+mn-lt"/>
                <a:cs typeface="+mn-lt"/>
              </a:rPr>
              <a:t> tutorial </a:t>
            </a:r>
            <a:r>
              <a:rPr lang="en-US" sz="2400" dirty="0">
                <a:ea typeface="+mn-lt"/>
                <a:cs typeface="+mn-lt"/>
                <a:hlinkClick r:id="rId2"/>
              </a:rPr>
              <a:t>https://youtube.com/playlist?list=PLy7Kah3WzqrEjsuvhT46fr28Q11oa5ZoI&amp;si=_7mVjhZs_IJJG8pX</a:t>
            </a:r>
            <a:endParaRPr lang="en-US" altLang="sk-SK" sz="2400" b="1" dirty="0">
              <a:cs typeface="Arial"/>
            </a:endParaRPr>
          </a:p>
          <a:p>
            <a:pPr lvl="1"/>
            <a:endParaRPr lang="en-US" altLang="sk-SK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>
            <a:extLst>
              <a:ext uri="{FF2B5EF4-FFF2-40B4-BE49-F238E27FC236}">
                <a16:creationId xmlns:a16="http://schemas.microsoft.com/office/drawing/2014/main" id="{CE9D256F-D8F1-4396-91C8-4A760F10F57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sk-SK"/>
              <a:t>vi File Interaction</a:t>
            </a:r>
          </a:p>
        </p:txBody>
      </p:sp>
      <p:sp>
        <p:nvSpPr>
          <p:cNvPr id="3" name="Flowchart: Magnetic Disk 2">
            <a:extLst>
              <a:ext uri="{FF2B5EF4-FFF2-40B4-BE49-F238E27FC236}">
                <a16:creationId xmlns:a16="http://schemas.microsoft.com/office/drawing/2014/main" id="{E4578438-B646-48CD-8184-0D9EDAA9916F}"/>
              </a:ext>
            </a:extLst>
          </p:cNvPr>
          <p:cNvSpPr/>
          <p:nvPr/>
        </p:nvSpPr>
        <p:spPr>
          <a:xfrm>
            <a:off x="990600" y="4343400"/>
            <a:ext cx="914400" cy="612775"/>
          </a:xfrm>
          <a:prstGeom prst="flowChartMagneticDisk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n-US" dirty="0" err="1">
                <a:solidFill>
                  <a:schemeClr val="tx1"/>
                </a:solidFill>
              </a:rPr>
              <a:t>FileA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Flowchart: Process 3">
            <a:extLst>
              <a:ext uri="{FF2B5EF4-FFF2-40B4-BE49-F238E27FC236}">
                <a16:creationId xmlns:a16="http://schemas.microsoft.com/office/drawing/2014/main" id="{73457F41-E377-4039-AC0E-A06B9BAC1AB4}"/>
              </a:ext>
            </a:extLst>
          </p:cNvPr>
          <p:cNvSpPr/>
          <p:nvPr/>
        </p:nvSpPr>
        <p:spPr>
          <a:xfrm>
            <a:off x="4038600" y="3276600"/>
            <a:ext cx="1143000" cy="612775"/>
          </a:xfrm>
          <a:prstGeom prst="flowChart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n-US" dirty="0">
                <a:solidFill>
                  <a:schemeClr val="tx1"/>
                </a:solidFill>
              </a:rPr>
              <a:t>Work</a:t>
            </a:r>
          </a:p>
          <a:p>
            <a:pPr algn="ctr" eaLnBrk="1" hangingPunct="1">
              <a:defRPr/>
            </a:pPr>
            <a:r>
              <a:rPr lang="en-US" dirty="0">
                <a:solidFill>
                  <a:schemeClr val="tx1"/>
                </a:solidFill>
              </a:rPr>
              <a:t>space</a:t>
            </a:r>
          </a:p>
        </p:txBody>
      </p:sp>
      <p:sp>
        <p:nvSpPr>
          <p:cNvPr id="5" name="Flowchart: Magnetic Disk 4">
            <a:extLst>
              <a:ext uri="{FF2B5EF4-FFF2-40B4-BE49-F238E27FC236}">
                <a16:creationId xmlns:a16="http://schemas.microsoft.com/office/drawing/2014/main" id="{0598894C-B0BD-45D6-89F5-63341954B9F5}"/>
              </a:ext>
            </a:extLst>
          </p:cNvPr>
          <p:cNvSpPr/>
          <p:nvPr/>
        </p:nvSpPr>
        <p:spPr>
          <a:xfrm>
            <a:off x="6019800" y="4800600"/>
            <a:ext cx="914400" cy="612775"/>
          </a:xfrm>
          <a:prstGeom prst="flowChartMagneticDisk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n-US" dirty="0" err="1">
                <a:solidFill>
                  <a:schemeClr val="tx1"/>
                </a:solidFill>
              </a:rPr>
              <a:t>FileB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E28C2D-10C8-4056-8596-282D2F4955F4}"/>
              </a:ext>
            </a:extLst>
          </p:cNvPr>
          <p:cNvCxnSpPr/>
          <p:nvPr/>
        </p:nvCxnSpPr>
        <p:spPr>
          <a:xfrm rot="16200000" flipH="1">
            <a:off x="5181600" y="3886200"/>
            <a:ext cx="914400" cy="9144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F1D5C14-5699-410B-A72A-55C0B36B3018}"/>
              </a:ext>
            </a:extLst>
          </p:cNvPr>
          <p:cNvCxnSpPr>
            <a:stCxn id="4" idx="2"/>
          </p:cNvCxnSpPr>
          <p:nvPr/>
        </p:nvCxnSpPr>
        <p:spPr>
          <a:xfrm rot="5400000">
            <a:off x="2878137" y="2916238"/>
            <a:ext cx="758825" cy="27051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24" name="TextBox 9">
            <a:extLst>
              <a:ext uri="{FF2B5EF4-FFF2-40B4-BE49-F238E27FC236}">
                <a16:creationId xmlns:a16="http://schemas.microsoft.com/office/drawing/2014/main" id="{DBB3EB93-0CD7-4B49-9DAE-61806B48C8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62600" y="3886200"/>
            <a:ext cx="3581400" cy="923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:w FileB (if file does not exist)</a:t>
            </a:r>
            <a:r>
              <a:rPr lang="en-US" altLang="sk-SK" sz="1800" baseline="30000"/>
              <a:t>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         :w! FileB (if file exists)</a:t>
            </a:r>
            <a:r>
              <a:rPr lang="en-US" altLang="sk-SK" sz="1800" baseline="30000"/>
              <a:t> 1</a:t>
            </a:r>
            <a:endParaRPr lang="en-US" altLang="sk-SK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sk-SK" sz="1800"/>
          </a:p>
        </p:txBody>
      </p:sp>
      <p:sp>
        <p:nvSpPr>
          <p:cNvPr id="9225" name="TextBox 10">
            <a:extLst>
              <a:ext uri="{FF2B5EF4-FFF2-40B4-BE49-F238E27FC236}">
                <a16:creationId xmlns:a16="http://schemas.microsoft.com/office/drawing/2014/main" id="{7D9DF579-B45A-4368-8946-0BA8571AB7D3}"/>
              </a:ext>
            </a:extLst>
          </p:cNvPr>
          <p:cNvSpPr txBox="1">
            <a:spLocks noChangeArrowheads="1"/>
          </p:cNvSpPr>
          <p:nvPr/>
        </p:nvSpPr>
        <p:spPr bwMode="auto">
          <a:xfrm rot="-679711">
            <a:off x="2133600" y="3657600"/>
            <a:ext cx="1676400" cy="646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:w  (writes but does not exit)</a:t>
            </a:r>
          </a:p>
        </p:txBody>
      </p:sp>
      <p:sp>
        <p:nvSpPr>
          <p:cNvPr id="9226" name="TextBox 11">
            <a:extLst>
              <a:ext uri="{FF2B5EF4-FFF2-40B4-BE49-F238E27FC236}">
                <a16:creationId xmlns:a16="http://schemas.microsoft.com/office/drawing/2014/main" id="{1A7FDC39-0044-4CCD-8E5E-9DEA4A2484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14800" y="5257800"/>
            <a:ext cx="1416050" cy="923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:q!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sk-SK" sz="1800"/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No changes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8DF120D-31B8-4F3F-83FA-5D342D0739B5}"/>
              </a:ext>
            </a:extLst>
          </p:cNvPr>
          <p:cNvCxnSpPr/>
          <p:nvPr/>
        </p:nvCxnSpPr>
        <p:spPr>
          <a:xfrm rot="5400000">
            <a:off x="3581401" y="4876800"/>
            <a:ext cx="1981200" cy="317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28" name="TextBox 14">
            <a:extLst>
              <a:ext uri="{FF2B5EF4-FFF2-40B4-BE49-F238E27FC236}">
                <a16:creationId xmlns:a16="http://schemas.microsoft.com/office/drawing/2014/main" id="{FAD748E6-5853-4AEB-BEC9-2B0A5A50D7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0" y="2438400"/>
            <a:ext cx="941388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vi FileA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A2016CD-119E-46A5-B143-BA27DE3CF44B}"/>
              </a:ext>
            </a:extLst>
          </p:cNvPr>
          <p:cNvCxnSpPr>
            <a:stCxn id="9228" idx="3"/>
          </p:cNvCxnSpPr>
          <p:nvPr/>
        </p:nvCxnSpPr>
        <p:spPr>
          <a:xfrm>
            <a:off x="2465388" y="2622550"/>
            <a:ext cx="1573212" cy="65405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B3F9B87-5358-459C-A6D0-D0894FD81867}"/>
              </a:ext>
            </a:extLst>
          </p:cNvPr>
          <p:cNvCxnSpPr>
            <a:endCxn id="9228" idx="0"/>
          </p:cNvCxnSpPr>
          <p:nvPr/>
        </p:nvCxnSpPr>
        <p:spPr>
          <a:xfrm rot="16200000" flipH="1">
            <a:off x="1606550" y="2051050"/>
            <a:ext cx="457200" cy="3175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6E818A3-7159-4F70-86EC-445713F59CC0}"/>
              </a:ext>
            </a:extLst>
          </p:cNvPr>
          <p:cNvCxnSpPr>
            <a:stCxn id="3" idx="1"/>
          </p:cNvCxnSpPr>
          <p:nvPr/>
        </p:nvCxnSpPr>
        <p:spPr>
          <a:xfrm rot="5400000" flipH="1" flipV="1">
            <a:off x="1028700" y="3162300"/>
            <a:ext cx="1600200" cy="7620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32" name="TextBox 25">
            <a:extLst>
              <a:ext uri="{FF2B5EF4-FFF2-40B4-BE49-F238E27FC236}">
                <a16:creationId xmlns:a16="http://schemas.microsoft.com/office/drawing/2014/main" id="{25F57665-FD38-4217-B84A-6F0954728F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1600200"/>
            <a:ext cx="3941763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nothing (if file does not already exist)</a:t>
            </a:r>
          </a:p>
        </p:txBody>
      </p:sp>
      <p:sp>
        <p:nvSpPr>
          <p:cNvPr id="9233" name="TextBox 20">
            <a:extLst>
              <a:ext uri="{FF2B5EF4-FFF2-40B4-BE49-F238E27FC236}">
                <a16:creationId xmlns:a16="http://schemas.microsoft.com/office/drawing/2014/main" id="{E90DF88B-E035-4FCA-8CED-FFF7BD69E5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6324600"/>
            <a:ext cx="76485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1. Note- :w[!] simply writes to the file, the file being edited is still the same</a:t>
            </a:r>
          </a:p>
        </p:txBody>
      </p:sp>
      <p:sp>
        <p:nvSpPr>
          <p:cNvPr id="22" name="Flowchart: Magnetic Disk 21">
            <a:extLst>
              <a:ext uri="{FF2B5EF4-FFF2-40B4-BE49-F238E27FC236}">
                <a16:creationId xmlns:a16="http://schemas.microsoft.com/office/drawing/2014/main" id="{70554F11-13AE-40A0-9383-F382A1CD1BEE}"/>
              </a:ext>
            </a:extLst>
          </p:cNvPr>
          <p:cNvSpPr/>
          <p:nvPr/>
        </p:nvSpPr>
        <p:spPr>
          <a:xfrm>
            <a:off x="5791200" y="1905000"/>
            <a:ext cx="914400" cy="612775"/>
          </a:xfrm>
          <a:prstGeom prst="flowChartMagneticDisk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n-US" dirty="0" err="1">
                <a:solidFill>
                  <a:schemeClr val="tx1"/>
                </a:solidFill>
              </a:rPr>
              <a:t>FileC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3883DD7-D002-4BFF-B50C-3933BFFC3EA6}"/>
              </a:ext>
            </a:extLst>
          </p:cNvPr>
          <p:cNvCxnSpPr>
            <a:stCxn id="22" idx="3"/>
          </p:cNvCxnSpPr>
          <p:nvPr/>
        </p:nvCxnSpPr>
        <p:spPr>
          <a:xfrm rot="5400000">
            <a:off x="5049837" y="2078038"/>
            <a:ext cx="758825" cy="16383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36" name="TextBox 11">
            <a:extLst>
              <a:ext uri="{FF2B5EF4-FFF2-40B4-BE49-F238E27FC236}">
                <a16:creationId xmlns:a16="http://schemas.microsoft.com/office/drawing/2014/main" id="{7D9402F1-BDB8-4BAC-920F-29424BF3EE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14975" y="2819400"/>
            <a:ext cx="92710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:r FileC</a:t>
            </a:r>
          </a:p>
        </p:txBody>
      </p:sp>
      <p:sp>
        <p:nvSpPr>
          <p:cNvPr id="28" name="Flowchart: Magnetic Disk 27">
            <a:extLst>
              <a:ext uri="{FF2B5EF4-FFF2-40B4-BE49-F238E27FC236}">
                <a16:creationId xmlns:a16="http://schemas.microsoft.com/office/drawing/2014/main" id="{F9DEDEDE-E594-44CD-875E-22BCA5E337A0}"/>
              </a:ext>
            </a:extLst>
          </p:cNvPr>
          <p:cNvSpPr/>
          <p:nvPr/>
        </p:nvSpPr>
        <p:spPr>
          <a:xfrm>
            <a:off x="1676400" y="5486400"/>
            <a:ext cx="1524000" cy="612775"/>
          </a:xfrm>
          <a:prstGeom prst="flowChartMagneticDisk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n-US" dirty="0">
                <a:solidFill>
                  <a:schemeClr val="tx1"/>
                </a:solidFill>
              </a:rPr>
              <a:t>.</a:t>
            </a:r>
            <a:r>
              <a:rPr lang="en-US" dirty="0" err="1">
                <a:solidFill>
                  <a:schemeClr val="tx1"/>
                </a:solidFill>
              </a:rPr>
              <a:t>FileA.swp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21108C1-4CBB-49D9-9363-95AAA463EB3C}"/>
              </a:ext>
            </a:extLst>
          </p:cNvPr>
          <p:cNvCxnSpPr>
            <a:stCxn id="28" idx="4"/>
            <a:endCxn id="4" idx="2"/>
          </p:cNvCxnSpPr>
          <p:nvPr/>
        </p:nvCxnSpPr>
        <p:spPr>
          <a:xfrm flipV="1">
            <a:off x="3200400" y="3889375"/>
            <a:ext cx="1409700" cy="1903413"/>
          </a:xfrm>
          <a:prstGeom prst="straightConnector1">
            <a:avLst/>
          </a:prstGeom>
          <a:ln w="317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39" name="TextBox 10">
            <a:extLst>
              <a:ext uri="{FF2B5EF4-FFF2-40B4-BE49-F238E27FC236}">
                <a16:creationId xmlns:a16="http://schemas.microsoft.com/office/drawing/2014/main" id="{37B0C17B-0589-4130-A92D-38B8C4A2009F}"/>
              </a:ext>
            </a:extLst>
          </p:cNvPr>
          <p:cNvSpPr txBox="1">
            <a:spLocks noChangeArrowheads="1"/>
          </p:cNvSpPr>
          <p:nvPr/>
        </p:nvSpPr>
        <p:spPr bwMode="auto">
          <a:xfrm rot="-867943">
            <a:off x="2259013" y="4352925"/>
            <a:ext cx="1985962" cy="646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:x or ZZ  (writes and exit)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Title 1">
            <a:extLst>
              <a:ext uri="{FF2B5EF4-FFF2-40B4-BE49-F238E27FC236}">
                <a16:creationId xmlns:a16="http://schemas.microsoft.com/office/drawing/2014/main" id="{22B2381D-EE5B-4855-A437-7353A2692FD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sk-SK"/>
              <a:t>vi File Interaction</a:t>
            </a:r>
            <a:br>
              <a:rPr lang="en-US" altLang="sk-SK" dirty="0"/>
            </a:br>
            <a:r>
              <a:rPr lang="en-US" altLang="sk-SK"/>
              <a:t>Recovery mode</a:t>
            </a:r>
          </a:p>
        </p:txBody>
      </p:sp>
      <p:sp>
        <p:nvSpPr>
          <p:cNvPr id="3" name="Flowchart: Magnetic Disk 2">
            <a:extLst>
              <a:ext uri="{FF2B5EF4-FFF2-40B4-BE49-F238E27FC236}">
                <a16:creationId xmlns:a16="http://schemas.microsoft.com/office/drawing/2014/main" id="{BAD18E3B-A984-4F66-9A02-2A42CC646330}"/>
              </a:ext>
            </a:extLst>
          </p:cNvPr>
          <p:cNvSpPr/>
          <p:nvPr/>
        </p:nvSpPr>
        <p:spPr>
          <a:xfrm>
            <a:off x="990600" y="4343400"/>
            <a:ext cx="914400" cy="612775"/>
          </a:xfrm>
          <a:prstGeom prst="flowChartMagneticDisk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n-US" dirty="0" err="1">
                <a:solidFill>
                  <a:schemeClr val="tx1"/>
                </a:solidFill>
              </a:rPr>
              <a:t>FileA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Flowchart: Process 3">
            <a:extLst>
              <a:ext uri="{FF2B5EF4-FFF2-40B4-BE49-F238E27FC236}">
                <a16:creationId xmlns:a16="http://schemas.microsoft.com/office/drawing/2014/main" id="{45D7FB27-C681-4DB2-838F-7F4D70F3EA30}"/>
              </a:ext>
            </a:extLst>
          </p:cNvPr>
          <p:cNvSpPr/>
          <p:nvPr/>
        </p:nvSpPr>
        <p:spPr>
          <a:xfrm>
            <a:off x="4038600" y="3276600"/>
            <a:ext cx="1143000" cy="612775"/>
          </a:xfrm>
          <a:prstGeom prst="flowChart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n-US" dirty="0">
                <a:solidFill>
                  <a:schemeClr val="tx1"/>
                </a:solidFill>
              </a:rPr>
              <a:t>Work</a:t>
            </a:r>
          </a:p>
          <a:p>
            <a:pPr algn="ctr" eaLnBrk="1" hangingPunct="1">
              <a:defRPr/>
            </a:pPr>
            <a:r>
              <a:rPr lang="en-US" dirty="0">
                <a:solidFill>
                  <a:schemeClr val="tx1"/>
                </a:solidFill>
              </a:rPr>
              <a:t>space</a:t>
            </a:r>
          </a:p>
        </p:txBody>
      </p:sp>
      <p:sp>
        <p:nvSpPr>
          <p:cNvPr id="5" name="Flowchart: Magnetic Disk 4">
            <a:extLst>
              <a:ext uri="{FF2B5EF4-FFF2-40B4-BE49-F238E27FC236}">
                <a16:creationId xmlns:a16="http://schemas.microsoft.com/office/drawing/2014/main" id="{569DA372-8D2A-4676-A617-B624B7180519}"/>
              </a:ext>
            </a:extLst>
          </p:cNvPr>
          <p:cNvSpPr/>
          <p:nvPr/>
        </p:nvSpPr>
        <p:spPr>
          <a:xfrm>
            <a:off x="6019800" y="4800600"/>
            <a:ext cx="914400" cy="612775"/>
          </a:xfrm>
          <a:prstGeom prst="flowChartMagneticDisk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n-US" dirty="0" err="1">
                <a:solidFill>
                  <a:schemeClr val="tx1"/>
                </a:solidFill>
              </a:rPr>
              <a:t>FileB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345A871-09E4-4FC4-B1D6-A189AFCA8655}"/>
              </a:ext>
            </a:extLst>
          </p:cNvPr>
          <p:cNvCxnSpPr/>
          <p:nvPr/>
        </p:nvCxnSpPr>
        <p:spPr>
          <a:xfrm rot="16200000" flipH="1">
            <a:off x="5181600" y="3886200"/>
            <a:ext cx="914400" cy="9144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71" name="TextBox 9">
            <a:extLst>
              <a:ext uri="{FF2B5EF4-FFF2-40B4-BE49-F238E27FC236}">
                <a16:creationId xmlns:a16="http://schemas.microsoft.com/office/drawing/2014/main" id="{CEB284FA-5014-4D89-875C-0BA28E689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62600" y="3886200"/>
            <a:ext cx="3581400" cy="923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:w FileB (if file does not exist)</a:t>
            </a:r>
            <a:r>
              <a:rPr lang="en-US" altLang="sk-SK" sz="1800" baseline="30000"/>
              <a:t> </a:t>
            </a:r>
            <a:endParaRPr lang="en-US" altLang="sk-SK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         :w! FileB (if file exists)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sk-SK" sz="1800"/>
          </a:p>
        </p:txBody>
      </p:sp>
      <p:sp>
        <p:nvSpPr>
          <p:cNvPr id="11272" name="TextBox 11">
            <a:extLst>
              <a:ext uri="{FF2B5EF4-FFF2-40B4-BE49-F238E27FC236}">
                <a16:creationId xmlns:a16="http://schemas.microsoft.com/office/drawing/2014/main" id="{4E828350-B7CA-4D82-89AF-B139F1B446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81425" y="5257800"/>
            <a:ext cx="2082800" cy="923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            ZZ,:q, or q!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sk-SK" sz="1800"/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No changes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7555095-C131-4F74-9AD5-97A9ED0AD6FE}"/>
              </a:ext>
            </a:extLst>
          </p:cNvPr>
          <p:cNvCxnSpPr/>
          <p:nvPr/>
        </p:nvCxnSpPr>
        <p:spPr>
          <a:xfrm rot="5400000">
            <a:off x="3581401" y="4876800"/>
            <a:ext cx="1981200" cy="317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74" name="TextBox 14">
            <a:extLst>
              <a:ext uri="{FF2B5EF4-FFF2-40B4-BE49-F238E27FC236}">
                <a16:creationId xmlns:a16="http://schemas.microsoft.com/office/drawing/2014/main" id="{C9039AE3-4684-49BA-91C0-A2DF1FA08E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0" y="2438400"/>
            <a:ext cx="1223963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vi  -r FileA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D082791-53A9-470A-803D-A47A169BE9E4}"/>
              </a:ext>
            </a:extLst>
          </p:cNvPr>
          <p:cNvCxnSpPr>
            <a:stCxn id="11274" idx="3"/>
          </p:cNvCxnSpPr>
          <p:nvPr/>
        </p:nvCxnSpPr>
        <p:spPr>
          <a:xfrm>
            <a:off x="2747963" y="2622550"/>
            <a:ext cx="1290637" cy="65405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11AD5F8-B08D-4F38-A23A-AF1A379697DB}"/>
              </a:ext>
            </a:extLst>
          </p:cNvPr>
          <p:cNvCxnSpPr>
            <a:stCxn id="26" idx="1"/>
          </p:cNvCxnSpPr>
          <p:nvPr/>
        </p:nvCxnSpPr>
        <p:spPr>
          <a:xfrm rot="5400000" flipH="1" flipV="1">
            <a:off x="1447800" y="2514600"/>
            <a:ext cx="457200" cy="9144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77" name="TextBox 16">
            <a:extLst>
              <a:ext uri="{FF2B5EF4-FFF2-40B4-BE49-F238E27FC236}">
                <a16:creationId xmlns:a16="http://schemas.microsoft.com/office/drawing/2014/main" id="{9973C9F5-7DF8-470A-BB85-7928759F236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62200" y="1447800"/>
            <a:ext cx="171132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recovery mode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C7BC8D4-86FB-47EF-AA2F-9F92D679CAFC}"/>
              </a:ext>
            </a:extLst>
          </p:cNvPr>
          <p:cNvCxnSpPr>
            <a:endCxn id="11274" idx="0"/>
          </p:cNvCxnSpPr>
          <p:nvPr/>
        </p:nvCxnSpPr>
        <p:spPr>
          <a:xfrm rot="10800000" flipV="1">
            <a:off x="2135188" y="1752600"/>
            <a:ext cx="836612" cy="6858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79" name="TextBox 21">
            <a:extLst>
              <a:ext uri="{FF2B5EF4-FFF2-40B4-BE49-F238E27FC236}">
                <a16:creationId xmlns:a16="http://schemas.microsoft.com/office/drawing/2014/main" id="{D208FA06-C6B4-42EB-8777-4EFF9C102A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3088" y="6211888"/>
            <a:ext cx="8570912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1. Note: The swap file must be manually deleted (e.g. rm .FileA.swp) after recovery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has been accomplished.</a:t>
            </a:r>
          </a:p>
        </p:txBody>
      </p:sp>
      <p:sp>
        <p:nvSpPr>
          <p:cNvPr id="26" name="Flowchart: Magnetic Disk 25">
            <a:extLst>
              <a:ext uri="{FF2B5EF4-FFF2-40B4-BE49-F238E27FC236}">
                <a16:creationId xmlns:a16="http://schemas.microsoft.com/office/drawing/2014/main" id="{65F84D27-6263-4888-984B-60BBD57647A3}"/>
              </a:ext>
            </a:extLst>
          </p:cNvPr>
          <p:cNvSpPr/>
          <p:nvPr/>
        </p:nvSpPr>
        <p:spPr>
          <a:xfrm>
            <a:off x="457200" y="3200400"/>
            <a:ext cx="1524000" cy="612775"/>
          </a:xfrm>
          <a:prstGeom prst="flowChartMagneticDisk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n-US" dirty="0">
                <a:solidFill>
                  <a:schemeClr val="tx1"/>
                </a:solidFill>
              </a:rPr>
              <a:t>.</a:t>
            </a:r>
            <a:r>
              <a:rPr lang="en-US" dirty="0" err="1">
                <a:solidFill>
                  <a:schemeClr val="tx1"/>
                </a:solidFill>
              </a:rPr>
              <a:t>FileA.swp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D2352EF-C54E-4279-AEF7-10F46EAF57F0}"/>
              </a:ext>
            </a:extLst>
          </p:cNvPr>
          <p:cNvCxnSpPr>
            <a:stCxn id="4" idx="1"/>
          </p:cNvCxnSpPr>
          <p:nvPr/>
        </p:nvCxnSpPr>
        <p:spPr>
          <a:xfrm rot="10800000" flipV="1">
            <a:off x="1905000" y="3582988"/>
            <a:ext cx="2133600" cy="106521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82" name="TextBox 30">
            <a:extLst>
              <a:ext uri="{FF2B5EF4-FFF2-40B4-BE49-F238E27FC236}">
                <a16:creationId xmlns:a16="http://schemas.microsoft.com/office/drawing/2014/main" id="{D753288D-FBC5-40D3-9239-AB3BB313B0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14600" y="4267200"/>
            <a:ext cx="1030288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:w or ZZ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860A27D-0473-473A-9457-8A3D4877BE2A}"/>
              </a:ext>
            </a:extLst>
          </p:cNvPr>
          <p:cNvCxnSpPr>
            <a:stCxn id="26" idx="4"/>
            <a:endCxn id="4" idx="1"/>
          </p:cNvCxnSpPr>
          <p:nvPr/>
        </p:nvCxnSpPr>
        <p:spPr>
          <a:xfrm>
            <a:off x="1981200" y="3506788"/>
            <a:ext cx="2057400" cy="76200"/>
          </a:xfrm>
          <a:prstGeom prst="straightConnector1">
            <a:avLst/>
          </a:prstGeom>
          <a:ln w="317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>
            <a:extLst>
              <a:ext uri="{FF2B5EF4-FFF2-40B4-BE49-F238E27FC236}">
                <a16:creationId xmlns:a16="http://schemas.microsoft.com/office/drawing/2014/main" id="{6216F425-5D42-4713-91EB-821AB0A9A62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/>
              <a:t>Entering the vi Editor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DC5FF36-2937-4017-9ED4-1AB2BA54A60F}"/>
              </a:ext>
            </a:extLst>
          </p:cNvPr>
          <p:cNvGraphicFramePr>
            <a:graphicFrameLocks noGrp="1"/>
          </p:cNvGraphicFramePr>
          <p:nvPr/>
        </p:nvGraphicFramePr>
        <p:xfrm>
          <a:off x="304800" y="1447800"/>
          <a:ext cx="8229600" cy="29368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01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194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92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Command</a:t>
                      </a:r>
                    </a:p>
                  </a:txBody>
                  <a:tcPr marT="45730" marB="4573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Description</a:t>
                      </a:r>
                    </a:p>
                  </a:txBody>
                  <a:tcPr marT="45730" marB="4573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218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vi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1800" i="1" dirty="0">
                          <a:solidFill>
                            <a:schemeClr val="tx1"/>
                          </a:solidFill>
                        </a:rPr>
                        <a:t>filename</a:t>
                      </a:r>
                    </a:p>
                  </a:txBody>
                  <a:tcPr marT="45730" marB="4573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Edits an existing </a:t>
                      </a:r>
                      <a:r>
                        <a:rPr lang="en-US" sz="18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filename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 or creates a new one if </a:t>
                      </a:r>
                      <a:r>
                        <a:rPr lang="en-US" sz="18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filename</a:t>
                      </a:r>
                      <a:r>
                        <a:rPr lang="en-US" sz="1800" baseline="0" dirty="0">
                          <a:solidFill>
                            <a:schemeClr val="tx1"/>
                          </a:solidFill>
                        </a:rPr>
                        <a:t> does not exist.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marT="45730" marB="4573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598">
                <a:tc>
                  <a:txBody>
                    <a:bodyPr/>
                    <a:lstStyle/>
                    <a:p>
                      <a:r>
                        <a:rPr lang="en-US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vi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 –r </a:t>
                      </a:r>
                      <a:r>
                        <a:rPr lang="en-US" sz="18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filename</a:t>
                      </a:r>
                    </a:p>
                  </a:txBody>
                  <a:tcPr marT="45730" marB="4573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Edits </a:t>
                      </a:r>
                      <a:r>
                        <a:rPr lang="en-US" sz="18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filename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 using </a:t>
                      </a:r>
                      <a:r>
                        <a:rPr lang="en-US" sz="18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en-US" sz="1800" i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filename.swp</a:t>
                      </a:r>
                      <a:r>
                        <a:rPr lang="en-US" sz="18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as the input .</a:t>
                      </a:r>
                      <a:r>
                        <a:rPr lang="en-US" sz="1800" baseline="0" dirty="0">
                          <a:solidFill>
                            <a:schemeClr val="tx1"/>
                          </a:solidFill>
                        </a:rPr>
                        <a:t>  The file </a:t>
                      </a:r>
                      <a:r>
                        <a:rPr lang="en-US" sz="18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en-US" sz="1800" i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filename.swp</a:t>
                      </a:r>
                      <a:r>
                        <a:rPr lang="en-US" sz="18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aseline="0" dirty="0">
                          <a:solidFill>
                            <a:schemeClr val="tx1"/>
                          </a:solidFill>
                        </a:rPr>
                        <a:t>must be deleted, using:</a:t>
                      </a:r>
                    </a:p>
                    <a:p>
                      <a:r>
                        <a:rPr lang="en-US" sz="18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rm</a:t>
                      </a:r>
                      <a:r>
                        <a:rPr lang="en-US" sz="18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18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en-US" sz="1800" i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filename.swp</a:t>
                      </a:r>
                      <a:r>
                        <a:rPr lang="en-US" sz="1800" baseline="0" dirty="0">
                          <a:solidFill>
                            <a:schemeClr val="tx1"/>
                          </a:solidFill>
                        </a:rPr>
                        <a:t>, after use.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marT="45730" marB="4573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218">
                <a:tc>
                  <a:txBody>
                    <a:bodyPr/>
                    <a:lstStyle/>
                    <a:p>
                      <a:r>
                        <a:rPr lang="en-US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vi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 –R </a:t>
                      </a:r>
                      <a:r>
                        <a:rPr lang="en-US" sz="18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filename</a:t>
                      </a:r>
                    </a:p>
                  </a:txBody>
                  <a:tcPr marT="45730" marB="4573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Edits </a:t>
                      </a:r>
                      <a:r>
                        <a:rPr lang="en-US" sz="18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filename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 in read-only mode does not allow changes to </a:t>
                      </a:r>
                      <a:r>
                        <a:rPr lang="en-US" sz="18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filename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marT="45730" marB="4573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920">
                <a:tc>
                  <a:txBody>
                    <a:bodyPr/>
                    <a:lstStyle/>
                    <a:p>
                      <a:r>
                        <a:rPr lang="en-US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vi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 +/</a:t>
                      </a:r>
                      <a:r>
                        <a:rPr lang="en-US" sz="18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pattern</a:t>
                      </a:r>
                      <a:r>
                        <a:rPr lang="en-US" sz="18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18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filename</a:t>
                      </a:r>
                    </a:p>
                  </a:txBody>
                  <a:tcPr marT="45730" marB="4573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Edits </a:t>
                      </a:r>
                      <a:r>
                        <a:rPr lang="en-US" sz="18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filename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 at</a:t>
                      </a:r>
                      <a:r>
                        <a:rPr lang="en-US" sz="1800" baseline="0" dirty="0">
                          <a:solidFill>
                            <a:schemeClr val="tx1"/>
                          </a:solidFill>
                        </a:rPr>
                        <a:t> the line containing the </a:t>
                      </a:r>
                      <a:r>
                        <a:rPr lang="en-US" sz="18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pattern</a:t>
                      </a:r>
                      <a:r>
                        <a:rPr lang="en-US" sz="18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marT="45730" marB="4573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>
            <a:extLst>
              <a:ext uri="{FF2B5EF4-FFF2-40B4-BE49-F238E27FC236}">
                <a16:creationId xmlns:a16="http://schemas.microsoft.com/office/drawing/2014/main" id="{219EC167-3104-47A1-BB19-A05B9EDD95F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/>
              <a:t>File Interaction in the vi Editor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C46E637-2842-49E5-BE7B-5CFB9CFDE0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3084617"/>
              </p:ext>
            </p:extLst>
          </p:nvPr>
        </p:nvGraphicFramePr>
        <p:xfrm>
          <a:off x="304800" y="1447800"/>
          <a:ext cx="8153400" cy="23929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3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894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83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Command</a:t>
                      </a: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Description</a:t>
                      </a: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154">
                <a:tc>
                  <a:txBody>
                    <a:bodyPr/>
                    <a:lstStyle/>
                    <a:p>
                      <a:r>
                        <a:rPr lang="en-US" sz="1800" i="0" dirty="0">
                          <a:solidFill>
                            <a:schemeClr val="tx1"/>
                          </a:solidFill>
                        </a:rPr>
                        <a:t>:w</a:t>
                      </a: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Write to the</a:t>
                      </a:r>
                      <a:r>
                        <a:rPr lang="en-US" sz="1800" baseline="0" dirty="0">
                          <a:solidFill>
                            <a:schemeClr val="tx1"/>
                          </a:solidFill>
                        </a:rPr>
                        <a:t> file that your are editing without exiting the editor.  Good for intermediate saves.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83"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:w </a:t>
                      </a:r>
                      <a:r>
                        <a:rPr lang="en-US" sz="18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def</a:t>
                      </a: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Write to a new file </a:t>
                      </a:r>
                      <a:r>
                        <a:rPr lang="en-US" sz="1800" i="1" dirty="0">
                          <a:solidFill>
                            <a:schemeClr val="tx1"/>
                          </a:solidFill>
                        </a:rPr>
                        <a:t>def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, but stay in the existing file.</a:t>
                      </a: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83"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:r </a:t>
                      </a:r>
                      <a:r>
                        <a:rPr lang="en-US" sz="18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def</a:t>
                      </a: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add (read) </a:t>
                      </a:r>
                      <a:r>
                        <a:rPr lang="en-US" sz="1800" baseline="0" dirty="0">
                          <a:solidFill>
                            <a:schemeClr val="tx1"/>
                          </a:solidFill>
                        </a:rPr>
                        <a:t>file </a:t>
                      </a:r>
                      <a:r>
                        <a:rPr lang="en-US" sz="18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def</a:t>
                      </a:r>
                      <a:r>
                        <a:rPr lang="en-US" sz="1800" baseline="0" dirty="0">
                          <a:solidFill>
                            <a:schemeClr val="tx1"/>
                          </a:solidFill>
                        </a:rPr>
                        <a:t> into the current file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154"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:f</a:t>
                      </a: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Provides information</a:t>
                      </a:r>
                      <a:r>
                        <a:rPr lang="en-US" sz="1800" baseline="0" dirty="0">
                          <a:solidFill>
                            <a:schemeClr val="tx1"/>
                          </a:solidFill>
                        </a:rPr>
                        <a:t> on the file currently editing, including the current line number, if it has been modified etc.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>
            <a:extLst>
              <a:ext uri="{FF2B5EF4-FFF2-40B4-BE49-F238E27FC236}">
                <a16:creationId xmlns:a16="http://schemas.microsoft.com/office/drawing/2014/main" id="{B530BC6D-FA1D-4F2E-B59E-163DF2322C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/>
              <a:t>Exiting the vi Editor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8069143-4699-44B7-AC08-8DD1A5C324B7}"/>
              </a:ext>
            </a:extLst>
          </p:cNvPr>
          <p:cNvGraphicFramePr>
            <a:graphicFrameLocks noGrp="1"/>
          </p:cNvGraphicFramePr>
          <p:nvPr/>
        </p:nvGraphicFramePr>
        <p:xfrm>
          <a:off x="381000" y="2209800"/>
          <a:ext cx="8153400" cy="26622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3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894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84"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Command </a:t>
                      </a: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Description</a:t>
                      </a: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156"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:q</a:t>
                      </a: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Exit (quit) without changes.  Assumes no changes</a:t>
                      </a:r>
                      <a:r>
                        <a:rPr lang="en-US" sz="1800" baseline="0" dirty="0">
                          <a:solidFill>
                            <a:schemeClr val="tx1"/>
                          </a:solidFill>
                        </a:rPr>
                        <a:t> have been made.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84"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:q!</a:t>
                      </a: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Exit (quit) without changes.  Assumes changes</a:t>
                      </a:r>
                      <a:r>
                        <a:rPr lang="en-US" sz="1800" baseline="0" dirty="0">
                          <a:solidFill>
                            <a:schemeClr val="tx1"/>
                          </a:solidFill>
                        </a:rPr>
                        <a:t> have been made.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156"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ZZ or :x</a:t>
                      </a: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Save the file only if changes have been made,</a:t>
                      </a:r>
                      <a:r>
                        <a:rPr lang="en-US" sz="1800" baseline="0" dirty="0">
                          <a:solidFill>
                            <a:schemeClr val="tx1"/>
                          </a:solidFill>
                        </a:rPr>
                        <a:t> then exit the editor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156"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en-US" sz="1800" i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wq</a:t>
                      </a:r>
                      <a:endParaRPr lang="en-US" sz="1800" i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Save the file</a:t>
                      </a:r>
                      <a:r>
                        <a:rPr lang="en-US" sz="1800" baseline="0" dirty="0">
                          <a:solidFill>
                            <a:schemeClr val="tx1"/>
                          </a:solidFill>
                        </a:rPr>
                        <a:t> and exit the editor.  This command will save the file even if no changes are made.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>
            <a:extLst>
              <a:ext uri="{FF2B5EF4-FFF2-40B4-BE49-F238E27FC236}">
                <a16:creationId xmlns:a16="http://schemas.microsoft.com/office/drawing/2014/main" id="{2DA0F755-5088-4D7B-809A-959596252F7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/>
              <a:t>vi Modes</a:t>
            </a:r>
            <a:endParaRPr lang="en-US" altLang="sk-SK" dirty="0"/>
          </a:p>
        </p:txBody>
      </p:sp>
      <p:sp>
        <p:nvSpPr>
          <p:cNvPr id="18435" name="Content Placeholder 2">
            <a:extLst>
              <a:ext uri="{FF2B5EF4-FFF2-40B4-BE49-F238E27FC236}">
                <a16:creationId xmlns:a16="http://schemas.microsoft.com/office/drawing/2014/main" id="{D26642D8-AE63-44B1-A0FE-18D1576C3CFE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altLang="sk-SK" dirty="0"/>
              <a:t>Contains two modes:</a:t>
            </a:r>
          </a:p>
          <a:p>
            <a:pPr lvl="1"/>
            <a:r>
              <a:rPr lang="en-US" altLang="sk-SK" b="1"/>
              <a:t>command </a:t>
            </a:r>
            <a:r>
              <a:rPr lang="en-US" altLang="sk-SK"/>
              <a:t>mode </a:t>
            </a:r>
            <a:endParaRPr lang="en-US" altLang="sk-SK">
              <a:cs typeface="Arial"/>
            </a:endParaRPr>
          </a:p>
          <a:p>
            <a:pPr lvl="2"/>
            <a:r>
              <a:rPr lang="en-US" altLang="sk-SK" dirty="0"/>
              <a:t>Default mode - Most powerful feature of the vi editor</a:t>
            </a:r>
          </a:p>
          <a:p>
            <a:pPr lvl="2"/>
            <a:r>
              <a:rPr lang="en-US" altLang="sk-SK" dirty="0"/>
              <a:t>Allows for </a:t>
            </a:r>
            <a:r>
              <a:rPr lang="en-US" altLang="sk-SK" u="sng" dirty="0"/>
              <a:t>efficient navigation and editing of existing text</a:t>
            </a:r>
            <a:r>
              <a:rPr lang="en-US" altLang="sk-SK" dirty="0"/>
              <a:t>.</a:t>
            </a:r>
          </a:p>
          <a:p>
            <a:pPr lvl="1"/>
            <a:r>
              <a:rPr lang="en-US" b="1">
                <a:cs typeface="Arial"/>
              </a:rPr>
              <a:t>insert</a:t>
            </a:r>
            <a:r>
              <a:rPr lang="en-US" dirty="0">
                <a:cs typeface="Arial"/>
              </a:rPr>
              <a:t> </a:t>
            </a:r>
          </a:p>
          <a:p>
            <a:pPr lvl="2"/>
            <a:r>
              <a:rPr lang="en-US">
                <a:cs typeface="Arial"/>
              </a:rPr>
              <a:t>Used to </a:t>
            </a:r>
            <a:r>
              <a:rPr lang="en-US" u="sng">
                <a:cs typeface="Arial"/>
              </a:rPr>
              <a:t>enter text </a:t>
            </a:r>
            <a:r>
              <a:rPr lang="en-US">
                <a:cs typeface="Arial"/>
              </a:rPr>
              <a:t>into a file (exited via Esc key)</a:t>
            </a:r>
          </a:p>
          <a:p>
            <a:pPr lvl="2"/>
            <a:r>
              <a:rPr lang="en-US">
                <a:cs typeface="Arial"/>
              </a:rPr>
              <a:t>Multiple ways to enter this mode</a:t>
            </a:r>
          </a:p>
          <a:p>
            <a:pPr lvl="2"/>
            <a:r>
              <a:rPr lang="en-US">
                <a:cs typeface="Arial"/>
              </a:rPr>
              <a:t>Not efficient for navigation or editing!</a:t>
            </a:r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>
            <a:extLst>
              <a:ext uri="{FF2B5EF4-FFF2-40B4-BE49-F238E27FC236}">
                <a16:creationId xmlns:a16="http://schemas.microsoft.com/office/drawing/2014/main" id="{E7C9BE1B-41F6-4414-BBB4-E96F2DD719C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sk-SK"/>
              <a:t>Navigation Commands</a:t>
            </a:r>
          </a:p>
        </p:txBody>
      </p:sp>
      <p:graphicFrame>
        <p:nvGraphicFramePr>
          <p:cNvPr id="10282" name="Group 42">
            <a:extLst>
              <a:ext uri="{FF2B5EF4-FFF2-40B4-BE49-F238E27FC236}">
                <a16:creationId xmlns:a16="http://schemas.microsoft.com/office/drawing/2014/main" id="{7177DBCB-29AC-442A-8060-454ADC800A30}"/>
              </a:ext>
            </a:extLst>
          </p:cNvPr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1605009762"/>
              </p:ext>
            </p:extLst>
          </p:nvPr>
        </p:nvGraphicFramePr>
        <p:xfrm>
          <a:off x="457200" y="1905000"/>
          <a:ext cx="8229600" cy="3957638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72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h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,</a:t>
                      </a:r>
                      <a:r>
                        <a:rPr kumimoji="0" lang="en-US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j</a:t>
                      </a:r>
                      <a:r>
                        <a:rPr kumimoji="0" lang="en-US" sz="2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en-US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k</a:t>
                      </a:r>
                      <a:r>
                        <a:rPr kumimoji="0" lang="en-US" sz="2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en-US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l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Move cursor left, down, up, or right characters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w</a:t>
                      </a:r>
                      <a:r>
                        <a:rPr kumimoji="0" lang="en-US" sz="2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en-US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W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Move to beginning of special character delimited word, whitespace delimited word.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e</a:t>
                      </a:r>
                      <a:r>
                        <a:rPr kumimoji="0" lang="en-US" sz="2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en-US" sz="20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E</a:t>
                      </a:r>
                      <a:endParaRPr kumimoji="0" lang="en-US" sz="2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+mn-ea"/>
                        <a:cs typeface="+mn-cs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Move to end of special character delimited word, whitespace delimited 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148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b</a:t>
                      </a:r>
                      <a:r>
                        <a:rPr kumimoji="0" lang="en-US" sz="2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en-US" sz="20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B</a:t>
                      </a:r>
                      <a:endParaRPr kumimoji="0" lang="en-US" sz="2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+mn-ea"/>
                        <a:cs typeface="+mn-cs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Move back to beginning of special character delimited word, whitespace delimited word.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en-US" sz="2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en-US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Open or closed parenthesis, move to beginning, end of current sentence. 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Hľadá</a:t>
                      </a: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 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bodku</a:t>
                      </a: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…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{</a:t>
                      </a:r>
                      <a:r>
                        <a:rPr kumimoji="0" lang="en-US" sz="2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en-US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Open or closed curly braces, move to beginning, end of current paragraph.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698" name="Text Box 43">
            <a:extLst>
              <a:ext uri="{FF2B5EF4-FFF2-40B4-BE49-F238E27FC236}">
                <a16:creationId xmlns:a16="http://schemas.microsoft.com/office/drawing/2014/main" id="{D4261A68-F1D0-433F-9951-D53D32711E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1000" y="1295400"/>
            <a:ext cx="21018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sz="2400" i="1"/>
              <a:t>n</a:t>
            </a:r>
            <a:r>
              <a:rPr lang="en-US" altLang="sk-SK" sz="2400" b="1" i="1"/>
              <a:t>c</a:t>
            </a:r>
            <a:r>
              <a:rPr lang="en-US" altLang="sk-SK" sz="2400"/>
              <a:t> where </a:t>
            </a:r>
            <a:r>
              <a:rPr lang="en-US" altLang="sk-SK" sz="2400" b="1" i="1"/>
              <a:t>c</a:t>
            </a:r>
            <a:r>
              <a:rPr lang="en-US" altLang="sk-SK" sz="2400"/>
              <a:t> is: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>
            <a:extLst>
              <a:ext uri="{FF2B5EF4-FFF2-40B4-BE49-F238E27FC236}">
                <a16:creationId xmlns:a16="http://schemas.microsoft.com/office/drawing/2014/main" id="{208FEDBD-43FC-47C1-BF7E-72CFDE26BE7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sk-SK"/>
              <a:t>Insert Commands</a:t>
            </a:r>
          </a:p>
        </p:txBody>
      </p:sp>
      <p:graphicFrame>
        <p:nvGraphicFramePr>
          <p:cNvPr id="5165" name="Group 45">
            <a:extLst>
              <a:ext uri="{FF2B5EF4-FFF2-40B4-BE49-F238E27FC236}">
                <a16:creationId xmlns:a16="http://schemas.microsoft.com/office/drawing/2014/main" id="{74AB3743-7B3A-4AD2-918B-04DF1ECA9429}"/>
              </a:ext>
            </a:extLst>
          </p:cNvPr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3517040637"/>
              </p:ext>
            </p:extLst>
          </p:nvPr>
        </p:nvGraphicFramePr>
        <p:xfrm>
          <a:off x="457200" y="1600200"/>
          <a:ext cx="8229600" cy="2834640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72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i</a:t>
                      </a: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, I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Enter insert mode at this location, Insert at beginning of line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o, O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Insert new line after/before current line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a, A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Append after cursor, end of current line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9476" name="Text Box 46">
            <a:extLst>
              <a:ext uri="{FF2B5EF4-FFF2-40B4-BE49-F238E27FC236}">
                <a16:creationId xmlns:a16="http://schemas.microsoft.com/office/drawing/2014/main" id="{3D66C857-F72C-4B85-B110-7EF70ABF93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9200" y="5410200"/>
            <a:ext cx="6199133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dirty="0"/>
              <a:t>NOTE: </a:t>
            </a:r>
            <a:r>
              <a:rPr kumimoji="0" 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&lt;esc&gt; exit insert mode</a:t>
            </a:r>
            <a:endParaRPr lang="en-US" altLang="sk-SK" dirty="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sz="1800" dirty="0"/>
              <a:t>Insert commands do not have multipliers or scale modifiers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 1">
            <a:extLst>
              <a:ext uri="{FF2B5EF4-FFF2-40B4-BE49-F238E27FC236}">
                <a16:creationId xmlns:a16="http://schemas.microsoft.com/office/drawing/2014/main" id="{0BB664CE-344C-4944-9E40-A414E618CA8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/>
              <a:t>command mode</a:t>
            </a:r>
          </a:p>
        </p:txBody>
      </p:sp>
      <p:sp>
        <p:nvSpPr>
          <p:cNvPr id="21507" name="Content Placeholder 2">
            <a:extLst>
              <a:ext uri="{FF2B5EF4-FFF2-40B4-BE49-F238E27FC236}">
                <a16:creationId xmlns:a16="http://schemas.microsoft.com/office/drawing/2014/main" id="{0A592D96-181C-4090-8F45-322B70029C0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sk-SK"/>
              <a:t>The default mode also has two sub </a:t>
            </a:r>
            <a:r>
              <a:rPr lang="en-US" altLang="sk-SK" dirty="0"/>
              <a:t>modes</a:t>
            </a:r>
          </a:p>
          <a:p>
            <a:pPr lvl="1"/>
            <a:r>
              <a:rPr lang="en-US" altLang="sk-SK" b="1" dirty="0"/>
              <a:t>in line </a:t>
            </a:r>
            <a:r>
              <a:rPr lang="en-US" altLang="sk-SK" dirty="0"/>
              <a:t>- where the cursor moves within the text</a:t>
            </a:r>
          </a:p>
          <a:p>
            <a:pPr lvl="1"/>
            <a:r>
              <a:rPr lang="en-US" altLang="sk-SK" b="1" dirty="0"/>
              <a:t>ex</a:t>
            </a:r>
            <a:r>
              <a:rPr lang="en-US" altLang="sk-SK" dirty="0"/>
              <a:t> commands - where the cursor moves to the bottom of the screen.  </a:t>
            </a:r>
            <a:r>
              <a:rPr lang="en-US" altLang="sk-SK" b="1" dirty="0"/>
              <a:t>ex</a:t>
            </a:r>
            <a:r>
              <a:rPr lang="en-US" altLang="sk-SK" dirty="0"/>
              <a:t> commands are preceded with a colon (:), a forward slash (/), or a question mark (?)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>
            <a:extLst>
              <a:ext uri="{FF2B5EF4-FFF2-40B4-BE49-F238E27FC236}">
                <a16:creationId xmlns:a16="http://schemas.microsoft.com/office/drawing/2014/main" id="{32118DB1-4F51-44DC-841C-D6F57E3FAB5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sk-SK"/>
              <a:t>Command mode</a:t>
            </a:r>
            <a:br>
              <a:rPr lang="en-US" altLang="sk-SK" dirty="0"/>
            </a:br>
            <a:r>
              <a:rPr lang="en-US" altLang="sk-SK"/>
              <a:t>General Command Syntax</a:t>
            </a:r>
          </a:p>
        </p:txBody>
      </p:sp>
      <p:sp>
        <p:nvSpPr>
          <p:cNvPr id="22531" name="Rectangle 3">
            <a:extLst>
              <a:ext uri="{FF2B5EF4-FFF2-40B4-BE49-F238E27FC236}">
                <a16:creationId xmlns:a16="http://schemas.microsoft.com/office/drawing/2014/main" id="{B071A791-7218-4F94-B092-9635AF253CC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  <a:buFontTx/>
              <a:buNone/>
            </a:pPr>
            <a:r>
              <a:rPr lang="en-US" altLang="sk-SK" sz="2800" dirty="0"/>
              <a:t>The general format for commands is</a:t>
            </a:r>
          </a:p>
          <a:p>
            <a:pPr algn="ctr" eaLnBrk="1" hangingPunct="1">
              <a:lnSpc>
                <a:spcPct val="90000"/>
              </a:lnSpc>
              <a:buFontTx/>
              <a:buNone/>
            </a:pPr>
            <a:r>
              <a:rPr lang="en-US" altLang="sk-SK" sz="2800" dirty="0" err="1"/>
              <a:t>ncm</a:t>
            </a:r>
            <a:endParaRPr lang="en-US" altLang="sk-SK" sz="2800" dirty="0"/>
          </a:p>
          <a:p>
            <a:pPr eaLnBrk="1" hangingPunct="1">
              <a:lnSpc>
                <a:spcPct val="90000"/>
              </a:lnSpc>
              <a:buFontTx/>
              <a:buNone/>
            </a:pPr>
            <a:r>
              <a:rPr lang="en-US" altLang="sk-SK" sz="2800" dirty="0"/>
              <a:t>Where: </a:t>
            </a:r>
          </a:p>
          <a:p>
            <a:pPr eaLnBrk="1" hangingPunct="1">
              <a:lnSpc>
                <a:spcPct val="90000"/>
              </a:lnSpc>
            </a:pPr>
            <a:r>
              <a:rPr lang="en-US" altLang="sk-SK" sz="2800" dirty="0"/>
              <a:t>n is an optional multiplier value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sk-SK" sz="2800" dirty="0"/>
              <a:t>c is the command</a:t>
            </a:r>
          </a:p>
          <a:p>
            <a:pPr eaLnBrk="1" hangingPunct="1">
              <a:lnSpc>
                <a:spcPct val="90000"/>
              </a:lnSpc>
            </a:pPr>
            <a:r>
              <a:rPr lang="en-US" altLang="sk-SK" sz="2800" dirty="0"/>
              <a:t>m is an optional scale modifier </a:t>
            </a:r>
          </a:p>
          <a:p>
            <a:pPr eaLnBrk="1" hangingPunct="1">
              <a:lnSpc>
                <a:spcPct val="90000"/>
              </a:lnSpc>
              <a:buFontTx/>
              <a:buNone/>
            </a:pPr>
            <a:r>
              <a:rPr lang="en-US" altLang="sk-SK" sz="2800" dirty="0"/>
              <a:t>Examples:</a:t>
            </a:r>
          </a:p>
          <a:p>
            <a:pPr eaLnBrk="1" hangingPunct="1">
              <a:lnSpc>
                <a:spcPct val="90000"/>
              </a:lnSpc>
              <a:buFontTx/>
              <a:buNone/>
            </a:pPr>
            <a:r>
              <a:rPr lang="en-US" altLang="sk-SK" sz="2800" dirty="0"/>
              <a:t>3dw – delete 3 special character delimited words</a:t>
            </a:r>
          </a:p>
          <a:p>
            <a:pPr eaLnBrk="1" hangingPunct="1">
              <a:lnSpc>
                <a:spcPct val="90000"/>
              </a:lnSpc>
              <a:buFontTx/>
              <a:buNone/>
            </a:pPr>
            <a:r>
              <a:rPr lang="en-US" altLang="sk-SK" sz="2800" dirty="0" err="1"/>
              <a:t>dW</a:t>
            </a:r>
            <a:r>
              <a:rPr lang="en-US" altLang="sk-SK" sz="2800" dirty="0"/>
              <a:t> – delete a single, space delimited word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>
            <a:extLst>
              <a:ext uri="{FF2B5EF4-FFF2-40B4-BE49-F238E27FC236}">
                <a16:creationId xmlns:a16="http://schemas.microsoft.com/office/drawing/2014/main" id="{B309B7E9-06D7-4B4B-BFA9-F50DE8B049A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sk-SK"/>
              <a:t>Delete Commands</a:t>
            </a:r>
          </a:p>
        </p:txBody>
      </p:sp>
      <p:graphicFrame>
        <p:nvGraphicFramePr>
          <p:cNvPr id="9268" name="Group 52">
            <a:extLst>
              <a:ext uri="{FF2B5EF4-FFF2-40B4-BE49-F238E27FC236}">
                <a16:creationId xmlns:a16="http://schemas.microsoft.com/office/drawing/2014/main" id="{79FD9263-5F75-49B1-AE6B-36EA85F630A2}"/>
              </a:ext>
            </a:extLst>
          </p:cNvPr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1234987839"/>
              </p:ext>
            </p:extLst>
          </p:nvPr>
        </p:nvGraphicFramePr>
        <p:xfrm>
          <a:off x="457200" y="1905000"/>
          <a:ext cx="8229600" cy="4721860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72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Delete (dd delete this line) (D delete from cursor to end of line)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w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Delete special character delimited 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W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Delete whitespace delimited 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75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}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Delete to next paragraph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75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^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Delete to beginning of the line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75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/pattern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Delete to first occurrence of pattern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75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Delete to next occurrence of pattern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56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  <a:r>
                        <a:rPr kumimoji="0" 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Delete up to and including </a:t>
                      </a:r>
                      <a:r>
                        <a:rPr kumimoji="0" 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</a:t>
                      </a: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 on this line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t</a:t>
                      </a:r>
                      <a:r>
                        <a:rPr kumimoji="0" 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Delete up to (not including) </a:t>
                      </a:r>
                      <a:r>
                        <a:rPr kumimoji="0" lang="en-US" sz="24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</a:t>
                      </a: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 on this line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3587" name="Rectangle 22">
            <a:extLst>
              <a:ext uri="{FF2B5EF4-FFF2-40B4-BE49-F238E27FC236}">
                <a16:creationId xmlns:a16="http://schemas.microsoft.com/office/drawing/2014/main" id="{501E95F4-7BA5-4738-BFA6-08E734C963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" y="1295400"/>
            <a:ext cx="31686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sz="1800" i="1"/>
              <a:t>n</a:t>
            </a:r>
            <a:r>
              <a:rPr lang="en-US" altLang="sk-SK" sz="1800" b="1"/>
              <a:t>d</a:t>
            </a:r>
            <a:r>
              <a:rPr lang="en-US" altLang="sk-SK" sz="1800" i="1"/>
              <a:t>m </a:t>
            </a:r>
            <a:r>
              <a:rPr lang="en-US" altLang="sk-SK" sz="1800"/>
              <a:t>where modifiers include</a:t>
            </a:r>
            <a:r>
              <a:rPr lang="en-US" altLang="sk-SK" sz="1800" i="1"/>
              <a:t>: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>
            <a:extLst>
              <a:ext uri="{FF2B5EF4-FFF2-40B4-BE49-F238E27FC236}">
                <a16:creationId xmlns:a16="http://schemas.microsoft.com/office/drawing/2014/main" id="{1ABE410C-5169-4E2E-8200-E53DB634A5C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sk-SK" dirty="0"/>
              <a:t>Delete Character Commands</a:t>
            </a:r>
          </a:p>
        </p:txBody>
      </p:sp>
      <p:graphicFrame>
        <p:nvGraphicFramePr>
          <p:cNvPr id="12309" name="Group 21">
            <a:extLst>
              <a:ext uri="{FF2B5EF4-FFF2-40B4-BE49-F238E27FC236}">
                <a16:creationId xmlns:a16="http://schemas.microsoft.com/office/drawing/2014/main" id="{129E45F8-3AD0-4413-B5ED-B915C7058451}"/>
              </a:ext>
            </a:extLst>
          </p:cNvPr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3194026727"/>
              </p:ext>
            </p:extLst>
          </p:nvPr>
        </p:nvGraphicFramePr>
        <p:xfrm>
          <a:off x="457200" y="1600200"/>
          <a:ext cx="8229600" cy="1036638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72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31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n</a:t>
                      </a:r>
                      <a:r>
                        <a:rPr kumimoji="0" lang="en-US" sz="2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x</a:t>
                      </a:r>
                      <a:endParaRPr kumimoji="0" lang="en-US" sz="2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T="45734" marB="45734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Delete current [and n-1] character[s]</a:t>
                      </a:r>
                    </a:p>
                  </a:txBody>
                  <a:tcPr marT="45734" marB="4573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31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n</a:t>
                      </a: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marT="45734" marB="45734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Delete previous n character[s]</a:t>
                      </a:r>
                    </a:p>
                  </a:txBody>
                  <a:tcPr marT="45734" marB="4573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BlokTextu 5">
            <a:extLst>
              <a:ext uri="{FF2B5EF4-FFF2-40B4-BE49-F238E27FC236}">
                <a16:creationId xmlns:a16="http://schemas.microsoft.com/office/drawing/2014/main" id="{2729AE58-6BC0-3F7C-9F99-2FEC44FF0DA6}"/>
              </a:ext>
            </a:extLst>
          </p:cNvPr>
          <p:cNvSpPr txBox="1"/>
          <p:nvPr/>
        </p:nvSpPr>
        <p:spPr>
          <a:xfrm>
            <a:off x="838201" y="3429000"/>
            <a:ext cx="7696199" cy="175432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dirty="0"/>
              <a:t>Type </a:t>
            </a:r>
            <a:r>
              <a:rPr lang="en-US" b="1" dirty="0"/>
              <a:t>u</a:t>
            </a:r>
            <a:r>
              <a:rPr lang="en-US" dirty="0"/>
              <a:t> to undo the last change.</a:t>
            </a:r>
          </a:p>
          <a:p>
            <a:endParaRPr lang="en-US" dirty="0"/>
          </a:p>
          <a:p>
            <a:r>
              <a:rPr lang="en-US" dirty="0"/>
              <a:t>Make sure you’re typing lowercase </a:t>
            </a:r>
            <a:r>
              <a:rPr lang="en-US" b="1" dirty="0"/>
              <a:t>u</a:t>
            </a:r>
            <a:r>
              <a:rPr lang="en-US" dirty="0"/>
              <a:t>, not the uppercase </a:t>
            </a:r>
            <a:r>
              <a:rPr lang="en-US" b="1" dirty="0"/>
              <a:t>U</a:t>
            </a:r>
            <a:r>
              <a:rPr lang="en-US" dirty="0"/>
              <a:t> command, which undoes all the latest changes </a:t>
            </a:r>
            <a:r>
              <a:rPr lang="en-US" u="sng" dirty="0"/>
              <a:t>on one line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b="1" dirty="0">
                <a:latin typeface="Arial"/>
                <a:cs typeface="Arial"/>
              </a:rPr>
              <a:t>If you accidentally type U you can undo the change with u.</a:t>
            </a:r>
            <a:r>
              <a:rPr lang="en-US" dirty="0">
                <a:latin typeface="Arial"/>
                <a:cs typeface="Arial"/>
              </a:rPr>
              <a:t> </a:t>
            </a:r>
            <a:endParaRPr lang="sk-SK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0F759448-0202-4D74-9E25-20F6EFD5FA7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sk-SK"/>
              <a:t>Replace Commands</a:t>
            </a:r>
          </a:p>
        </p:txBody>
      </p:sp>
      <p:graphicFrame>
        <p:nvGraphicFramePr>
          <p:cNvPr id="11267" name="Group 3">
            <a:extLst>
              <a:ext uri="{FF2B5EF4-FFF2-40B4-BE49-F238E27FC236}">
                <a16:creationId xmlns:a16="http://schemas.microsoft.com/office/drawing/2014/main" id="{153DB0C0-DBC3-44E9-A883-DFDA754466FF}"/>
              </a:ext>
            </a:extLst>
          </p:cNvPr>
          <p:cNvGraphicFramePr>
            <a:graphicFrameLocks noGrp="1"/>
          </p:cNvGraphicFramePr>
          <p:nvPr>
            <p:ph type="tbl" idx="1"/>
          </p:nvPr>
        </p:nvGraphicFramePr>
        <p:xfrm>
          <a:off x="457200" y="1600200"/>
          <a:ext cx="8229600" cy="2408238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72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22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r</a:t>
                      </a:r>
                      <a:r>
                        <a:rPr kumimoji="0" lang="en-US" sz="28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x</a:t>
                      </a:r>
                      <a:endParaRPr kumimoji="0" lang="en-US" sz="2800" b="0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T="45726" marB="4572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Replace current character with x</a:t>
                      </a:r>
                    </a:p>
                  </a:txBody>
                  <a:tcPr marT="45726" marB="4572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22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R</a:t>
                      </a:r>
                      <a:r>
                        <a:rPr kumimoji="0" lang="en-US" sz="28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text</a:t>
                      </a:r>
                      <a:endParaRPr kumimoji="0" lang="en-US" sz="2800" b="0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T="45726" marB="4572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Replace text beginning at cursor</a:t>
                      </a:r>
                    </a:p>
                  </a:txBody>
                  <a:tcPr marT="45726" marB="4572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178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c</a:t>
                      </a:r>
                      <a:r>
                        <a:rPr kumimoji="0" lang="en-US" sz="28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</a:t>
                      </a:r>
                      <a:endParaRPr kumimoji="0" lang="en-US" sz="2800" b="0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T="45726" marB="4572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Replace based on dimension d (e.g. </a:t>
                      </a:r>
                      <a:r>
                        <a:rPr kumimoji="0" lang="en-US" sz="28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cw</a:t>
                      </a: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 replaces a word) use escape to terminate replacement</a:t>
                      </a:r>
                    </a:p>
                  </a:txBody>
                  <a:tcPr marT="45726" marB="4572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Title 1">
            <a:extLst>
              <a:ext uri="{FF2B5EF4-FFF2-40B4-BE49-F238E27FC236}">
                <a16:creationId xmlns:a16="http://schemas.microsoft.com/office/drawing/2014/main" id="{170D6DA0-D05D-4065-B664-CACA34F2044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 dirty="0"/>
              <a:t>Splitting and Joining Lines</a:t>
            </a:r>
          </a:p>
        </p:txBody>
      </p:sp>
      <p:sp>
        <p:nvSpPr>
          <p:cNvPr id="26627" name="Content Placeholder 3">
            <a:extLst>
              <a:ext uri="{FF2B5EF4-FFF2-40B4-BE49-F238E27FC236}">
                <a16:creationId xmlns:a16="http://schemas.microsoft.com/office/drawing/2014/main" id="{2A816565-5EE8-4C38-B276-50C33E3EC618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sk-SK" dirty="0"/>
              <a:t>If you wish to split a line between words, position yourself on a space between the words to be split, then use the replace (</a:t>
            </a:r>
            <a:r>
              <a:rPr lang="en-US" altLang="sk-SK" b="1" dirty="0"/>
              <a:t>r</a:t>
            </a:r>
            <a:r>
              <a:rPr lang="en-US" altLang="sk-SK" dirty="0"/>
              <a:t>) followed by the </a:t>
            </a:r>
            <a:r>
              <a:rPr lang="en-US" altLang="sk-SK" b="1" dirty="0"/>
              <a:t>return</a:t>
            </a:r>
            <a:r>
              <a:rPr lang="en-US" altLang="sk-SK" dirty="0"/>
              <a:t> key.  This will replace the space with a carriage return forming a new line.</a:t>
            </a:r>
          </a:p>
          <a:p>
            <a:r>
              <a:rPr lang="en-US" altLang="sk-SK" dirty="0"/>
              <a:t>If you wish to join or combine two lines go to the upper of the two lines to be joined, then key in the uppercase “</a:t>
            </a:r>
            <a:r>
              <a:rPr lang="en-US" altLang="sk-SK" b="1" dirty="0"/>
              <a:t>J</a:t>
            </a:r>
            <a:r>
              <a:rPr lang="en-US" altLang="sk-SK" dirty="0"/>
              <a:t>” for join.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40019-5856-4C90-BF69-6BD9F25D94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FontTx/>
              <a:buNone/>
              <a:defRPr/>
            </a:pPr>
            <a:r>
              <a:rPr lang="en-US" dirty="0"/>
              <a:t>Example:  </a:t>
            </a:r>
          </a:p>
          <a:p>
            <a:pPr marL="0" indent="0">
              <a:buFontTx/>
              <a:buNone/>
              <a:defRPr/>
            </a:pPr>
            <a:r>
              <a:rPr lang="en-US" dirty="0"/>
              <a:t>We wish to split the line below between the word “should” and “be”.</a:t>
            </a:r>
          </a:p>
          <a:p>
            <a:pPr lvl="2">
              <a:buFontTx/>
              <a:buNone/>
              <a:defRPr/>
            </a:pPr>
            <a:r>
              <a:rPr lang="en-US" dirty="0"/>
              <a:t>“This line should be split.”</a:t>
            </a:r>
          </a:p>
          <a:p>
            <a:pPr lvl="2">
              <a:buFontTx/>
              <a:buNone/>
              <a:defRPr/>
            </a:pPr>
            <a:endParaRPr lang="en-US" dirty="0"/>
          </a:p>
          <a:p>
            <a:pPr lvl="2">
              <a:buFontTx/>
              <a:buNone/>
              <a:defRPr/>
            </a:pPr>
            <a:endParaRPr lang="en-US" dirty="0"/>
          </a:p>
          <a:p>
            <a:pPr>
              <a:buFontTx/>
              <a:buNone/>
              <a:defRPr/>
            </a:pPr>
            <a:r>
              <a:rPr lang="en-US" dirty="0"/>
              <a:t>To join the lines:</a:t>
            </a:r>
          </a:p>
          <a:p>
            <a:pPr marL="1257300" lvl="4" indent="-342900">
              <a:buFontTx/>
              <a:buNone/>
              <a:defRPr/>
            </a:pPr>
            <a:r>
              <a:rPr lang="en-US" dirty="0"/>
              <a:t>“This line should </a:t>
            </a:r>
          </a:p>
          <a:p>
            <a:pPr marL="1257300" lvl="4" indent="-342900">
              <a:buFontTx/>
              <a:buNone/>
              <a:defRPr/>
            </a:pPr>
            <a:r>
              <a:rPr lang="en-US" dirty="0"/>
              <a:t>be split.”</a:t>
            </a:r>
          </a:p>
          <a:p>
            <a:pPr>
              <a:buFontTx/>
              <a:buNone/>
              <a:defRPr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98D8B9-E113-4DBF-9354-B6CC8AA8CF73}"/>
              </a:ext>
            </a:extLst>
          </p:cNvPr>
          <p:cNvSpPr txBox="1"/>
          <p:nvPr/>
        </p:nvSpPr>
        <p:spPr>
          <a:xfrm>
            <a:off x="2209800" y="3962400"/>
            <a:ext cx="3429000" cy="9239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342900" indent="-342900" eaLnBrk="1" hangingPunct="1">
              <a:buFontTx/>
              <a:buAutoNum type="arabicPeriod"/>
              <a:defRPr/>
            </a:pPr>
            <a:r>
              <a:rPr lang="en-US" dirty="0">
                <a:latin typeface="Arial" charset="0"/>
              </a:rPr>
              <a:t>Position the cursor here</a:t>
            </a:r>
          </a:p>
          <a:p>
            <a:pPr marL="342900" indent="-342900" eaLnBrk="1" hangingPunct="1">
              <a:buFontTx/>
              <a:buAutoNum type="arabicPeriod"/>
              <a:defRPr/>
            </a:pPr>
            <a:r>
              <a:rPr lang="en-US" dirty="0">
                <a:latin typeface="Arial" charset="0"/>
              </a:rPr>
              <a:t>Key in “r” followed by “enter”</a:t>
            </a:r>
          </a:p>
          <a:p>
            <a:pPr eaLnBrk="1" hangingPunct="1">
              <a:defRPr/>
            </a:pPr>
            <a:endParaRPr lang="en-US" dirty="0">
              <a:latin typeface="Arial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0C2BA7B-44C3-46BC-925E-6297D752851F}"/>
              </a:ext>
            </a:extLst>
          </p:cNvPr>
          <p:cNvCxnSpPr>
            <a:stCxn id="4" idx="0"/>
          </p:cNvCxnSpPr>
          <p:nvPr/>
        </p:nvCxnSpPr>
        <p:spPr>
          <a:xfrm rot="16200000" flipV="1">
            <a:off x="3600450" y="3638550"/>
            <a:ext cx="457200" cy="19050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9D106CF-472D-42B5-A5C0-FAC757F14843}"/>
              </a:ext>
            </a:extLst>
          </p:cNvPr>
          <p:cNvSpPr txBox="1"/>
          <p:nvPr/>
        </p:nvSpPr>
        <p:spPr>
          <a:xfrm>
            <a:off x="4038600" y="5029200"/>
            <a:ext cx="4673600" cy="9239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342900" indent="-342900" eaLnBrk="1" hangingPunct="1">
              <a:buFontTx/>
              <a:buAutoNum type="arabicPeriod"/>
              <a:defRPr/>
            </a:pPr>
            <a:r>
              <a:rPr lang="en-US" dirty="0">
                <a:latin typeface="Arial" charset="0"/>
              </a:rPr>
              <a:t>Position the cursor anywhere on this line</a:t>
            </a:r>
          </a:p>
          <a:p>
            <a:pPr marL="342900" indent="-342900" eaLnBrk="1" hangingPunct="1">
              <a:buFontTx/>
              <a:buAutoNum type="arabicPeriod"/>
              <a:defRPr/>
            </a:pPr>
            <a:r>
              <a:rPr lang="en-US" dirty="0">
                <a:latin typeface="Arial" charset="0"/>
              </a:rPr>
              <a:t>Key in “J”</a:t>
            </a:r>
          </a:p>
          <a:p>
            <a:pPr eaLnBrk="1" hangingPunct="1">
              <a:defRPr/>
            </a:pPr>
            <a:endParaRPr lang="en-US" dirty="0">
              <a:latin typeface="Arial" charset="0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7CCC2E9-DDF6-4668-A342-2C939161B79B}"/>
              </a:ext>
            </a:extLst>
          </p:cNvPr>
          <p:cNvCxnSpPr/>
          <p:nvPr/>
        </p:nvCxnSpPr>
        <p:spPr>
          <a:xfrm rot="10800000" flipV="1">
            <a:off x="3429000" y="5257800"/>
            <a:ext cx="685800" cy="7620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655" name="Title 1">
            <a:extLst>
              <a:ext uri="{FF2B5EF4-FFF2-40B4-BE49-F238E27FC236}">
                <a16:creationId xmlns:a16="http://schemas.microsoft.com/office/drawing/2014/main" id="{E2062ABA-0C66-46E9-BDA2-7C2ED6A0D03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/>
              <a:t>Splitting and Joining Lines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>
            <a:extLst>
              <a:ext uri="{FF2B5EF4-FFF2-40B4-BE49-F238E27FC236}">
                <a16:creationId xmlns:a16="http://schemas.microsoft.com/office/drawing/2014/main" id="{5D175282-03A1-40A6-9134-29A50793166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sk-SK" sz="4000"/>
              <a:t>Current Line </a:t>
            </a:r>
            <a:br>
              <a:rPr lang="en-US" altLang="sk-SK" sz="4000"/>
            </a:br>
            <a:r>
              <a:rPr lang="en-US" altLang="sk-SK" sz="4000"/>
              <a:t>Navigation Commands</a:t>
            </a:r>
          </a:p>
        </p:txBody>
      </p:sp>
      <p:graphicFrame>
        <p:nvGraphicFramePr>
          <p:cNvPr id="16415" name="Group 31">
            <a:extLst>
              <a:ext uri="{FF2B5EF4-FFF2-40B4-BE49-F238E27FC236}">
                <a16:creationId xmlns:a16="http://schemas.microsoft.com/office/drawing/2014/main" id="{22E86009-E85E-4D6E-A8D5-EF498A0870B7}"/>
              </a:ext>
            </a:extLst>
          </p:cNvPr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3147109154"/>
              </p:ext>
            </p:extLst>
          </p:nvPr>
        </p:nvGraphicFramePr>
        <p:xfrm>
          <a:off x="457200" y="1905000"/>
          <a:ext cx="8229600" cy="2714628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72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0,$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First and last position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^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First non-blank position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n|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n Column (| is the pipe symbol)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gg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First character in text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2188935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G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Last line in text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6277195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lvl="0" indent="0" algn="l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None/>
                        <a:tabLst/>
                      </a:pPr>
                      <a:r>
                        <a:rPr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/>
                        </a:rPr>
                        <a:t>%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/>
                      </a:endParaRPr>
                    </a:p>
                  </a:txBody>
                  <a:tcPr>
                    <a:lnL w="28575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28575">
                      <a:solidFill>
                        <a:schemeClr val="tx1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kumimoji="0" lang="en-US" sz="2000" b="0" i="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/>
                          <a:ea typeface="+mn-ea"/>
                          <a:cs typeface="+mn-cs"/>
                        </a:rPr>
                        <a:t>It jumps to the line at % of the total lines.</a:t>
                      </a:r>
                      <a:endParaRPr kumimoji="0" lang="en-US" sz="2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/>
                        <a:ea typeface="+mn-ea"/>
                        <a:cs typeface="+mn-cs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28575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28575">
                      <a:solidFill>
                        <a:schemeClr val="tx1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7718624"/>
                  </a:ext>
                </a:extLst>
              </a:tr>
            </a:tbl>
          </a:graphicData>
        </a:graphic>
      </p:graphicFrame>
      <p:sp>
        <p:nvSpPr>
          <p:cNvPr id="2" name="BlokTextu 1">
            <a:extLst>
              <a:ext uri="{FF2B5EF4-FFF2-40B4-BE49-F238E27FC236}">
                <a16:creationId xmlns:a16="http://schemas.microsoft.com/office/drawing/2014/main" id="{CDC35E62-FA66-7656-3909-EC3EE4BC1C86}"/>
              </a:ext>
            </a:extLst>
          </p:cNvPr>
          <p:cNvSpPr txBox="1"/>
          <p:nvPr/>
        </p:nvSpPr>
        <p:spPr>
          <a:xfrm>
            <a:off x="487680" y="4953000"/>
            <a:ext cx="5647700" cy="677108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sk-SK" dirty="0"/>
              <a:t>5gg – prejde na začiatok 5 riadku</a:t>
            </a:r>
          </a:p>
          <a:p>
            <a:r>
              <a:rPr lang="en-US" sz="2000">
                <a:cs typeface="Arial"/>
              </a:rPr>
              <a:t>50% It jumps to the line at 50% of the total lines.</a:t>
            </a:r>
            <a:endParaRPr lang="sk-SK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>
            <a:extLst>
              <a:ext uri="{FF2B5EF4-FFF2-40B4-BE49-F238E27FC236}">
                <a16:creationId xmlns:a16="http://schemas.microsoft.com/office/drawing/2014/main" id="{DE09336F-5E91-4A10-BC6C-1867C02CCFC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sk-SK"/>
              <a:t>Search Commands</a:t>
            </a:r>
          </a:p>
        </p:txBody>
      </p:sp>
      <p:graphicFrame>
        <p:nvGraphicFramePr>
          <p:cNvPr id="13333" name="Group 21">
            <a:extLst>
              <a:ext uri="{FF2B5EF4-FFF2-40B4-BE49-F238E27FC236}">
                <a16:creationId xmlns:a16="http://schemas.microsoft.com/office/drawing/2014/main" id="{0A4E729E-F79D-47B7-BA17-C279B720E45D}"/>
              </a:ext>
            </a:extLst>
          </p:cNvPr>
          <p:cNvGraphicFramePr>
            <a:graphicFrameLocks noGrp="1"/>
          </p:cNvGraphicFramePr>
          <p:nvPr>
            <p:ph type="tbl" idx="1"/>
          </p:nvPr>
        </p:nvGraphicFramePr>
        <p:xfrm>
          <a:off x="457200" y="1600200"/>
          <a:ext cx="8229600" cy="2925976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72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4478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/</a:t>
                      </a:r>
                      <a:r>
                        <a:rPr kumimoji="0" lang="en-US" sz="28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text</a:t>
                      </a:r>
                    </a:p>
                  </a:txBody>
                  <a:tcPr marT="45707" marB="4570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Search for text forward (wraps to beginning)</a:t>
                      </a:r>
                    </a:p>
                  </a:txBody>
                  <a:tcPr marT="45707" marB="4570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0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?</a:t>
                      </a:r>
                      <a:r>
                        <a:rPr kumimoji="0" lang="en-US" sz="28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text</a:t>
                      </a:r>
                    </a:p>
                  </a:txBody>
                  <a:tcPr marT="45707" marB="4570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Search for text backward</a:t>
                      </a:r>
                    </a:p>
                  </a:txBody>
                  <a:tcPr marT="45707" marB="4570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0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n</a:t>
                      </a:r>
                    </a:p>
                  </a:txBody>
                  <a:tcPr marT="45707" marB="4570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Search for same text again</a:t>
                      </a:r>
                    </a:p>
                  </a:txBody>
                  <a:tcPr marT="45707" marB="4570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4478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N</a:t>
                      </a:r>
                    </a:p>
                  </a:txBody>
                  <a:tcPr marT="45707" marB="4570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Search for text reverse direction of initial search</a:t>
                      </a:r>
                    </a:p>
                  </a:txBody>
                  <a:tcPr marT="45707" marB="4570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B1FCB07E-3F55-BB70-B41D-F4DBCA516523}"/>
              </a:ext>
            </a:extLst>
          </p:cNvPr>
          <p:cNvSpPr txBox="1"/>
          <p:nvPr/>
        </p:nvSpPr>
        <p:spPr>
          <a:xfrm>
            <a:off x="680428" y="5479237"/>
            <a:ext cx="5969166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latin typeface="Arial"/>
                <a:cs typeface="Arial"/>
              </a:rPr>
              <a:t>Kurzor</a:t>
            </a:r>
            <a:r>
              <a:rPr lang="en-US" dirty="0">
                <a:latin typeface="Arial"/>
                <a:cs typeface="Arial"/>
              </a:rPr>
              <a:t> </a:t>
            </a:r>
            <a:r>
              <a:rPr lang="en-US" dirty="0" err="1">
                <a:latin typeface="Arial"/>
                <a:cs typeface="Arial"/>
              </a:rPr>
              <a:t>na</a:t>
            </a:r>
            <a:r>
              <a:rPr lang="en-US" dirty="0">
                <a:latin typeface="Arial"/>
                <a:cs typeface="Arial"/>
              </a:rPr>
              <a:t> </a:t>
            </a:r>
            <a:r>
              <a:rPr lang="en-US" dirty="0" err="1">
                <a:latin typeface="Arial"/>
                <a:cs typeface="Arial"/>
              </a:rPr>
              <a:t>slovo</a:t>
            </a:r>
            <a:r>
              <a:rPr lang="en-US" dirty="0">
                <a:latin typeface="Arial"/>
                <a:cs typeface="Arial"/>
              </a:rPr>
              <a:t> a </a:t>
            </a:r>
            <a:r>
              <a:rPr lang="en-US" b="1" dirty="0">
                <a:latin typeface="Arial"/>
                <a:cs typeface="Arial"/>
              </a:rPr>
              <a:t>*</a:t>
            </a:r>
            <a:r>
              <a:rPr lang="en-US" dirty="0">
                <a:latin typeface="Arial"/>
                <a:cs typeface="Arial"/>
              </a:rPr>
              <a:t> </a:t>
            </a:r>
            <a:r>
              <a:rPr lang="en-US" dirty="0" err="1">
                <a:latin typeface="Arial"/>
                <a:cs typeface="Arial"/>
              </a:rPr>
              <a:t>vyhľadá</a:t>
            </a:r>
            <a:r>
              <a:rPr lang="en-US" dirty="0">
                <a:latin typeface="Arial"/>
                <a:cs typeface="Arial"/>
              </a:rPr>
              <a:t> </a:t>
            </a:r>
            <a:r>
              <a:rPr lang="en-US" dirty="0" err="1">
                <a:latin typeface="Arial"/>
                <a:cs typeface="Arial"/>
              </a:rPr>
              <a:t>slovo</a:t>
            </a:r>
            <a:r>
              <a:rPr lang="en-US" dirty="0">
                <a:latin typeface="Arial"/>
                <a:cs typeface="Arial"/>
              </a:rPr>
              <a:t> </a:t>
            </a:r>
            <a:r>
              <a:rPr lang="en-US" dirty="0" err="1">
                <a:latin typeface="Arial"/>
                <a:cs typeface="Arial"/>
              </a:rPr>
              <a:t>smerom</a:t>
            </a:r>
            <a:r>
              <a:rPr lang="en-US" dirty="0">
                <a:latin typeface="Arial"/>
                <a:cs typeface="Arial"/>
              </a:rPr>
              <a:t> dole</a:t>
            </a:r>
          </a:p>
          <a:p>
            <a:r>
              <a:rPr lang="en-US" dirty="0" err="1">
                <a:latin typeface="Arial"/>
                <a:cs typeface="Arial"/>
              </a:rPr>
              <a:t>Kurzor</a:t>
            </a:r>
            <a:r>
              <a:rPr lang="en-US" dirty="0">
                <a:latin typeface="Arial"/>
                <a:cs typeface="Arial"/>
              </a:rPr>
              <a:t> </a:t>
            </a:r>
            <a:r>
              <a:rPr lang="en-US" dirty="0" err="1">
                <a:latin typeface="Arial"/>
                <a:cs typeface="Arial"/>
              </a:rPr>
              <a:t>na</a:t>
            </a:r>
            <a:r>
              <a:rPr lang="en-US" dirty="0">
                <a:latin typeface="Arial"/>
                <a:cs typeface="Arial"/>
              </a:rPr>
              <a:t> </a:t>
            </a:r>
            <a:r>
              <a:rPr lang="en-US" dirty="0" err="1">
                <a:latin typeface="Arial"/>
                <a:cs typeface="Arial"/>
              </a:rPr>
              <a:t>slovo</a:t>
            </a:r>
            <a:r>
              <a:rPr lang="en-US" dirty="0">
                <a:latin typeface="Arial"/>
                <a:cs typeface="Arial"/>
              </a:rPr>
              <a:t> a # </a:t>
            </a:r>
            <a:r>
              <a:rPr lang="en-US" dirty="0" err="1">
                <a:latin typeface="Arial"/>
                <a:cs typeface="Arial"/>
              </a:rPr>
              <a:t>vyhľadá</a:t>
            </a:r>
            <a:r>
              <a:rPr lang="en-US" dirty="0">
                <a:latin typeface="Arial"/>
                <a:cs typeface="Arial"/>
              </a:rPr>
              <a:t> </a:t>
            </a:r>
            <a:r>
              <a:rPr lang="en-US" dirty="0" err="1">
                <a:latin typeface="Arial"/>
                <a:cs typeface="Arial"/>
              </a:rPr>
              <a:t>slovo</a:t>
            </a:r>
            <a:r>
              <a:rPr lang="en-US" dirty="0">
                <a:latin typeface="Arial"/>
                <a:cs typeface="Arial"/>
              </a:rPr>
              <a:t> </a:t>
            </a:r>
            <a:r>
              <a:rPr lang="en-US" dirty="0" err="1">
                <a:latin typeface="Arial"/>
                <a:cs typeface="Arial"/>
              </a:rPr>
              <a:t>smerom</a:t>
            </a:r>
            <a:r>
              <a:rPr lang="en-US" dirty="0">
                <a:latin typeface="Arial"/>
                <a:cs typeface="Arial"/>
              </a:rPr>
              <a:t> </a:t>
            </a:r>
            <a:r>
              <a:rPr lang="en-US" dirty="0" err="1">
                <a:latin typeface="Arial"/>
                <a:cs typeface="Arial"/>
              </a:rPr>
              <a:t>hore</a:t>
            </a:r>
            <a:endParaRPr lang="en-US" dirty="0" err="1"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>
            <a:extLst>
              <a:ext uri="{FF2B5EF4-FFF2-40B4-BE49-F238E27FC236}">
                <a16:creationId xmlns:a16="http://schemas.microsoft.com/office/drawing/2014/main" id="{68008C66-AC3C-430C-9887-A3E48E95516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sk-SK" dirty="0"/>
              <a:t>Copy/Cut/Paste Commands</a:t>
            </a:r>
          </a:p>
        </p:txBody>
      </p:sp>
      <p:graphicFrame>
        <p:nvGraphicFramePr>
          <p:cNvPr id="14356" name="Group 20">
            <a:extLst>
              <a:ext uri="{FF2B5EF4-FFF2-40B4-BE49-F238E27FC236}">
                <a16:creationId xmlns:a16="http://schemas.microsoft.com/office/drawing/2014/main" id="{7FFDB8DD-0A24-4FAF-BB0A-B83B358F7AB1}"/>
              </a:ext>
            </a:extLst>
          </p:cNvPr>
          <p:cNvGraphicFramePr>
            <a:graphicFrameLocks noGrp="1"/>
          </p:cNvGraphicFramePr>
          <p:nvPr>
            <p:ph type="tbl" idx="1"/>
          </p:nvPr>
        </p:nvGraphicFramePr>
        <p:xfrm>
          <a:off x="457200" y="1600200"/>
          <a:ext cx="8229600" cy="3261216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72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04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[</a:t>
                      </a:r>
                      <a:r>
                        <a:rPr kumimoji="0" lang="en-US" sz="2800" b="0" i="1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n</a:t>
                      </a:r>
                      <a:r>
                        <a:rPr kumimoji="0" lang="en-US" sz="28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]</a:t>
                      </a:r>
                      <a:r>
                        <a:rPr kumimoji="0" lang="en-US" sz="28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Y</a:t>
                      </a: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 or</a:t>
                      </a:r>
                      <a:endParaRPr kumimoji="0" lang="en-US" sz="28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+mn-ea"/>
                        <a:cs typeface="+mn-cs"/>
                      </a:endParaRP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Copy (yank) n lines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9799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[</a:t>
                      </a:r>
                      <a:r>
                        <a:rPr kumimoji="0" lang="en-US" sz="2800" b="0" i="1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n</a:t>
                      </a: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]</a:t>
                      </a:r>
                      <a:r>
                        <a:rPr kumimoji="0" lang="en-US" sz="2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y</a:t>
                      </a:r>
                      <a:r>
                        <a:rPr kumimoji="0" lang="en-US" sz="2800" b="0" i="1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m</a:t>
                      </a:r>
                      <a:endParaRPr kumimoji="0" lang="en-US" sz="2800" b="0" i="1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+mn-ea"/>
                        <a:cs typeface="+mn-cs"/>
                      </a:endParaRP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Copy (yank) a portion of the file determined by the measurement (e.g. 2yW will yank 2 space separated words.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4469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P,p</a:t>
                      </a:r>
                      <a:endParaRPr kumimoji="0" lang="en-US" sz="28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+mn-ea"/>
                        <a:cs typeface="+mn-cs"/>
                      </a:endParaRP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Paste yanked or deleted data before (P), after (p) cursor position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2785" name="TextBox 3">
            <a:extLst>
              <a:ext uri="{FF2B5EF4-FFF2-40B4-BE49-F238E27FC236}">
                <a16:creationId xmlns:a16="http://schemas.microsoft.com/office/drawing/2014/main" id="{6275F730-24C7-4FEB-B328-01AD0E1A86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" y="4953000"/>
            <a:ext cx="8610600" cy="2062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dirty="0"/>
              <a:t>Note: to cut and paste use the </a:t>
            </a:r>
            <a:r>
              <a:rPr lang="en-US" altLang="sk-SK" b="1" dirty="0"/>
              <a:t>d</a:t>
            </a:r>
            <a:r>
              <a:rPr lang="en-US" altLang="sk-SK" dirty="0"/>
              <a:t>m commands to delete then the p or P to paste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dirty="0" err="1"/>
              <a:t>yy</a:t>
            </a:r>
            <a:r>
              <a:rPr lang="en-US" altLang="sk-SK" dirty="0"/>
              <a:t> – </a:t>
            </a:r>
            <a:r>
              <a:rPr lang="en-US" altLang="sk-SK" dirty="0" err="1"/>
              <a:t>skopíruje</a:t>
            </a:r>
            <a:r>
              <a:rPr lang="en-US" altLang="sk-SK" dirty="0"/>
              <a:t> do </a:t>
            </a:r>
            <a:r>
              <a:rPr lang="en-US" altLang="sk-SK" dirty="0" err="1"/>
              <a:t>buffera</a:t>
            </a:r>
            <a:r>
              <a:rPr lang="en-US" altLang="sk-SK" dirty="0"/>
              <a:t> </a:t>
            </a:r>
            <a:r>
              <a:rPr lang="en-US" altLang="sk-SK" dirty="0" err="1"/>
              <a:t>riadok</a:t>
            </a:r>
            <a:r>
              <a:rPr lang="en-US" altLang="sk-SK" dirty="0"/>
              <a:t>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dirty="0"/>
              <a:t>dd – </a:t>
            </a:r>
            <a:r>
              <a:rPr lang="en-US" altLang="sk-SK" dirty="0" err="1"/>
              <a:t>presunie</a:t>
            </a:r>
            <a:r>
              <a:rPr lang="en-US" altLang="sk-SK" dirty="0"/>
              <a:t> do </a:t>
            </a:r>
            <a:r>
              <a:rPr lang="en-US" altLang="sk-SK" dirty="0" err="1"/>
              <a:t>buffera</a:t>
            </a:r>
            <a:r>
              <a:rPr lang="en-US" altLang="sk-SK" dirty="0"/>
              <a:t> </a:t>
            </a:r>
            <a:r>
              <a:rPr lang="en-US" altLang="sk-SK" dirty="0" err="1"/>
              <a:t>riadok</a:t>
            </a:r>
            <a:endParaRPr lang="en-US" altLang="sk-SK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98663-62F8-D3A4-37AA-A125D6BB4F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cs typeface="Arial"/>
              </a:rPr>
              <a:t>Práca</a:t>
            </a:r>
            <a:r>
              <a:rPr lang="en-US" dirty="0">
                <a:cs typeface="Arial"/>
              </a:rPr>
              <a:t> </a:t>
            </a:r>
            <a:r>
              <a:rPr lang="en-US" dirty="0" err="1">
                <a:cs typeface="Arial"/>
              </a:rPr>
              <a:t>vo</a:t>
            </a:r>
            <a:r>
              <a:rPr lang="en-US" dirty="0">
                <a:cs typeface="Arial"/>
              </a:rPr>
              <a:t> </a:t>
            </a:r>
            <a:r>
              <a:rPr lang="en-US" dirty="0" err="1">
                <a:cs typeface="Arial"/>
              </a:rPr>
              <a:t>vizuálnom</a:t>
            </a:r>
            <a:r>
              <a:rPr lang="en-US" dirty="0">
                <a:cs typeface="Arial"/>
              </a:rPr>
              <a:t> </a:t>
            </a:r>
            <a:r>
              <a:rPr lang="en-US" dirty="0" err="1">
                <a:cs typeface="Arial"/>
              </a:rPr>
              <a:t>móde</a:t>
            </a:r>
            <a:endParaRPr lang="en-US" dirty="0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8CFDE2-83D8-424B-772A-660EE3309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76198" cy="2397878"/>
          </a:xfrm>
        </p:spPr>
        <p:txBody>
          <a:bodyPr/>
          <a:lstStyle/>
          <a:p>
            <a:r>
              <a:rPr lang="en-US" dirty="0">
                <a:cs typeface="Arial"/>
              </a:rPr>
              <a:t>v - </a:t>
            </a:r>
            <a:r>
              <a:rPr lang="en-US" dirty="0" err="1">
                <a:cs typeface="Arial"/>
              </a:rPr>
              <a:t>znakový</a:t>
            </a:r>
            <a:r>
              <a:rPr lang="en-US" dirty="0">
                <a:cs typeface="Arial"/>
              </a:rPr>
              <a:t> </a:t>
            </a:r>
            <a:r>
              <a:rPr lang="en-US" dirty="0" err="1">
                <a:cs typeface="Arial"/>
              </a:rPr>
              <a:t>mód</a:t>
            </a:r>
            <a:endParaRPr lang="en-US" dirty="0">
              <a:cs typeface="Arial"/>
            </a:endParaRPr>
          </a:p>
          <a:p>
            <a:r>
              <a:rPr lang="en-US" dirty="0">
                <a:cs typeface="Arial"/>
              </a:rPr>
              <a:t>V - </a:t>
            </a:r>
            <a:r>
              <a:rPr lang="en-US" dirty="0" err="1">
                <a:cs typeface="Arial"/>
              </a:rPr>
              <a:t>riadkový</a:t>
            </a:r>
            <a:r>
              <a:rPr lang="en-US" dirty="0">
                <a:cs typeface="Arial"/>
              </a:rPr>
              <a:t> </a:t>
            </a:r>
            <a:r>
              <a:rPr lang="en-US" dirty="0" err="1">
                <a:cs typeface="Arial"/>
              </a:rPr>
              <a:t>mód</a:t>
            </a:r>
            <a:endParaRPr lang="en-US" dirty="0">
              <a:cs typeface="Arial"/>
            </a:endParaRPr>
          </a:p>
          <a:p>
            <a:r>
              <a:rPr lang="en-US" dirty="0" err="1">
                <a:cs typeface="Arial"/>
              </a:rPr>
              <a:t>CTRL+v</a:t>
            </a:r>
            <a:r>
              <a:rPr lang="en-US" dirty="0">
                <a:cs typeface="Arial"/>
              </a:rPr>
              <a:t> </a:t>
            </a:r>
            <a:r>
              <a:rPr lang="en-US" dirty="0" err="1">
                <a:cs typeface="Arial"/>
              </a:rPr>
              <a:t>blokový</a:t>
            </a:r>
            <a:r>
              <a:rPr lang="en-US" dirty="0">
                <a:cs typeface="Arial"/>
              </a:rPr>
              <a:t> </a:t>
            </a:r>
            <a:r>
              <a:rPr lang="en-US" dirty="0" err="1">
                <a:cs typeface="Arial"/>
              </a:rPr>
              <a:t>mód</a:t>
            </a:r>
            <a:endParaRPr lang="en-US" dirty="0">
              <a:cs typeface="Arial"/>
            </a:endParaRPr>
          </a:p>
          <a:p>
            <a:endParaRPr lang="en-US" dirty="0">
              <a:cs typeface="Arial"/>
            </a:endParaRPr>
          </a:p>
          <a:p>
            <a:endParaRPr lang="en-US" dirty="0">
              <a:cs typeface="Arial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B25A94-58F0-414D-5D9A-D9FF367FDCB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>
                <a:cs typeface="Arial"/>
              </a:rPr>
              <a:t>y – copy </a:t>
            </a:r>
            <a:r>
              <a:rPr lang="en-US" dirty="0" err="1">
                <a:cs typeface="Arial"/>
              </a:rPr>
              <a:t>mód</a:t>
            </a:r>
            <a:endParaRPr lang="en-US" dirty="0">
              <a:cs typeface="Arial"/>
            </a:endParaRPr>
          </a:p>
          <a:p>
            <a:r>
              <a:rPr lang="en-US" dirty="0">
                <a:cs typeface="Arial"/>
              </a:rPr>
              <a:t>d – delete </a:t>
            </a:r>
            <a:r>
              <a:rPr lang="en-US" dirty="0" err="1">
                <a:cs typeface="Arial"/>
              </a:rPr>
              <a:t>mód</a:t>
            </a:r>
            <a:endParaRPr lang="en-US" dirty="0">
              <a:cs typeface="Arial"/>
            </a:endParaRPr>
          </a:p>
          <a:p>
            <a:r>
              <a:rPr lang="en-US" dirty="0">
                <a:cs typeface="Arial"/>
              </a:rPr>
              <a:t>c – change </a:t>
            </a:r>
            <a:r>
              <a:rPr lang="en-US" dirty="0" err="1">
                <a:cs typeface="Arial"/>
              </a:rPr>
              <a:t>mód</a:t>
            </a:r>
          </a:p>
          <a:p>
            <a:r>
              <a:rPr lang="en-US" dirty="0">
                <a:cs typeface="Arial"/>
              </a:rPr>
              <a:t>u – undo</a:t>
            </a:r>
          </a:p>
          <a:p>
            <a:r>
              <a:rPr lang="en-US" dirty="0">
                <a:cs typeface="Arial"/>
              </a:rPr>
              <a:t>p – paste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56D8D8-A21D-56E5-9A94-10934E175B29}"/>
              </a:ext>
            </a:extLst>
          </p:cNvPr>
          <p:cNvSpPr txBox="1"/>
          <p:nvPr/>
        </p:nvSpPr>
        <p:spPr>
          <a:xfrm>
            <a:off x="458704" y="4947987"/>
            <a:ext cx="7625012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 err="1">
                <a:latin typeface="Arial"/>
                <a:cs typeface="Arial"/>
              </a:rPr>
              <a:t>Vizuálny</a:t>
            </a:r>
            <a:r>
              <a:rPr lang="en-US" sz="2400" dirty="0">
                <a:latin typeface="Arial"/>
                <a:cs typeface="Arial"/>
              </a:rPr>
              <a:t> </a:t>
            </a:r>
            <a:r>
              <a:rPr lang="en-US" sz="2400" dirty="0" err="1">
                <a:latin typeface="Arial"/>
                <a:cs typeface="Arial"/>
              </a:rPr>
              <a:t>mód</a:t>
            </a:r>
            <a:r>
              <a:rPr lang="en-US" sz="2400" dirty="0">
                <a:latin typeface="Arial"/>
                <a:cs typeface="Arial"/>
              </a:rPr>
              <a:t> tutorial </a:t>
            </a:r>
            <a:r>
              <a:rPr lang="en-US" sz="2400" dirty="0">
                <a:latin typeface="Arial"/>
                <a:cs typeface="Arial"/>
                <a:hlinkClick r:id="rId2"/>
              </a:rPr>
              <a:t>https://youtu.be/b6muaaqO-ns?si=5HiunB35JfJJy2P0</a:t>
            </a:r>
            <a:r>
              <a:rPr lang="en-US" sz="2400" dirty="0">
                <a:latin typeface="Arial"/>
                <a:cs typeface="Arial"/>
              </a:rPr>
              <a:t> </a:t>
            </a:r>
          </a:p>
        </p:txBody>
      </p:sp>
    </p:spTree>
    <p:extLst>
      <p:ext uri="{BB962C8B-B14F-4D97-AF65-F5344CB8AC3E}">
        <p14:creationId xmlns:p14="http://schemas.microsoft.com/office/powerpoint/2010/main" val="41927392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>
            <a:extLst>
              <a:ext uri="{FF2B5EF4-FFF2-40B4-BE49-F238E27FC236}">
                <a16:creationId xmlns:a16="http://schemas.microsoft.com/office/drawing/2014/main" id="{FE28F208-62F6-4B90-AEB6-0AA4BDC8AC3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sk-SK"/>
              <a:t>Substitute/Replace Command</a:t>
            </a:r>
          </a:p>
        </p:txBody>
      </p:sp>
      <p:graphicFrame>
        <p:nvGraphicFramePr>
          <p:cNvPr id="15363" name="Group 3">
            <a:extLst>
              <a:ext uri="{FF2B5EF4-FFF2-40B4-BE49-F238E27FC236}">
                <a16:creationId xmlns:a16="http://schemas.microsoft.com/office/drawing/2014/main" id="{5F309344-A6FD-466A-9483-A9C74DBCEF3E}"/>
              </a:ext>
            </a:extLst>
          </p:cNvPr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2954340537"/>
              </p:ext>
            </p:extLst>
          </p:nvPr>
        </p:nvGraphicFramePr>
        <p:xfrm>
          <a:off x="337624" y="1308295"/>
          <a:ext cx="8139330" cy="5387864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773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65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5508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dirty="0"/>
                        <a:t>Format        :[address] s /old/new/[g]</a:t>
                      </a:r>
                      <a:r>
                        <a:rPr lang="en-US" sz="3200" b="0" i="0" u="none" strike="noStrike" noProof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[</a:t>
                      </a:r>
                      <a:r>
                        <a:rPr lang="en-US" sz="3200" b="0" i="0" u="none" strike="noStrike" noProof="0" dirty="0" err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i</a:t>
                      </a:r>
                      <a:r>
                        <a:rPr lang="en-US" sz="3200" b="0" i="0" u="none" strike="noStrike" noProof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][c]</a:t>
                      </a:r>
                      <a:r>
                        <a:rPr lang="en-US" sz="3200" baseline="30000" dirty="0">
                          <a:solidFill>
                            <a:srgbClr val="FF0000"/>
                          </a:solidFill>
                        </a:rPr>
                        <a:t>1</a:t>
                      </a:r>
                      <a:endParaRPr lang="en-US" sz="3200" kern="1200" dirty="0">
                        <a:solidFill>
                          <a:srgbClr val="000000"/>
                        </a:solidFill>
                      </a:endParaRPr>
                    </a:p>
                  </a:txBody>
                  <a:tcPr horzOverflow="overflow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5574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Where address is:</a:t>
                      </a:r>
                      <a:endParaRPr kumimoji="0" lang="en-US" sz="200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horzOverflow="overflow"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0" marR="0" marT="0" marB="0" horzOverflow="overflow">
                    <a:lnTlToBr>
                      <a:noFill/>
                    </a:lnTlToBr>
                    <a:lnBlToTr>
                      <a:noFill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557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</a:rPr>
                        <a:t>n</a:t>
                      </a:r>
                      <a:r>
                        <a:rPr kumimoji="0" lang="en-US" sz="2000" u="none" strike="noStrike" kern="1200" cap="none" normalizeH="0" baseline="3000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</a:rPr>
                        <a:t>2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</a:rPr>
                        <a:t>A given line number</a:t>
                      </a: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557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</a:rPr>
                        <a:t>n,m</a:t>
                      </a:r>
                      <a:r>
                        <a:rPr kumimoji="0" lang="en-US" sz="2000" u="none" strike="noStrike" cap="none" normalizeH="0" baseline="3000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</a:rPr>
                        <a:t>2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</a:rPr>
                        <a:t>For lines beginning with n ending with m</a:t>
                      </a: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557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</a:rPr>
                        <a:t>1,.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</a:rPr>
                        <a:t>For lines beginning with 1 ending with current line</a:t>
                      </a: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557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</a:rPr>
                        <a:t>.,$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</a:rPr>
                        <a:t>For lines beginning with the current line to the end of the file</a:t>
                      </a: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406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</a:rPr>
                        <a:t>1,$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</a:rPr>
                        <a:t>The whole file (or %)</a:t>
                      </a: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56723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3200" kern="1200" baseline="300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kumimoji="0" lang="en-US" sz="200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</a:rPr>
                        <a:t> - [g] </a:t>
                      </a:r>
                      <a:r>
                        <a:rPr kumimoji="0" lang="en-US" sz="200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</a:rPr>
                        <a:t>stands for global (make multiple changes on each line</a:t>
                      </a:r>
                      <a:r>
                        <a:rPr lang="en-US" sz="200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</a:rPr>
                        <a:t>)</a:t>
                      </a:r>
                      <a:endParaRPr kumimoji="0" lang="en-US" sz="200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342900" marR="0" lvl="0" indent="-342900" algn="l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Calibri"/>
                        <a:buChar char="-"/>
                      </a:pPr>
                      <a:r>
                        <a:rPr lang="en-US" sz="200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</a:rPr>
                        <a:t>[</a:t>
                      </a:r>
                      <a:r>
                        <a:rPr lang="en-US" sz="2000" u="none" strike="noStrike" cap="none" normalizeH="0" baseline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</a:rPr>
                        <a:t>i</a:t>
                      </a:r>
                      <a:r>
                        <a:rPr lang="en-US" sz="200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</a:rPr>
                        <a:t>] case insensitive </a:t>
                      </a:r>
                      <a:r>
                        <a:rPr lang="en-US" sz="200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</a:rPr>
                        <a:t>[I]</a:t>
                      </a:r>
                      <a:r>
                        <a:rPr lang="en-US" sz="2000" u="none" strike="noStrike" cap="none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</a:rPr>
                        <a:t> case sensitive </a:t>
                      </a:r>
                    </a:p>
                    <a:p>
                      <a:pPr marL="342900" marR="0" lvl="0" indent="-342900" algn="l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Calibri"/>
                        <a:buChar char="-"/>
                      </a:pPr>
                      <a:r>
                        <a:rPr lang="en-US" sz="200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</a:rPr>
                        <a:t>[c] confirm chan</a:t>
                      </a:r>
                      <a:r>
                        <a:rPr lang="en-US" sz="2000" u="none" strike="noStrike" cap="none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</a:rPr>
                        <a:t>ges</a:t>
                      </a:r>
                      <a:endParaRPr lang="en-US" sz="2000" u="none" strike="noStrike" cap="none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horzOverflow="overflow"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0" marR="0" marT="0" marB="0" horzOverflow="overflow">
                    <a:lnTlToBr>
                      <a:noFill/>
                    </a:lnTlToBr>
                    <a:lnBlToTr>
                      <a:noFill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66755">
                <a:tc gridSpan="2">
                  <a:txBody>
                    <a:bodyPr/>
                    <a:lstStyle/>
                    <a:p>
                      <a:r>
                        <a:rPr lang="en-US" sz="3200" kern="1200" baseline="30000" dirty="0">
                          <a:solidFill>
                            <a:srgbClr val="FF0000"/>
                          </a:solidFill>
                        </a:rPr>
                        <a:t>2</a:t>
                      </a:r>
                      <a:r>
                        <a:rPr kumimoji="0" lang="en-US" sz="200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</a:rPr>
                        <a:t> -To turn line numbers on and off use:</a:t>
                      </a:r>
                    </a:p>
                    <a:p>
                      <a:pPr lvl="1"/>
                      <a:r>
                        <a:rPr lang="en-US" sz="2000" dirty="0"/>
                        <a:t>:set nu  and :set nu!</a:t>
                      </a:r>
                    </a:p>
                  </a:txBody>
                  <a:tcPr horzOverflow="overflow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2B02F-F6E1-DFED-11C4-686229415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Substitute/Replace Command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D5F4D5-A3A2-9562-FAE7-1C98B61228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9914" y="1600200"/>
            <a:ext cx="8750104" cy="4525963"/>
          </a:xfrm>
        </p:spPr>
        <p:txBody>
          <a:bodyPr/>
          <a:lstStyle/>
          <a:p>
            <a:pPr marL="457200" indent="-457200">
              <a:buFont typeface="Arial"/>
              <a:buChar char="•"/>
            </a:pPr>
            <a:r>
              <a:rPr lang="en-US" b="1" dirty="0">
                <a:cs typeface="Arial"/>
              </a:rPr>
              <a:t>:1,$s/the/XXX </a:t>
            </a:r>
            <a:r>
              <a:rPr lang="en-US" dirty="0" err="1">
                <a:cs typeface="Arial"/>
              </a:rPr>
              <a:t>hľadá</a:t>
            </a:r>
            <a:r>
              <a:rPr lang="en-US" dirty="0">
                <a:cs typeface="Arial"/>
              </a:rPr>
              <a:t> v celom </a:t>
            </a:r>
            <a:r>
              <a:rPr lang="en-US" dirty="0" err="1">
                <a:cs typeface="Arial"/>
              </a:rPr>
              <a:t>texte</a:t>
            </a:r>
            <a:r>
              <a:rPr lang="en-US" dirty="0">
                <a:cs typeface="Arial"/>
              </a:rPr>
              <a:t> od </a:t>
            </a:r>
            <a:r>
              <a:rPr lang="en-US" dirty="0" err="1">
                <a:cs typeface="Arial"/>
              </a:rPr>
              <a:t>začiatku</a:t>
            </a:r>
            <a:r>
              <a:rPr lang="en-US" dirty="0">
                <a:cs typeface="Arial"/>
              </a:rPr>
              <a:t> </a:t>
            </a:r>
            <a:r>
              <a:rPr lang="en-US" dirty="0" err="1">
                <a:cs typeface="Arial"/>
              </a:rPr>
              <a:t>prvý</a:t>
            </a:r>
            <a:r>
              <a:rPr lang="en-US" dirty="0">
                <a:cs typeface="Arial"/>
              </a:rPr>
              <a:t> </a:t>
            </a:r>
            <a:r>
              <a:rPr lang="en-US" dirty="0" err="1">
                <a:cs typeface="Arial"/>
              </a:rPr>
              <a:t>výskyt</a:t>
            </a:r>
            <a:r>
              <a:rPr lang="en-US" dirty="0">
                <a:cs typeface="Arial"/>
              </a:rPr>
              <a:t> </a:t>
            </a:r>
            <a:r>
              <a:rPr lang="en-US" b="1" dirty="0">
                <a:cs typeface="Arial"/>
              </a:rPr>
              <a:t>the </a:t>
            </a:r>
            <a:r>
              <a:rPr lang="en-US" dirty="0">
                <a:cs typeface="Arial"/>
              </a:rPr>
              <a:t>a </a:t>
            </a:r>
            <a:r>
              <a:rPr lang="en-US" dirty="0" err="1">
                <a:cs typeface="Arial"/>
              </a:rPr>
              <a:t>nahradí</a:t>
            </a:r>
            <a:r>
              <a:rPr lang="en-US" dirty="0">
                <a:cs typeface="Arial"/>
              </a:rPr>
              <a:t> za </a:t>
            </a:r>
            <a:r>
              <a:rPr lang="en-US" b="1" dirty="0">
                <a:cs typeface="Arial"/>
              </a:rPr>
              <a:t>XXX</a:t>
            </a:r>
            <a:endParaRPr lang="en-US" dirty="0">
              <a:cs typeface="Arial"/>
            </a:endParaRPr>
          </a:p>
          <a:p>
            <a:pPr>
              <a:buFont typeface="Arial"/>
            </a:pPr>
            <a:r>
              <a:rPr lang="en-US" b="1" dirty="0">
                <a:cs typeface="Arial"/>
              </a:rPr>
              <a:t>:s/the/XXX/</a:t>
            </a:r>
            <a:r>
              <a:rPr lang="en-US" b="1" dirty="0" err="1">
                <a:cs typeface="Arial"/>
              </a:rPr>
              <a:t>i</a:t>
            </a:r>
            <a:r>
              <a:rPr lang="en-US" b="1" dirty="0">
                <a:cs typeface="Arial"/>
              </a:rPr>
              <a:t> </a:t>
            </a:r>
            <a:r>
              <a:rPr lang="en-US" dirty="0" err="1">
                <a:cs typeface="Arial"/>
              </a:rPr>
              <a:t>hľadá</a:t>
            </a:r>
            <a:r>
              <a:rPr lang="en-US" dirty="0">
                <a:cs typeface="Arial"/>
              </a:rPr>
              <a:t> </a:t>
            </a:r>
            <a:r>
              <a:rPr lang="en-US" dirty="0" err="1">
                <a:cs typeface="Arial"/>
              </a:rPr>
              <a:t>na</a:t>
            </a:r>
            <a:r>
              <a:rPr lang="en-US" dirty="0">
                <a:cs typeface="Arial"/>
              </a:rPr>
              <a:t> </a:t>
            </a:r>
            <a:r>
              <a:rPr lang="en-US" dirty="0" err="1">
                <a:cs typeface="Arial"/>
              </a:rPr>
              <a:t>aktuálnom</a:t>
            </a:r>
            <a:r>
              <a:rPr lang="en-US" dirty="0">
                <a:cs typeface="Arial"/>
              </a:rPr>
              <a:t> </a:t>
            </a:r>
            <a:r>
              <a:rPr lang="en-US" dirty="0" err="1">
                <a:cs typeface="Arial"/>
              </a:rPr>
              <a:t>riadku</a:t>
            </a:r>
            <a:r>
              <a:rPr lang="en-US" dirty="0">
                <a:cs typeface="Arial"/>
              </a:rPr>
              <a:t> </a:t>
            </a:r>
            <a:r>
              <a:rPr lang="en-US" dirty="0" err="1">
                <a:cs typeface="Arial"/>
              </a:rPr>
              <a:t>prvý</a:t>
            </a:r>
            <a:r>
              <a:rPr lang="en-US" dirty="0">
                <a:cs typeface="Arial"/>
              </a:rPr>
              <a:t> </a:t>
            </a:r>
            <a:r>
              <a:rPr lang="en-US" dirty="0" err="1">
                <a:cs typeface="Arial"/>
              </a:rPr>
              <a:t>výskyt</a:t>
            </a:r>
            <a:r>
              <a:rPr lang="en-US" dirty="0">
                <a:cs typeface="Arial"/>
              </a:rPr>
              <a:t> </a:t>
            </a:r>
            <a:r>
              <a:rPr lang="en-US" b="1" dirty="0">
                <a:cs typeface="Arial"/>
              </a:rPr>
              <a:t>the </a:t>
            </a:r>
            <a:r>
              <a:rPr lang="en-US" u="sng" dirty="0">
                <a:cs typeface="Arial"/>
              </a:rPr>
              <a:t>bez </a:t>
            </a:r>
            <a:r>
              <a:rPr lang="en-US" u="sng" dirty="0" err="1">
                <a:cs typeface="Arial"/>
              </a:rPr>
              <a:t>rozlišovania</a:t>
            </a:r>
            <a:r>
              <a:rPr lang="en-US" u="sng" dirty="0">
                <a:cs typeface="Arial"/>
              </a:rPr>
              <a:t> </a:t>
            </a:r>
            <a:r>
              <a:rPr lang="en-US" u="sng" dirty="0" err="1">
                <a:cs typeface="Arial"/>
              </a:rPr>
              <a:t>veľkých</a:t>
            </a:r>
            <a:r>
              <a:rPr lang="en-US" u="sng" dirty="0">
                <a:cs typeface="Arial"/>
              </a:rPr>
              <a:t> a </a:t>
            </a:r>
            <a:r>
              <a:rPr lang="en-US" u="sng" dirty="0" err="1">
                <a:cs typeface="Arial"/>
              </a:rPr>
              <a:t>malých</a:t>
            </a:r>
            <a:r>
              <a:rPr lang="en-US" u="sng" dirty="0">
                <a:cs typeface="Arial"/>
              </a:rPr>
              <a:t> </a:t>
            </a:r>
            <a:r>
              <a:rPr lang="en-US" u="sng" dirty="0" err="1">
                <a:cs typeface="Arial"/>
              </a:rPr>
              <a:t>písmen</a:t>
            </a:r>
            <a:r>
              <a:rPr lang="en-US" dirty="0">
                <a:cs typeface="Arial"/>
              </a:rPr>
              <a:t> a </a:t>
            </a:r>
            <a:r>
              <a:rPr lang="en-US" dirty="0" err="1">
                <a:cs typeface="Arial"/>
              </a:rPr>
              <a:t>nahradí</a:t>
            </a:r>
            <a:r>
              <a:rPr lang="en-US" dirty="0">
                <a:cs typeface="Arial"/>
              </a:rPr>
              <a:t> za </a:t>
            </a:r>
            <a:r>
              <a:rPr lang="en-US" b="1" dirty="0">
                <a:cs typeface="Arial"/>
              </a:rPr>
              <a:t>XXX</a:t>
            </a:r>
          </a:p>
          <a:p>
            <a:pPr>
              <a:buFont typeface="Arial"/>
            </a:pPr>
            <a:r>
              <a:rPr lang="en-US" b="1" dirty="0">
                <a:cs typeface="Arial"/>
              </a:rPr>
              <a:t>:1,$s/the/XXX/g </a:t>
            </a:r>
            <a:r>
              <a:rPr lang="en-US" dirty="0" err="1">
                <a:cs typeface="Arial"/>
              </a:rPr>
              <a:t>hľadá</a:t>
            </a:r>
            <a:r>
              <a:rPr lang="en-US" dirty="0">
                <a:cs typeface="Arial"/>
              </a:rPr>
              <a:t> v celom </a:t>
            </a:r>
            <a:r>
              <a:rPr lang="en-US" dirty="0" err="1">
                <a:cs typeface="Arial"/>
              </a:rPr>
              <a:t>texte</a:t>
            </a:r>
            <a:r>
              <a:rPr lang="en-US" dirty="0">
                <a:cs typeface="Arial"/>
              </a:rPr>
              <a:t> od </a:t>
            </a:r>
            <a:r>
              <a:rPr lang="en-US" dirty="0" err="1">
                <a:cs typeface="Arial"/>
              </a:rPr>
              <a:t>začiatku</a:t>
            </a:r>
            <a:r>
              <a:rPr lang="en-US" dirty="0">
                <a:cs typeface="Arial"/>
              </a:rPr>
              <a:t> </a:t>
            </a:r>
            <a:r>
              <a:rPr lang="en-US" dirty="0" err="1">
                <a:cs typeface="Arial"/>
              </a:rPr>
              <a:t>všetky</a:t>
            </a:r>
            <a:r>
              <a:rPr lang="en-US" dirty="0">
                <a:cs typeface="Arial"/>
              </a:rPr>
              <a:t> </a:t>
            </a:r>
            <a:r>
              <a:rPr lang="en-US" dirty="0" err="1">
                <a:cs typeface="Arial"/>
              </a:rPr>
              <a:t>výskyty</a:t>
            </a:r>
            <a:r>
              <a:rPr lang="en-US" dirty="0">
                <a:cs typeface="Arial"/>
              </a:rPr>
              <a:t> </a:t>
            </a:r>
            <a:r>
              <a:rPr lang="en-US" b="1" dirty="0">
                <a:cs typeface="Arial"/>
              </a:rPr>
              <a:t>the </a:t>
            </a:r>
            <a:r>
              <a:rPr lang="en-US" dirty="0">
                <a:cs typeface="Arial"/>
              </a:rPr>
              <a:t>a </a:t>
            </a:r>
            <a:r>
              <a:rPr lang="en-US" dirty="0" err="1">
                <a:cs typeface="Arial"/>
              </a:rPr>
              <a:t>nahradí</a:t>
            </a:r>
            <a:r>
              <a:rPr lang="en-US" dirty="0">
                <a:cs typeface="Arial"/>
              </a:rPr>
              <a:t> za </a:t>
            </a:r>
            <a:r>
              <a:rPr lang="en-US" b="1" dirty="0">
                <a:cs typeface="Arial"/>
              </a:rPr>
              <a:t>XXX</a:t>
            </a:r>
          </a:p>
          <a:p>
            <a:pPr>
              <a:buFont typeface="Arial"/>
            </a:pPr>
            <a:r>
              <a:rPr lang="en-US" sz="2400" dirty="0">
                <a:ea typeface="+mn-lt"/>
                <a:cs typeface="+mn-lt"/>
                <a:hlinkClick r:id="rId2"/>
              </a:rPr>
              <a:t>https://youtu.be/9Sodnanx_yI?si=SfCggqLGhb7W4BXu</a:t>
            </a:r>
            <a:r>
              <a:rPr lang="en-US" sz="2400" dirty="0">
                <a:ea typeface="+mn-lt"/>
                <a:cs typeface="+mn-lt"/>
              </a:rPr>
              <a:t> </a:t>
            </a:r>
            <a:endParaRPr lang="en-US" sz="2800" b="1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662200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0D7C43A7-D985-449C-8300-8B43E2515CD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sk-SK" dirty="0"/>
              <a:t>Substitute/Replace Command</a:t>
            </a:r>
          </a:p>
        </p:txBody>
      </p:sp>
      <p:sp>
        <p:nvSpPr>
          <p:cNvPr id="34819" name="Content Placeholder 4">
            <a:extLst>
              <a:ext uri="{FF2B5EF4-FFF2-40B4-BE49-F238E27FC236}">
                <a16:creationId xmlns:a16="http://schemas.microsoft.com/office/drawing/2014/main" id="{8234723D-B56A-4AD0-ADE9-EB9FA903878C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563683"/>
            <a:ext cx="8229600" cy="3744487"/>
          </a:xfrm>
        </p:spPr>
        <p:txBody>
          <a:bodyPr/>
          <a:lstStyle/>
          <a:p>
            <a:pPr>
              <a:buFontTx/>
              <a:buNone/>
            </a:pPr>
            <a:r>
              <a:rPr lang="en-US" altLang="sk-SK" sz="2800" dirty="0"/>
              <a:t>	Important:  By convention the delimiter for the patterns is the forward slash (/). When using the substitute command, make sure the delimiter is not part of the old pattern or the new pattern. </a:t>
            </a:r>
          </a:p>
          <a:p>
            <a:pPr>
              <a:buFontTx/>
              <a:buNone/>
            </a:pPr>
            <a:r>
              <a:rPr lang="en-US" altLang="sk-SK" sz="2800" dirty="0"/>
              <a:t>	For example if we wished to change the date from </a:t>
            </a:r>
            <a:r>
              <a:rPr lang="en-US" altLang="sk-SK" sz="2800" b="1" dirty="0"/>
              <a:t>mm/dd/</a:t>
            </a:r>
            <a:r>
              <a:rPr lang="en-US" altLang="sk-SK" sz="2800" b="1" dirty="0" err="1"/>
              <a:t>yyyy</a:t>
            </a:r>
            <a:r>
              <a:rPr lang="en-US" altLang="sk-SK" sz="2800" b="1" dirty="0"/>
              <a:t> </a:t>
            </a:r>
            <a:r>
              <a:rPr lang="en-US" altLang="sk-SK" sz="2800" dirty="0"/>
              <a:t>format to </a:t>
            </a:r>
            <a:r>
              <a:rPr lang="en-US" altLang="sk-SK" sz="2800" b="1" dirty="0" err="1"/>
              <a:t>mm.dd.yyyy</a:t>
            </a:r>
            <a:r>
              <a:rPr lang="en-US" altLang="sk-SK" sz="2800" b="1" dirty="0"/>
              <a:t> </a:t>
            </a:r>
            <a:r>
              <a:rPr lang="en-US" altLang="sk-SK" sz="2800" dirty="0"/>
              <a:t>format, we cannot use the forward slash (/) or the period (.) as delimiters.</a:t>
            </a:r>
          </a:p>
          <a:p>
            <a:pPr>
              <a:buFontTx/>
              <a:buNone/>
            </a:pPr>
            <a:r>
              <a:rPr lang="en-US" altLang="sk-SK" sz="2800" dirty="0"/>
              <a:t>	we could use something like this:</a:t>
            </a:r>
          </a:p>
          <a:p>
            <a:pPr>
              <a:buFontTx/>
              <a:buNone/>
            </a:pPr>
            <a:r>
              <a:rPr lang="en-US" altLang="sk-SK" sz="2800" dirty="0"/>
              <a:t>		:% s $/$.$ g </a:t>
            </a:r>
          </a:p>
          <a:p>
            <a:pPr>
              <a:buFontTx/>
              <a:buNone/>
            </a:pPr>
            <a:r>
              <a:rPr lang="en-US" altLang="sk-SK" sz="2800" dirty="0"/>
              <a:t>where the dollar sign ($) is now the delimiter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Title 1">
            <a:extLst>
              <a:ext uri="{FF2B5EF4-FFF2-40B4-BE49-F238E27FC236}">
                <a16:creationId xmlns:a16="http://schemas.microsoft.com/office/drawing/2014/main" id="{F51E0F34-60B3-49F3-A290-BC1C4BE9F35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318"/>
            <a:ext cx="8229600" cy="1143000"/>
          </a:xfrm>
        </p:spPr>
        <p:txBody>
          <a:bodyPr/>
          <a:lstStyle/>
          <a:p>
            <a:r>
              <a:rPr lang="en-US" altLang="sk-SK"/>
              <a:t>Some “nice to know” features</a:t>
            </a:r>
          </a:p>
        </p:txBody>
      </p:sp>
      <p:sp>
        <p:nvSpPr>
          <p:cNvPr id="35843" name="Content Placeholder 2">
            <a:extLst>
              <a:ext uri="{FF2B5EF4-FFF2-40B4-BE49-F238E27FC236}">
                <a16:creationId xmlns:a16="http://schemas.microsoft.com/office/drawing/2014/main" id="{B0854728-2C19-4EAB-BB97-4DB204DA8499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135967"/>
            <a:ext cx="8229600" cy="4990196"/>
          </a:xfrm>
        </p:spPr>
        <p:txBody>
          <a:bodyPr/>
          <a:lstStyle/>
          <a:p>
            <a:r>
              <a:rPr lang="en-US" altLang="sk-SK" sz="2400"/>
              <a:t>To turn line numbers on and off use:</a:t>
            </a:r>
          </a:p>
          <a:p>
            <a:pPr lvl="1"/>
            <a:r>
              <a:rPr lang="en-US" altLang="sk-SK" sz="2000" dirty="0"/>
              <a:t>:set nu  and :set nu!</a:t>
            </a:r>
            <a:endParaRPr lang="en-US" altLang="sk-SK" sz="2000" dirty="0">
              <a:cs typeface="Arial"/>
            </a:endParaRPr>
          </a:p>
          <a:p>
            <a:r>
              <a:rPr lang="en-US" altLang="sk-SK" sz="2400">
                <a:cs typeface="Arial"/>
              </a:rPr>
              <a:t>Highlight search results</a:t>
            </a:r>
            <a:endParaRPr lang="en-US" altLang="sk-SK" sz="2400" dirty="0">
              <a:cs typeface="Arial"/>
            </a:endParaRPr>
          </a:p>
          <a:p>
            <a:pPr lvl="1"/>
            <a:r>
              <a:rPr lang="en-US" altLang="sk-SK" sz="2000" dirty="0">
                <a:cs typeface="Arial"/>
              </a:rPr>
              <a:t>:set </a:t>
            </a:r>
            <a:r>
              <a:rPr lang="en-US" altLang="sk-SK" sz="2000" dirty="0" err="1">
                <a:cs typeface="Arial"/>
              </a:rPr>
              <a:t>hlsearch</a:t>
            </a:r>
            <a:r>
              <a:rPr lang="en-US" altLang="sk-SK" sz="2000" dirty="0">
                <a:cs typeface="Arial"/>
              </a:rPr>
              <a:t> :set </a:t>
            </a:r>
            <a:r>
              <a:rPr lang="en-US" altLang="sk-SK" sz="2000" dirty="0" err="1">
                <a:cs typeface="Arial"/>
              </a:rPr>
              <a:t>nohlsearch</a:t>
            </a:r>
            <a:endParaRPr lang="en-US" altLang="sk-SK" sz="2000">
              <a:cs typeface="Arial"/>
            </a:endParaRPr>
          </a:p>
          <a:p>
            <a:r>
              <a:rPr lang="en-US" altLang="sk-SK" sz="2400"/>
              <a:t>To execute a single Unix command from inside the editor use:</a:t>
            </a:r>
          </a:p>
          <a:p>
            <a:pPr lvl="1"/>
            <a:r>
              <a:rPr lang="en-US" altLang="sk-SK" sz="2400" dirty="0"/>
              <a:t>:!</a:t>
            </a:r>
            <a:r>
              <a:rPr lang="en-US" altLang="sk-SK" sz="2400" dirty="0" err="1"/>
              <a:t>cmd</a:t>
            </a:r>
            <a:endParaRPr lang="en-US" altLang="sk-SK" sz="2400" dirty="0" err="1">
              <a:cs typeface="Arial"/>
            </a:endParaRPr>
          </a:p>
          <a:p>
            <a:r>
              <a:rPr lang="en-US" altLang="sk-SK" sz="2400"/>
              <a:t>To temporarily return to the shell use:</a:t>
            </a:r>
          </a:p>
          <a:p>
            <a:pPr lvl="1"/>
            <a:r>
              <a:rPr lang="en-US" altLang="sk-SK" sz="2400" dirty="0"/>
              <a:t>:</a:t>
            </a:r>
            <a:r>
              <a:rPr lang="en-US" altLang="sk-SK" sz="2400" dirty="0" err="1"/>
              <a:t>sh</a:t>
            </a:r>
            <a:r>
              <a:rPr lang="en-US" altLang="sk-SK" sz="2400" dirty="0"/>
              <a:t>  (type “exit” to return to editor) </a:t>
            </a:r>
            <a:endParaRPr lang="en-US" altLang="sk-SK" sz="2400" dirty="0">
              <a:cs typeface="Arial"/>
            </a:endParaRPr>
          </a:p>
          <a:p>
            <a:r>
              <a:rPr lang="en-US" altLang="sk-SK" sz="2400"/>
              <a:t>To repeat a colon command or to go back to earlier colon commands use:</a:t>
            </a:r>
          </a:p>
          <a:p>
            <a:pPr lvl="1"/>
            <a:r>
              <a:rPr lang="en-US" altLang="sk-SK" sz="2400"/>
              <a:t>: ↑ or↓(up arrow or down arrow)</a:t>
            </a:r>
          </a:p>
          <a:p>
            <a:endParaRPr lang="en-US" altLang="sk-SK">
              <a:cs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E2677-EBC7-C3A7-1763-91EFB58D6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Title 1">
            <a:extLst>
              <a:ext uri="{FF2B5EF4-FFF2-40B4-BE49-F238E27FC236}">
                <a16:creationId xmlns:a16="http://schemas.microsoft.com/office/drawing/2014/main" id="{AFFB74A5-AB9D-2D2C-05AE-1367C507AC0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318"/>
            <a:ext cx="8229600" cy="1143000"/>
          </a:xfrm>
        </p:spPr>
        <p:txBody>
          <a:bodyPr/>
          <a:lstStyle/>
          <a:p>
            <a:r>
              <a:rPr lang="en-US" altLang="sk-SK"/>
              <a:t>Some “nice to know” features</a:t>
            </a:r>
          </a:p>
        </p:txBody>
      </p:sp>
      <p:sp>
        <p:nvSpPr>
          <p:cNvPr id="35843" name="Content Placeholder 2">
            <a:extLst>
              <a:ext uri="{FF2B5EF4-FFF2-40B4-BE49-F238E27FC236}">
                <a16:creationId xmlns:a16="http://schemas.microsoft.com/office/drawing/2014/main" id="{EB23DA19-3C31-A773-4D15-234A85EC674C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135967"/>
            <a:ext cx="8229600" cy="4990196"/>
          </a:xfrm>
        </p:spPr>
        <p:txBody>
          <a:bodyPr/>
          <a:lstStyle/>
          <a:p>
            <a:endParaRPr lang="en-US" altLang="sk-SK" sz="2400" dirty="0">
              <a:cs typeface="Arial"/>
            </a:endParaRPr>
          </a:p>
          <a:p>
            <a:r>
              <a:rPr lang="en-US" altLang="sk-SK" sz="2400"/>
              <a:t>To show the name of the current file use:</a:t>
            </a:r>
          </a:p>
          <a:p>
            <a:pPr lvl="1"/>
            <a:r>
              <a:rPr lang="en-US" altLang="sk-SK" sz="2400"/>
              <a:t>:f</a:t>
            </a:r>
          </a:p>
          <a:p>
            <a:r>
              <a:rPr lang="en-US" sz="2400"/>
              <a:t>. (dot) command in command mode repeats the last change you made</a:t>
            </a:r>
            <a:endParaRPr lang="en-US" altLang="sk-SK" sz="2400"/>
          </a:p>
          <a:p>
            <a:pPr marL="742950" indent="-285750">
              <a:buChar char="–"/>
            </a:pPr>
            <a:r>
              <a:rPr lang="en-US" sz="2400" dirty="0">
                <a:latin typeface="Segoe UI"/>
                <a:cs typeface="Segoe UI"/>
              </a:rPr>
              <a:t>A </a:t>
            </a:r>
            <a:r>
              <a:rPr lang="en-US" sz="2400" i="1" dirty="0">
                <a:latin typeface="Segoe UI"/>
                <a:cs typeface="Segoe UI"/>
              </a:rPr>
              <a:t>change</a:t>
            </a:r>
            <a:r>
              <a:rPr lang="en-US" sz="2400" dirty="0">
                <a:latin typeface="Segoe UI"/>
                <a:cs typeface="Segoe UI"/>
              </a:rPr>
              <a:t> is anything that modifies the buffer, such as:</a:t>
            </a:r>
            <a:endParaRPr lang="en-US" sz="2400">
              <a:cs typeface="Arial"/>
            </a:endParaRPr>
          </a:p>
          <a:p>
            <a:pPr lvl="2">
              <a:buFont typeface="Wingdings"/>
              <a:buChar char="§"/>
            </a:pPr>
            <a:r>
              <a:rPr lang="en-US" sz="2000" dirty="0">
                <a:latin typeface="Segoe UI"/>
                <a:cs typeface="Segoe UI"/>
              </a:rPr>
              <a:t>editing text (</a:t>
            </a:r>
            <a:r>
              <a:rPr lang="en-US" sz="2000" dirty="0" err="1">
                <a:latin typeface="Consolas"/>
                <a:cs typeface="Arial"/>
              </a:rPr>
              <a:t>i</a:t>
            </a:r>
            <a:r>
              <a:rPr lang="en-US" sz="2000" dirty="0">
                <a:latin typeface="Segoe UI"/>
                <a:cs typeface="Segoe UI"/>
              </a:rPr>
              <a:t>, </a:t>
            </a:r>
            <a:r>
              <a:rPr lang="en-US" sz="2000" dirty="0">
                <a:latin typeface="Consolas"/>
                <a:cs typeface="Arial"/>
              </a:rPr>
              <a:t>a</a:t>
            </a:r>
            <a:r>
              <a:rPr lang="en-US" sz="2000" dirty="0">
                <a:latin typeface="Segoe UI"/>
                <a:cs typeface="Segoe UI"/>
              </a:rPr>
              <a:t>, </a:t>
            </a:r>
            <a:r>
              <a:rPr lang="en-US" sz="2000" dirty="0">
                <a:latin typeface="Consolas"/>
                <a:cs typeface="Arial"/>
              </a:rPr>
              <a:t>r</a:t>
            </a:r>
            <a:r>
              <a:rPr lang="en-US" sz="2000" dirty="0">
                <a:latin typeface="Segoe UI"/>
                <a:cs typeface="Segoe UI"/>
              </a:rPr>
              <a:t>, </a:t>
            </a:r>
            <a:r>
              <a:rPr lang="en-US" sz="2000" dirty="0">
                <a:latin typeface="Consolas"/>
                <a:cs typeface="Arial"/>
              </a:rPr>
              <a:t>s</a:t>
            </a:r>
            <a:r>
              <a:rPr lang="en-US" sz="2000" dirty="0">
                <a:latin typeface="Segoe UI"/>
                <a:cs typeface="Segoe UI"/>
              </a:rPr>
              <a:t>, etc.)</a:t>
            </a:r>
            <a:endParaRPr lang="en-US" sz="2000">
              <a:cs typeface="Arial"/>
            </a:endParaRPr>
          </a:p>
          <a:p>
            <a:pPr lvl="2">
              <a:buFont typeface="Wingdings"/>
              <a:buChar char="§"/>
            </a:pPr>
            <a:r>
              <a:rPr lang="en-US" sz="2000" dirty="0">
                <a:latin typeface="Segoe UI"/>
                <a:cs typeface="Segoe UI"/>
              </a:rPr>
              <a:t>deleting (</a:t>
            </a:r>
            <a:r>
              <a:rPr lang="en-US" sz="2000" dirty="0">
                <a:latin typeface="Consolas"/>
                <a:cs typeface="Arial"/>
              </a:rPr>
              <a:t>x</a:t>
            </a:r>
            <a:r>
              <a:rPr lang="en-US" sz="2000" dirty="0">
                <a:latin typeface="Segoe UI"/>
                <a:cs typeface="Segoe UI"/>
              </a:rPr>
              <a:t>, </a:t>
            </a:r>
            <a:r>
              <a:rPr lang="en-US" sz="2000" dirty="0">
                <a:latin typeface="Consolas"/>
                <a:cs typeface="Arial"/>
              </a:rPr>
              <a:t>dd</a:t>
            </a:r>
            <a:r>
              <a:rPr lang="en-US" sz="2000" dirty="0">
                <a:latin typeface="Segoe UI"/>
                <a:cs typeface="Segoe UI"/>
              </a:rPr>
              <a:t>, </a:t>
            </a:r>
            <a:r>
              <a:rPr lang="en-US" sz="2000" dirty="0" err="1">
                <a:latin typeface="Consolas"/>
                <a:cs typeface="Arial"/>
              </a:rPr>
              <a:t>dw</a:t>
            </a:r>
            <a:r>
              <a:rPr lang="en-US" sz="2000" dirty="0">
                <a:latin typeface="Segoe UI"/>
                <a:cs typeface="Segoe UI"/>
              </a:rPr>
              <a:t>, etc.)</a:t>
            </a:r>
            <a:endParaRPr lang="en-US" sz="2000">
              <a:cs typeface="Arial"/>
            </a:endParaRPr>
          </a:p>
          <a:p>
            <a:pPr lvl="2">
              <a:buFont typeface="Wingdings"/>
              <a:buChar char="§"/>
            </a:pPr>
            <a:r>
              <a:rPr lang="en-US" sz="2000">
                <a:latin typeface="Segoe UI"/>
                <a:cs typeface="Segoe UI"/>
              </a:rPr>
              <a:t>pasting (</a:t>
            </a:r>
            <a:r>
              <a:rPr lang="en-US" sz="2000">
                <a:latin typeface="Consolas"/>
                <a:cs typeface="Arial"/>
              </a:rPr>
              <a:t>p</a:t>
            </a:r>
            <a:r>
              <a:rPr lang="en-US" sz="2000">
                <a:latin typeface="Segoe UI"/>
                <a:cs typeface="Segoe UI"/>
              </a:rPr>
              <a:t>)</a:t>
            </a:r>
            <a:endParaRPr lang="en-US" sz="2000">
              <a:cs typeface="Arial"/>
            </a:endParaRPr>
          </a:p>
          <a:p>
            <a:pPr lvl="2">
              <a:buFont typeface="Wingdings"/>
              <a:buChar char="§"/>
            </a:pPr>
            <a:r>
              <a:rPr lang="en-US" sz="2000" dirty="0">
                <a:latin typeface="Segoe UI"/>
                <a:cs typeface="Segoe UI"/>
              </a:rPr>
              <a:t>running a change command (</a:t>
            </a:r>
            <a:r>
              <a:rPr lang="en-US" sz="2000" dirty="0" err="1">
                <a:latin typeface="Consolas"/>
                <a:cs typeface="Arial"/>
              </a:rPr>
              <a:t>cw</a:t>
            </a:r>
            <a:r>
              <a:rPr lang="en-US" sz="2000" dirty="0">
                <a:latin typeface="Segoe UI"/>
                <a:cs typeface="Segoe UI"/>
              </a:rPr>
              <a:t>, </a:t>
            </a:r>
            <a:r>
              <a:rPr lang="en-US" sz="2000" dirty="0">
                <a:latin typeface="Consolas"/>
                <a:cs typeface="Arial"/>
              </a:rPr>
              <a:t>c$</a:t>
            </a:r>
            <a:r>
              <a:rPr lang="en-US" sz="2000" dirty="0">
                <a:latin typeface="Segoe UI"/>
                <a:cs typeface="Segoe UI"/>
              </a:rPr>
              <a:t>, etc.)</a:t>
            </a:r>
            <a:endParaRPr lang="en-US" sz="2000">
              <a:cs typeface="Arial"/>
            </a:endParaRPr>
          </a:p>
          <a:p>
            <a:pPr lvl="1"/>
            <a:endParaRPr lang="en-US" sz="2000" dirty="0">
              <a:cs typeface="Arial"/>
            </a:endParaRPr>
          </a:p>
          <a:p>
            <a:endParaRPr lang="en-US" altLang="sk-SK" sz="280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052159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itle 1">
            <a:extLst>
              <a:ext uri="{FF2B5EF4-FFF2-40B4-BE49-F238E27FC236}">
                <a16:creationId xmlns:a16="http://schemas.microsoft.com/office/drawing/2014/main" id="{2D11D5D5-BE15-45AA-8702-95754619C55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/>
              <a:t>vi Editor </a:t>
            </a:r>
            <a:br>
              <a:rPr lang="en-US" altLang="sk-SK"/>
            </a:br>
            <a:r>
              <a:rPr lang="en-US" altLang="sk-SK"/>
              <a:t>When Things Go Wrong</a:t>
            </a:r>
          </a:p>
        </p:txBody>
      </p:sp>
      <p:sp>
        <p:nvSpPr>
          <p:cNvPr id="15363" name="Content Placeholder 2">
            <a:extLst>
              <a:ext uri="{FF2B5EF4-FFF2-40B4-BE49-F238E27FC236}">
                <a16:creationId xmlns:a16="http://schemas.microsoft.com/office/drawing/2014/main" id="{15FDB7C8-7887-4E4F-840A-F4EA7FB3E3F8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11238" y="1600200"/>
            <a:ext cx="8634713" cy="4876800"/>
          </a:xfrm>
        </p:spPr>
        <p:txBody>
          <a:bodyPr/>
          <a:lstStyle/>
          <a:p>
            <a:pPr>
              <a:buFont typeface="Arial"/>
              <a:buChar char="•"/>
            </a:pPr>
            <a:r>
              <a:rPr lang="en-US" altLang="sk-SK" sz="2400" dirty="0"/>
              <a:t>A common error is to accidentally leave the </a:t>
            </a:r>
            <a:r>
              <a:rPr lang="en-US" altLang="sk-SK" sz="2400" b="1" dirty="0"/>
              <a:t>caps lock </a:t>
            </a:r>
            <a:r>
              <a:rPr lang="en-US" altLang="sk-SK" sz="2400" dirty="0"/>
              <a:t>on </a:t>
            </a:r>
            <a:r>
              <a:rPr lang="en-US" altLang="sk-SK" sz="2400"/>
              <a:t>when issuing commands.  </a:t>
            </a:r>
            <a:endParaRPr lang="en-US"/>
          </a:p>
          <a:p>
            <a:pPr>
              <a:buFont typeface="Arial"/>
              <a:buChar char="•"/>
            </a:pPr>
            <a:r>
              <a:rPr lang="en-US" altLang="sk-SK" sz="2400" dirty="0"/>
              <a:t>Another common error is to be in the </a:t>
            </a:r>
            <a:r>
              <a:rPr lang="en-US" altLang="sk-SK" sz="2400" b="1" dirty="0"/>
              <a:t>incorrect mode </a:t>
            </a:r>
            <a:r>
              <a:rPr lang="en-US" altLang="sk-SK" sz="2400"/>
              <a:t>when typing.  </a:t>
            </a:r>
            <a:endParaRPr lang="en-US" altLang="sk-SK" sz="2400">
              <a:cs typeface="Arial"/>
            </a:endParaRPr>
          </a:p>
          <a:p>
            <a:pPr lvl="1" indent="-342900">
              <a:buFont typeface="Arial"/>
              <a:buChar char="–"/>
            </a:pPr>
            <a:r>
              <a:rPr lang="en-US" altLang="sk-SK" sz="2000" dirty="0"/>
              <a:t> </a:t>
            </a:r>
            <a:r>
              <a:rPr lang="en-US" altLang="sk-SK" sz="2400" dirty="0">
                <a:ea typeface="+mn-ea"/>
                <a:cs typeface="Arial"/>
              </a:rPr>
              <a:t>Be sure to hit the Esc key prior to editing.</a:t>
            </a:r>
          </a:p>
          <a:p>
            <a:pPr>
              <a:buFont typeface="Arial"/>
              <a:buChar char="•"/>
            </a:pPr>
            <a:r>
              <a:rPr lang="en-US" sz="2400" dirty="0">
                <a:cs typeface="Arial"/>
              </a:rPr>
              <a:t>A common error is to accidentally type the </a:t>
            </a:r>
            <a:r>
              <a:rPr lang="en-US" sz="2400" b="1" dirty="0">
                <a:cs typeface="Arial"/>
              </a:rPr>
              <a:t>control-Z </a:t>
            </a:r>
            <a:r>
              <a:rPr lang="en-US" sz="2400" dirty="0">
                <a:cs typeface="Arial"/>
              </a:rPr>
              <a:t>instead of the </a:t>
            </a:r>
            <a:r>
              <a:rPr lang="en-US" sz="2400" b="1" dirty="0">
                <a:cs typeface="Arial"/>
              </a:rPr>
              <a:t>shift-ZZ</a:t>
            </a:r>
            <a:r>
              <a:rPr lang="en-US" sz="2400">
                <a:cs typeface="Arial"/>
              </a:rPr>
              <a:t>. </a:t>
            </a:r>
            <a:endParaRPr lang="en-US" altLang="sk-SK" sz="2000">
              <a:cs typeface="Arial"/>
            </a:endParaRPr>
          </a:p>
          <a:p>
            <a:pPr lvl="1">
              <a:buFont typeface="Arial"/>
              <a:buChar char="–"/>
            </a:pPr>
            <a:r>
              <a:rPr lang="en-US" sz="2400" dirty="0">
                <a:ea typeface="+mn-ea"/>
                <a:cs typeface="Arial"/>
              </a:rPr>
              <a:t>The control-Z stops and </a:t>
            </a:r>
            <a:r>
              <a:rPr lang="en-US" sz="2400" dirty="0" err="1">
                <a:ea typeface="+mn-ea"/>
                <a:cs typeface="Arial"/>
              </a:rPr>
              <a:t>terminatesthe</a:t>
            </a:r>
            <a:r>
              <a:rPr lang="en-US" sz="2400" dirty="0">
                <a:ea typeface="+mn-ea"/>
                <a:cs typeface="Arial"/>
              </a:rPr>
              <a:t> editor without saving the contents. If this occurs </a:t>
            </a:r>
            <a:r>
              <a:rPr lang="en-US" sz="2400" dirty="0" err="1">
                <a:ea typeface="+mn-ea"/>
                <a:cs typeface="Arial"/>
              </a:rPr>
              <a:t>followtype</a:t>
            </a:r>
            <a:r>
              <a:rPr lang="en-US" sz="2400" dirty="0">
                <a:ea typeface="+mn-ea"/>
                <a:cs typeface="Arial"/>
              </a:rPr>
              <a:t> </a:t>
            </a:r>
            <a:r>
              <a:rPr lang="en-US" sz="2400" dirty="0" err="1">
                <a:ea typeface="+mn-ea"/>
                <a:cs typeface="Arial"/>
              </a:rPr>
              <a:t>fg</a:t>
            </a:r>
            <a:r>
              <a:rPr lang="en-US" sz="2400" dirty="0">
                <a:ea typeface="+mn-ea"/>
                <a:cs typeface="Arial"/>
              </a:rPr>
              <a:t>.</a:t>
            </a:r>
            <a:endParaRPr lang="en-US" altLang="sk-SK" sz="2400">
              <a:ea typeface="+mn-ea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123617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Title 1">
            <a:extLst>
              <a:ext uri="{FF2B5EF4-FFF2-40B4-BE49-F238E27FC236}">
                <a16:creationId xmlns:a16="http://schemas.microsoft.com/office/drawing/2014/main" id="{E9495FCA-B7A8-46D6-A333-B194B9A8E2D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/>
              <a:t>Topics Covered</a:t>
            </a:r>
          </a:p>
        </p:txBody>
      </p:sp>
      <p:sp>
        <p:nvSpPr>
          <p:cNvPr id="36867" name="Content Placeholder 2">
            <a:extLst>
              <a:ext uri="{FF2B5EF4-FFF2-40B4-BE49-F238E27FC236}">
                <a16:creationId xmlns:a16="http://schemas.microsoft.com/office/drawing/2014/main" id="{7CA9632D-1167-4A0C-9D27-299AB24DA8D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sk-SK"/>
              <a:t>Introduced the vi editor:	</a:t>
            </a:r>
          </a:p>
          <a:p>
            <a:pPr lvl="1"/>
            <a:r>
              <a:rPr lang="en-US" altLang="sk-SK"/>
              <a:t>How vi interacts with files</a:t>
            </a:r>
          </a:p>
          <a:p>
            <a:pPr lvl="1"/>
            <a:r>
              <a:rPr lang="en-US" altLang="sk-SK"/>
              <a:t>vi insert mode</a:t>
            </a:r>
          </a:p>
          <a:p>
            <a:pPr lvl="2"/>
            <a:r>
              <a:rPr lang="en-US" altLang="sk-SK"/>
              <a:t>entry text</a:t>
            </a:r>
            <a:r>
              <a:rPr lang="en-US" altLang="sk-SK" dirty="0"/>
              <a:t>, exit</a:t>
            </a:r>
            <a:endParaRPr lang="en-US" altLang="sk-SK" dirty="0">
              <a:cs typeface="Arial"/>
            </a:endParaRPr>
          </a:p>
          <a:p>
            <a:pPr lvl="1"/>
            <a:r>
              <a:rPr lang="en-US" altLang="sk-SK"/>
              <a:t>vi command mode (inline and ex commands)</a:t>
            </a:r>
          </a:p>
          <a:p>
            <a:pPr lvl="2"/>
            <a:r>
              <a:rPr lang="en-US" altLang="sk-SK"/>
              <a:t>typical navigation commands</a:t>
            </a:r>
          </a:p>
          <a:p>
            <a:pPr lvl="2"/>
            <a:r>
              <a:rPr lang="en-US" altLang="sk-SK" dirty="0"/>
              <a:t>typical delete, </a:t>
            </a:r>
            <a:r>
              <a:rPr lang="en-US" dirty="0"/>
              <a:t>modify</a:t>
            </a:r>
            <a:r>
              <a:rPr lang="en-US" altLang="sk-SK" dirty="0"/>
              <a:t> commands </a:t>
            </a:r>
            <a:endParaRPr lang="en-US" altLang="sk-SK" dirty="0">
              <a:cs typeface="Arial"/>
            </a:endParaRPr>
          </a:p>
          <a:p>
            <a:pPr lvl="2"/>
            <a:r>
              <a:rPr lang="en-US"/>
              <a:t>typical copy, paste commands </a:t>
            </a:r>
            <a:endParaRPr lang="en-US" altLang="sk-SK" dirty="0">
              <a:cs typeface="Arial"/>
            </a:endParaRPr>
          </a:p>
          <a:p>
            <a:pPr lvl="2"/>
            <a:r>
              <a:rPr lang="en-US" altLang="sk-SK" dirty="0"/>
              <a:t>typical </a:t>
            </a:r>
            <a:r>
              <a:rPr lang="en-US" altLang="sk-SK"/>
              <a:t>search, replace commands</a:t>
            </a:r>
            <a:endParaRPr lang="en-US" altLang="sk-SK">
              <a:cs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2154</TotalTime>
  <Words>2225</Words>
  <Application>Microsoft Office PowerPoint</Application>
  <PresentationFormat>On-screen Show (4:3)</PresentationFormat>
  <Paragraphs>307</Paragraphs>
  <Slides>29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0" baseType="lpstr">
      <vt:lpstr>Default Design</vt:lpstr>
      <vt:lpstr>Unix vim Editor</vt:lpstr>
      <vt:lpstr>Objectives</vt:lpstr>
      <vt:lpstr>Why Do We Need to Know the vim Editor</vt:lpstr>
      <vt:lpstr>vi File Interaction</vt:lpstr>
      <vt:lpstr>vi File Interaction Recovery mode</vt:lpstr>
      <vt:lpstr>Entering the vi Editor</vt:lpstr>
      <vt:lpstr>File Interaction in the vi Editor</vt:lpstr>
      <vt:lpstr>Exiting the vi Editor</vt:lpstr>
      <vt:lpstr>vi Modes</vt:lpstr>
      <vt:lpstr>Navigation Commands</vt:lpstr>
      <vt:lpstr>Insert Commands</vt:lpstr>
      <vt:lpstr>command mode</vt:lpstr>
      <vt:lpstr>Command mode General Command Syntax</vt:lpstr>
      <vt:lpstr>Delete Commands</vt:lpstr>
      <vt:lpstr>Delete Character Commands</vt:lpstr>
      <vt:lpstr>Replace Commands</vt:lpstr>
      <vt:lpstr>Splitting and Joining Lines</vt:lpstr>
      <vt:lpstr>Splitting and Joining Lines</vt:lpstr>
      <vt:lpstr>Current Line  Navigation Commands</vt:lpstr>
      <vt:lpstr>Search Commands</vt:lpstr>
      <vt:lpstr>Copy/Cut/Paste Commands</vt:lpstr>
      <vt:lpstr>Práca vo vizuálnom móde</vt:lpstr>
      <vt:lpstr>Substitute/Replace Command</vt:lpstr>
      <vt:lpstr>Substitute/Replace Command</vt:lpstr>
      <vt:lpstr>Substitute/Replace Command</vt:lpstr>
      <vt:lpstr>Some “nice to know” features</vt:lpstr>
      <vt:lpstr>Some “nice to know” features</vt:lpstr>
      <vt:lpstr>vi Editor  When Things Go Wrong</vt:lpstr>
      <vt:lpstr>Topics Covered</vt:lpstr>
    </vt:vector>
  </TitlesOfParts>
  <Company>University of North Florida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 Editor</dc:title>
  <dc:creator>Ron Zucker</dc:creator>
  <cp:lastModifiedBy>Baráth, Július</cp:lastModifiedBy>
  <cp:revision>381</cp:revision>
  <dcterms:created xsi:type="dcterms:W3CDTF">2007-09-18T09:50:35Z</dcterms:created>
  <dcterms:modified xsi:type="dcterms:W3CDTF">2026-03-09T20:34:55Z</dcterms:modified>
</cp:coreProperties>
</file>