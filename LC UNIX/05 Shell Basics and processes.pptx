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4" r:id="rId22"/>
  </p:sldIdLst>
  <p:sldSz cx="10160000" cy="7620000"/>
  <p:notesSz cx="7620000" cy="10160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32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0CEA42-6976-9FDA-28BF-9A53642A7D3E}" v="4" dt="2025-03-13T09:35:37.261"/>
  </p1510:revLst>
</p1510:revInfo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6327" autoAdjust="0"/>
  </p:normalViewPr>
  <p:slideViewPr>
    <p:cSldViewPr snapToGrid="0">
      <p:cViewPr varScale="1">
        <p:scale>
          <a:sx n="115" d="100"/>
          <a:sy n="115" d="100"/>
        </p:scale>
        <p:origin x="2400" y="208"/>
      </p:cViewPr>
      <p:guideLst>
        <p:guide orient="horz" pos="2400"/>
        <p:guide pos="32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19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S::julius.barath@aos.sk::aebde9b9-dccc-4475-a9ac-c05e78323d7a" providerId="AD" clId="Web-{BF0CEA42-6976-9FDA-28BF-9A53642A7D3E}"/>
    <pc:docChg chg="modSld">
      <pc:chgData name="Baráth, Július" userId="S::julius.barath@aos.sk::aebde9b9-dccc-4475-a9ac-c05e78323d7a" providerId="AD" clId="Web-{BF0CEA42-6976-9FDA-28BF-9A53642A7D3E}" dt="2025-03-13T09:35:37.261" v="3" actId="20577"/>
      <pc:docMkLst>
        <pc:docMk/>
      </pc:docMkLst>
      <pc:sldChg chg="modSp">
        <pc:chgData name="Baráth, Július" userId="S::julius.barath@aos.sk::aebde9b9-dccc-4475-a9ac-c05e78323d7a" providerId="AD" clId="Web-{BF0CEA42-6976-9FDA-28BF-9A53642A7D3E}" dt="2025-03-13T09:35:37.261" v="3" actId="20577"/>
        <pc:sldMkLst>
          <pc:docMk/>
          <pc:sldMk cId="1584337796" sldId="275"/>
        </pc:sldMkLst>
        <pc:spChg chg="mod">
          <ac:chgData name="Baráth, Július" userId="S::julius.barath@aos.sk::aebde9b9-dccc-4475-a9ac-c05e78323d7a" providerId="AD" clId="Web-{BF0CEA42-6976-9FDA-28BF-9A53642A7D3E}" dt="2025-03-13T09:35:37.261" v="3" actId="20577"/>
          <ac:spMkLst>
            <pc:docMk/>
            <pc:sldMk cId="1584337796" sldId="275"/>
            <ac:spMk id="3" creationId="{92291BDF-B94A-3E58-DC0D-46073197FC9B}"/>
          </ac:spMkLst>
        </pc:spChg>
      </pc:sldChg>
    </pc:docChg>
  </pc:docChgLst>
  <pc:docChgLst>
    <pc:chgData name="Baráth, Július" userId="aebde9b9-dccc-4475-a9ac-c05e78323d7a" providerId="ADAL" clId="{B9C47E75-7A17-8044-9330-1DDD5B464F56}"/>
    <pc:docChg chg="custSel modSld">
      <pc:chgData name="Baráth, Július" userId="aebde9b9-dccc-4475-a9ac-c05e78323d7a" providerId="ADAL" clId="{B9C47E75-7A17-8044-9330-1DDD5B464F56}" dt="2024-03-05T15:16:47.733" v="4" actId="1076"/>
      <pc:docMkLst>
        <pc:docMk/>
      </pc:docMkLst>
      <pc:sldChg chg="addSp delSp modSp mod">
        <pc:chgData name="Baráth, Július" userId="aebde9b9-dccc-4475-a9ac-c05e78323d7a" providerId="ADAL" clId="{B9C47E75-7A17-8044-9330-1DDD5B464F56}" dt="2024-03-05T15:16:47.733" v="4" actId="1076"/>
        <pc:sldMkLst>
          <pc:docMk/>
          <pc:sldMk cId="959612518" sldId="276"/>
        </pc:sldMkLst>
        <pc:picChg chg="del">
          <ac:chgData name="Baráth, Július" userId="aebde9b9-dccc-4475-a9ac-c05e78323d7a" providerId="ADAL" clId="{B9C47E75-7A17-8044-9330-1DDD5B464F56}" dt="2024-03-05T15:16:40.724" v="0" actId="478"/>
          <ac:picMkLst>
            <pc:docMk/>
            <pc:sldMk cId="959612518" sldId="276"/>
            <ac:picMk id="4" creationId="{11F94B01-5F85-7BE6-8CE1-6E38B2F207A6}"/>
          </ac:picMkLst>
        </pc:picChg>
        <pc:picChg chg="add mod">
          <ac:chgData name="Baráth, Július" userId="aebde9b9-dccc-4475-a9ac-c05e78323d7a" providerId="ADAL" clId="{B9C47E75-7A17-8044-9330-1DDD5B464F56}" dt="2024-03-05T15:16:47.733" v="4" actId="1076"/>
          <ac:picMkLst>
            <pc:docMk/>
            <pc:sldMk cId="959612518" sldId="276"/>
            <ac:picMk id="6" creationId="{B7442F12-4BAA-41B1-DB75-D76BE163034A}"/>
          </ac:picMkLst>
        </pc:picChg>
      </pc:sldChg>
    </pc:docChg>
  </pc:docChgLst>
  <pc:docChgLst>
    <pc:chgData name="Baráth, Július" userId="S::julius.barath@aos.sk::aebde9b9-dccc-4475-a9ac-c05e78323d7a" providerId="AD" clId="Web-{259C0A77-58E2-2552-C871-AF0762B8DC56}"/>
    <pc:docChg chg="addSld delSld modSld">
      <pc:chgData name="Baráth, Július" userId="S::julius.barath@aos.sk::aebde9b9-dccc-4475-a9ac-c05e78323d7a" providerId="AD" clId="Web-{259C0A77-58E2-2552-C871-AF0762B8DC56}" dt="2023-12-18T11:11:38.238" v="243" actId="20577"/>
      <pc:docMkLst>
        <pc:docMk/>
      </pc:docMkLst>
      <pc:sldChg chg="del">
        <pc:chgData name="Baráth, Július" userId="S::julius.barath@aos.sk::aebde9b9-dccc-4475-a9ac-c05e78323d7a" providerId="AD" clId="Web-{259C0A77-58E2-2552-C871-AF0762B8DC56}" dt="2023-12-18T10:53:25.393" v="0"/>
        <pc:sldMkLst>
          <pc:docMk/>
          <pc:sldMk cId="0" sldId="273"/>
        </pc:sldMkLst>
      </pc:sldChg>
      <pc:sldChg chg="del">
        <pc:chgData name="Baráth, Július" userId="S::julius.barath@aos.sk::aebde9b9-dccc-4475-a9ac-c05e78323d7a" providerId="AD" clId="Web-{259C0A77-58E2-2552-C871-AF0762B8DC56}" dt="2023-12-18T10:53:38.706" v="1"/>
        <pc:sldMkLst>
          <pc:docMk/>
          <pc:sldMk cId="1584337796" sldId="275"/>
        </pc:sldMkLst>
        <pc:spChg chg="mod ord">
          <ac:chgData name="Baráth, Július" userId="S::julius.barath@aos.sk::aebde9b9-dccc-4475-a9ac-c05e78323d7a" providerId="AD" clId="Web-{259C0A77-58E2-2552-C871-AF0762B8DC56}" dt="2023-12-18T10:54:02.645" v="9" actId="20577"/>
          <ac:spMkLst>
            <pc:docMk/>
            <pc:sldMk cId="1584337796" sldId="275"/>
            <ac:spMk id="2" creationId="{5BB0C942-7649-CEED-7F41-C5F6ABC6D943}"/>
          </ac:spMkLst>
        </pc:spChg>
        <pc:spChg chg="mod ord">
          <ac:chgData name="Baráth, Július" userId="S::julius.barath@aos.sk::aebde9b9-dccc-4475-a9ac-c05e78323d7a" providerId="AD" clId="Web-{259C0A77-58E2-2552-C871-AF0762B8DC56}" dt="2023-12-18T11:05:40.206" v="187" actId="20577"/>
          <ac:spMkLst>
            <pc:docMk/>
            <pc:sldMk cId="1584337796" sldId="275"/>
            <ac:spMk id="3" creationId="{92291BDF-B94A-3E58-DC0D-46073197FC9B}"/>
          </ac:spMkLst>
        </pc:spChg>
      </pc:sldChg>
      <pc:sldChg chg="addSp modSp new">
        <pc:chgData name="Baráth, Július" userId="S::julius.barath@aos.sk::aebde9b9-dccc-4475-a9ac-c05e78323d7a" providerId="AD" clId="Web-{259C0A77-58E2-2552-C871-AF0762B8DC56}" dt="2023-12-18T11:02:17.729" v="173" actId="14100"/>
        <pc:sldMkLst>
          <pc:docMk/>
          <pc:sldMk cId="959612518" sldId="276"/>
        </pc:sldMkLst>
        <pc:spChg chg="mod">
          <ac:chgData name="Baráth, Július" userId="S::julius.barath@aos.sk::aebde9b9-dccc-4475-a9ac-c05e78323d7a" providerId="AD" clId="Web-{259C0A77-58E2-2552-C871-AF0762B8DC56}" dt="2023-12-18T11:01:45.852" v="167" actId="20577"/>
          <ac:spMkLst>
            <pc:docMk/>
            <pc:sldMk cId="959612518" sldId="276"/>
            <ac:spMk id="2" creationId="{A5C2F096-83AB-F4C7-74AF-0379CEA66AF9}"/>
          </ac:spMkLst>
        </pc:spChg>
        <pc:spChg chg="mod">
          <ac:chgData name="Baráth, Július" userId="S::julius.barath@aos.sk::aebde9b9-dccc-4475-a9ac-c05e78323d7a" providerId="AD" clId="Web-{259C0A77-58E2-2552-C871-AF0762B8DC56}" dt="2023-12-18T11:02:12.838" v="171" actId="20577"/>
          <ac:spMkLst>
            <pc:docMk/>
            <pc:sldMk cId="959612518" sldId="276"/>
            <ac:spMk id="3" creationId="{5641F2B0-770A-4028-6DAE-EA9226E832E6}"/>
          </ac:spMkLst>
        </pc:spChg>
        <pc:picChg chg="add mod">
          <ac:chgData name="Baráth, Július" userId="S::julius.barath@aos.sk::aebde9b9-dccc-4475-a9ac-c05e78323d7a" providerId="AD" clId="Web-{259C0A77-58E2-2552-C871-AF0762B8DC56}" dt="2023-12-18T11:02:17.729" v="173" actId="14100"/>
          <ac:picMkLst>
            <pc:docMk/>
            <pc:sldMk cId="959612518" sldId="276"/>
            <ac:picMk id="4" creationId="{11F94B01-5F85-7BE6-8CE1-6E38B2F207A6}"/>
          </ac:picMkLst>
        </pc:picChg>
      </pc:sldChg>
      <pc:sldChg chg="modSp new">
        <pc:chgData name="Baráth, Július" userId="S::julius.barath@aos.sk::aebde9b9-dccc-4475-a9ac-c05e78323d7a" providerId="AD" clId="Web-{259C0A77-58E2-2552-C871-AF0762B8DC56}" dt="2023-12-18T11:11:38.238" v="243" actId="20577"/>
        <pc:sldMkLst>
          <pc:docMk/>
          <pc:sldMk cId="3383306064" sldId="277"/>
        </pc:sldMkLst>
        <pc:spChg chg="mod">
          <ac:chgData name="Baráth, Július" userId="S::julius.barath@aos.sk::aebde9b9-dccc-4475-a9ac-c05e78323d7a" providerId="AD" clId="Web-{259C0A77-58E2-2552-C871-AF0762B8DC56}" dt="2023-12-18T11:05:52.801" v="192" actId="20577"/>
          <ac:spMkLst>
            <pc:docMk/>
            <pc:sldMk cId="3383306064" sldId="277"/>
            <ac:spMk id="2" creationId="{74C26A2A-71D8-A59F-7F51-7FE1E460FCB7}"/>
          </ac:spMkLst>
        </pc:spChg>
        <pc:spChg chg="mod">
          <ac:chgData name="Baráth, Július" userId="S::julius.barath@aos.sk::aebde9b9-dccc-4475-a9ac-c05e78323d7a" providerId="AD" clId="Web-{259C0A77-58E2-2552-C871-AF0762B8DC56}" dt="2023-12-18T11:11:38.238" v="243" actId="20577"/>
          <ac:spMkLst>
            <pc:docMk/>
            <pc:sldMk cId="3383306064" sldId="277"/>
            <ac:spMk id="3" creationId="{76F8AAD2-1A3D-38F9-7839-04A4ADCC1875}"/>
          </ac:spMkLst>
        </pc:spChg>
      </pc:sldChg>
    </pc:docChg>
  </pc:docChgLst>
  <pc:docChgLst>
    <pc:chgData name="Július Baráth" userId="e650c4ab-697e-4750-bd58-c1531aabce95" providerId="ADAL" clId="{7C3DEEE9-0819-43B0-9A8A-251F44572437}"/>
    <pc:docChg chg="modSld">
      <pc:chgData name="Július Baráth" userId="e650c4ab-697e-4750-bd58-c1531aabce95" providerId="ADAL" clId="{7C3DEEE9-0819-43B0-9A8A-251F44572437}" dt="2022-03-21T09:53:52.070" v="3"/>
      <pc:docMkLst>
        <pc:docMk/>
      </pc:docMkLst>
      <pc:sldChg chg="modSp mod">
        <pc:chgData name="Július Baráth" userId="e650c4ab-697e-4750-bd58-c1531aabce95" providerId="ADAL" clId="{7C3DEEE9-0819-43B0-9A8A-251F44572437}" dt="2022-03-21T09:27:35.332" v="1" actId="20577"/>
        <pc:sldMkLst>
          <pc:docMk/>
          <pc:sldMk cId="0" sldId="262"/>
        </pc:sldMkLst>
        <pc:spChg chg="mod">
          <ac:chgData name="Július Baráth" userId="e650c4ab-697e-4750-bd58-c1531aabce95" providerId="ADAL" clId="{7C3DEEE9-0819-43B0-9A8A-251F44572437}" dt="2022-03-21T09:27:35.332" v="1" actId="20577"/>
          <ac:spMkLst>
            <pc:docMk/>
            <pc:sldMk cId="0" sldId="262"/>
            <ac:spMk id="61" creationId="{00000000-0000-0000-0000-000000000000}"/>
          </ac:spMkLst>
        </pc:spChg>
      </pc:sldChg>
      <pc:sldChg chg="modSp mod">
        <pc:chgData name="Július Baráth" userId="e650c4ab-697e-4750-bd58-c1531aabce95" providerId="ADAL" clId="{7C3DEEE9-0819-43B0-9A8A-251F44572437}" dt="2022-03-21T09:53:52.070" v="3"/>
        <pc:sldMkLst>
          <pc:docMk/>
          <pc:sldMk cId="0" sldId="270"/>
        </pc:sldMkLst>
        <pc:spChg chg="mod">
          <ac:chgData name="Július Baráth" userId="e650c4ab-697e-4750-bd58-c1531aabce95" providerId="ADAL" clId="{7C3DEEE9-0819-43B0-9A8A-251F44572437}" dt="2022-03-21T09:53:52.070" v="3"/>
          <ac:spMkLst>
            <pc:docMk/>
            <pc:sldMk cId="0" sldId="270"/>
            <ac:spMk id="117" creationId="{00000000-0000-0000-0000-000000000000}"/>
          </ac:spMkLst>
        </pc:spChg>
      </pc:sldChg>
    </pc:docChg>
  </pc:docChgLst>
  <pc:docChgLst>
    <pc:chgData name="Baráth, Július" userId="aebde9b9-dccc-4475-a9ac-c05e78323d7a" providerId="ADAL" clId="{CE76E2DA-2414-8A46-A6D2-75CFA8BE3AE4}"/>
    <pc:docChg chg="undo custSel modSld">
      <pc:chgData name="Baráth, Július" userId="aebde9b9-dccc-4475-a9ac-c05e78323d7a" providerId="ADAL" clId="{CE76E2DA-2414-8A46-A6D2-75CFA8BE3AE4}" dt="2023-03-16T08:48:08.628" v="124" actId="108"/>
      <pc:docMkLst>
        <pc:docMk/>
      </pc:docMkLst>
      <pc:sldChg chg="modSp mod">
        <pc:chgData name="Baráth, Július" userId="aebde9b9-dccc-4475-a9ac-c05e78323d7a" providerId="ADAL" clId="{CE76E2DA-2414-8A46-A6D2-75CFA8BE3AE4}" dt="2023-03-16T08:43:09.868" v="57" actId="20577"/>
        <pc:sldMkLst>
          <pc:docMk/>
          <pc:sldMk cId="0" sldId="269"/>
        </pc:sldMkLst>
        <pc:spChg chg="mod">
          <ac:chgData name="Baráth, Július" userId="aebde9b9-dccc-4475-a9ac-c05e78323d7a" providerId="ADAL" clId="{CE76E2DA-2414-8A46-A6D2-75CFA8BE3AE4}" dt="2023-03-16T08:43:09.868" v="57" actId="20577"/>
          <ac:spMkLst>
            <pc:docMk/>
            <pc:sldMk cId="0" sldId="269"/>
            <ac:spMk id="110" creationId="{00000000-0000-0000-0000-000000000000}"/>
          </ac:spMkLst>
        </pc:spChg>
      </pc:sldChg>
      <pc:sldChg chg="modSp mod">
        <pc:chgData name="Baráth, Július" userId="aebde9b9-dccc-4475-a9ac-c05e78323d7a" providerId="ADAL" clId="{CE76E2DA-2414-8A46-A6D2-75CFA8BE3AE4}" dt="2023-03-16T08:48:08.628" v="124" actId="108"/>
        <pc:sldMkLst>
          <pc:docMk/>
          <pc:sldMk cId="0" sldId="270"/>
        </pc:sldMkLst>
        <pc:spChg chg="mod">
          <ac:chgData name="Baráth, Július" userId="aebde9b9-dccc-4475-a9ac-c05e78323d7a" providerId="ADAL" clId="{CE76E2DA-2414-8A46-A6D2-75CFA8BE3AE4}" dt="2023-03-16T08:48:08.628" v="124" actId="108"/>
          <ac:spMkLst>
            <pc:docMk/>
            <pc:sldMk cId="0" sldId="270"/>
            <ac:spMk id="1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073412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53 min (3)</a:t>
            </a:r>
          </a:p>
        </p:txBody>
      </p:sp>
    </p:spTree>
    <p:extLst>
      <p:ext uri="{BB962C8B-B14F-4D97-AF65-F5344CB8AC3E}">
        <p14:creationId xmlns:p14="http://schemas.microsoft.com/office/powerpoint/2010/main" val="2231044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0442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166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2964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4627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8427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2335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globbing and wildcard patterns</a:t>
            </a:r>
          </a:p>
        </p:txBody>
      </p:sp>
    </p:spTree>
    <p:extLst>
      <p:ext uri="{BB962C8B-B14F-4D97-AF65-F5344CB8AC3E}">
        <p14:creationId xmlns:p14="http://schemas.microsoft.com/office/powerpoint/2010/main" val="1730528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5244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6229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4003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ukazat vyznam PATH pomocou: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PATH=</a:t>
            </a:r>
          </a:p>
        </p:txBody>
      </p:sp>
    </p:spTree>
    <p:extLst>
      <p:ext uri="{BB962C8B-B14F-4D97-AF65-F5344CB8AC3E}">
        <p14:creationId xmlns:p14="http://schemas.microsoft.com/office/powerpoint/2010/main" val="4256968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0408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en-US" dirty="0" err="1"/>
              <a:t>Funguje</a:t>
            </a:r>
            <a:r>
              <a:rPr lang="en-US" dirty="0"/>
              <a:t> </a:t>
            </a:r>
            <a:r>
              <a:rPr lang="en-US" dirty="0" err="1"/>
              <a:t>aj</a:t>
            </a:r>
            <a:r>
              <a:rPr lang="en-US" baseline="0" dirty="0"/>
              <a:t> </a:t>
            </a:r>
          </a:p>
          <a:p>
            <a:r>
              <a:rPr lang="sk-SK" dirty="0"/>
              <a:t>echo -e \\n</a:t>
            </a:r>
          </a:p>
          <a:p>
            <a:r>
              <a:rPr lang="en-US" dirty="0"/>
              <a:t>Pre </a:t>
            </a:r>
            <a:r>
              <a:rPr lang="en-US" dirty="0" err="1"/>
              <a:t>vypis</a:t>
            </a:r>
            <a:r>
              <a:rPr lang="en-US" baseline="0" dirty="0"/>
              <a:t> </a:t>
            </a:r>
            <a:r>
              <a:rPr lang="en-US" baseline="0" dirty="0" err="1"/>
              <a:t>noveho</a:t>
            </a:r>
            <a:r>
              <a:rPr lang="en-US" baseline="0" dirty="0"/>
              <a:t> </a:t>
            </a:r>
            <a:r>
              <a:rPr lang="en-US" baseline="0" dirty="0" err="1"/>
              <a:t>riadku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7915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fr-FR" dirty="0"/>
              <a:t>echo nas cas je $(date +%X)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3186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4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echo "start" &amp;&amp; echo "stop"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4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echo "start" &amp;&amp; false &amp;&amp; echo "stop"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4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echo "start" || echo "stop"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4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 || echo "hello"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4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 || echo "hello"</a:t>
            </a:r>
          </a:p>
        </p:txBody>
      </p:sp>
    </p:spTree>
    <p:extLst>
      <p:ext uri="{BB962C8B-B14F-4D97-AF65-F5344CB8AC3E}">
        <p14:creationId xmlns:p14="http://schemas.microsoft.com/office/powerpoint/2010/main" val="9752558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8633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0305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 txBox="1">
            <a:spLocks noGrp="1"/>
          </p:cNvSpPr>
          <p:nvPr>
            <p:ph type="ctrTitle"/>
          </p:nvPr>
        </p:nvSpPr>
        <p:spPr>
          <a:xfrm>
            <a:off x="914400" y="3048000"/>
            <a:ext cx="8331200" cy="1219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4800"/>
            </a:lvl1pPr>
            <a:lvl2pPr algn="ctr">
              <a:buSzPct val="100000"/>
              <a:defRPr sz="4800"/>
            </a:lvl2pPr>
            <a:lvl3pPr algn="ctr">
              <a:buSzPct val="100000"/>
              <a:defRPr sz="4800"/>
            </a:lvl3pPr>
            <a:lvl4pPr algn="ctr">
              <a:buSzPct val="100000"/>
              <a:defRPr sz="4800"/>
            </a:lvl4pPr>
            <a:lvl5pPr algn="ctr">
              <a:buSzPct val="100000"/>
              <a:defRPr sz="4800"/>
            </a:lvl5pPr>
            <a:lvl6pPr algn="ctr">
              <a:buSzPct val="100000"/>
              <a:defRPr sz="4800"/>
            </a:lvl6pPr>
            <a:lvl7pPr algn="ctr">
              <a:buSzPct val="100000"/>
              <a:defRPr sz="4800"/>
            </a:lvl7pPr>
            <a:lvl8pPr algn="ctr">
              <a:buSzPct val="100000"/>
              <a:defRPr sz="4800"/>
            </a:lvl8pPr>
            <a:lvl9pPr algn="ctr">
              <a:buSzPct val="100000"/>
              <a:defRPr sz="4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ubTitle" idx="1"/>
          </p:nvPr>
        </p:nvSpPr>
        <p:spPr>
          <a:xfrm>
            <a:off x="1828800" y="4572000"/>
            <a:ext cx="6502399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550400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2"/>
          </p:nvPr>
        </p:nvSpPr>
        <p:spPr>
          <a:xfrm>
            <a:off x="538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04800" y="6705600"/>
            <a:ext cx="9550400" cy="609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3942275" y="1781525"/>
            <a:ext cx="5512499" cy="28137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44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Shell Basics</a:t>
            </a:r>
          </a:p>
        </p:txBody>
      </p:sp>
      <p:sp>
        <p:nvSpPr>
          <p:cNvPr id="20" name="Shape 20"/>
          <p:cNvSpPr txBox="1">
            <a:spLocks noGrp="1"/>
          </p:cNvSpPr>
          <p:nvPr>
            <p:ph type="subTitle" idx="1"/>
          </p:nvPr>
        </p:nvSpPr>
        <p:spPr>
          <a:xfrm>
            <a:off x="1991425" y="6118925"/>
            <a:ext cx="6553200" cy="10939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0" marR="0" indent="0" algn="ctr" rtl="0">
              <a:lnSpc>
                <a:spcPct val="108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Miroslav Biňas</a:t>
            </a:r>
          </a:p>
          <a:p>
            <a:pPr marL="0" marR="0" indent="0" algn="ctr" rtl="0">
              <a:lnSpc>
                <a:spcPct val="108036"/>
              </a:lnSpc>
              <a:spcBef>
                <a:spcPts val="563"/>
              </a:spcBef>
              <a:spcAft>
                <a:spcPts val="0"/>
              </a:spcAft>
              <a:buNone/>
            </a:pPr>
            <a:r>
              <a:rPr lang="en-US" sz="31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(c) 2010 - 201</a:t>
            </a:r>
            <a:r>
              <a:rPr lang="en-US" sz="311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Role of Command Shell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shell is piece of software that provides an interface for users of OS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command language interpreter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not part of system kernel, but uses system kernel for particular operations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many types of shells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list of available shells in the system is in file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etc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/shells</a:t>
            </a:r>
          </a:p>
        </p:txBody>
      </p:sp>
      <p:sp>
        <p:nvSpPr>
          <p:cNvPr id="27" name="Shape 2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Communication Channels I.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communication channel (standard stream) - preconnected input and output between computer program and its environment (terminal)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three channels (streams)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standard input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(stdin)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standard output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(stdout)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standard error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(stderr)</a:t>
            </a:r>
          </a:p>
        </p:txBody>
      </p:sp>
      <p:sp>
        <p:nvSpPr>
          <p:cNvPr id="34" name="Shape 34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Communication Channels II.</a:t>
            </a:r>
          </a:p>
        </p:txBody>
      </p:sp>
      <p:sp>
        <p:nvSpPr>
          <p:cNvPr id="40" name="Shape 40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41" name="Shape 41"/>
          <p:cNvSpPr/>
          <p:nvPr/>
        </p:nvSpPr>
        <p:spPr>
          <a:xfrm>
            <a:off x="2438400" y="2133600"/>
            <a:ext cx="6794500" cy="41656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Redirection</a:t>
            </a:r>
          </a:p>
        </p:txBody>
      </p:sp>
      <p:sp>
        <p:nvSpPr>
          <p:cNvPr id="47" name="Shape 47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standard streams can be redirected from their origins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standard input redirection</a:t>
            </a:r>
            <a:endParaRPr lang="sk-SK" sz="3333" b="1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cmd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&lt; /path/to/file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standard output redirection</a:t>
            </a:r>
            <a:endParaRPr lang="sk-SK" sz="3333" b="1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cmd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&gt; /path/to/file</a:t>
            </a:r>
            <a:endParaRPr lang="sk-SK" sz="3333" b="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cmd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1&gt; /path/to/file</a:t>
            </a:r>
            <a:endParaRPr lang="sk-SK" sz="3333" b="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cmd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&gt;&gt; /path/to/file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standard error redirection</a:t>
            </a:r>
            <a:b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cmd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2&gt; file</a:t>
            </a:r>
            <a:b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cmd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&gt; file 2&gt;&amp;1</a:t>
            </a:r>
          </a:p>
        </p:txBody>
      </p:sp>
      <p:sp>
        <p:nvSpPr>
          <p:cNvPr id="48" name="Shape 4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Piping Commands Together I.</a:t>
            </a:r>
          </a:p>
        </p:txBody>
      </p:sp>
      <p:sp>
        <p:nvSpPr>
          <p:cNvPr id="54" name="Shape 54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piping - output of one process can become input for another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is done through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'|'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character (pipe) 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CMD1|CMD2|..|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CMDn</a:t>
            </a: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ls | less 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cat /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etc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passwd|grep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sh|less</a:t>
            </a: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" name="Shape 55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Piping Commands Together II.</a:t>
            </a:r>
          </a:p>
        </p:txBody>
      </p:sp>
      <p:sp>
        <p:nvSpPr>
          <p:cNvPr id="61" name="Shape 61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tee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read from standard input and write to standard output and files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options: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-a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append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bash|tee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-a output.txt</a:t>
            </a:r>
          </a:p>
        </p:txBody>
      </p:sp>
      <p:sp>
        <p:nvSpPr>
          <p:cNvPr id="62" name="Shape 62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Filename Matching</a:t>
            </a:r>
          </a:p>
        </p:txBody>
      </p:sp>
      <p:sp>
        <p:nvSpPr>
          <p:cNvPr id="68" name="Shape 68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pattern matching 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common formats (wildcards):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matches zero or more characters, e.g.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foo*ba*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matches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fooba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football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..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matches any single character, e.g.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ab.?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matches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ab.a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ab.1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..</a:t>
            </a:r>
          </a:p>
        </p:txBody>
      </p:sp>
      <p:sp>
        <p:nvSpPr>
          <p:cNvPr id="69" name="Shape 69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Brace Expansion</a:t>
            </a:r>
          </a:p>
        </p:txBody>
      </p:sp>
      <p:sp>
        <p:nvSpPr>
          <p:cNvPr id="75" name="Shape 75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brace expansion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special mechanism, by which arbitrary strings may be generated</a:t>
            </a: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{n1,n2,n3}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matches any of the listed strings, e.g. </a:t>
            </a: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file.{jpg,png}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matches </a:t>
            </a: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file.jpg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file.png</a:t>
            </a:r>
          </a:p>
        </p:txBody>
      </p:sp>
      <p:sp>
        <p:nvSpPr>
          <p:cNvPr id="76" name="Shape 76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Shell/Environment Variables I.</a:t>
            </a:r>
          </a:p>
        </p:txBody>
      </p:sp>
      <p:sp>
        <p:nvSpPr>
          <p:cNvPr id="82" name="Shape 82"/>
          <p:cNvSpPr txBox="1"/>
          <p:nvPr/>
        </p:nvSpPr>
        <p:spPr>
          <a:xfrm>
            <a:off x="1930400" y="1320800"/>
            <a:ext cx="7872575" cy="5830874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every process runs in specific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environment consists of table of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environment variables 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initialized during login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shell variables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are internal variables - local to the shell, in which they are defined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list all environment variables use </a:t>
            </a: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printenv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command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bash doesn't distinguish between environment and shell variables </a:t>
            </a:r>
          </a:p>
        </p:txBody>
      </p:sp>
      <p:sp>
        <p:nvSpPr>
          <p:cNvPr id="83" name="Shape 83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Shell/Environment Variables II.</a:t>
            </a:r>
          </a:p>
        </p:txBody>
      </p:sp>
      <p:sp>
        <p:nvSpPr>
          <p:cNvPr id="89" name="Shape 89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set environment variable: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VAR=key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unset environment variable: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unset VAR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print value of environment variable: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echo $VAR</a:t>
            </a: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export VAR</a:t>
            </a: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0" name="Shape 90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Key Environment Variables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$HOME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home dir of current user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$PATH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the search path for the commands, colon separated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$SHELL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full path to the shell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$PWD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working directory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$USER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current user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$USERNAME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username of current user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$LANG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locale settings </a:t>
            </a:r>
          </a:p>
        </p:txBody>
      </p:sp>
      <p:sp>
        <p:nvSpPr>
          <p:cNvPr id="97" name="Shape 9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General Quoting Rules I.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metacharacters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characters with special meaning</a:t>
            </a:r>
            <a:endParaRPr lang="sk-SK" sz="3333" b="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echo * $HOME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escaping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canceling of all </a:t>
            </a:r>
            <a:r>
              <a:rPr lang="en-US" sz="3333" b="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metacharas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(escape character - backslash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'\'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- enables backslash escapes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echo -e \* $HOME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sym typeface="courier new"/>
              </a:rPr>
              <a:t>See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man echo</a:t>
            </a:r>
          </a:p>
        </p:txBody>
      </p:sp>
      <p:sp>
        <p:nvSpPr>
          <p:cNvPr id="104" name="Shape 104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General Quoting Rules II.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1930400" y="1524000"/>
            <a:ext cx="7872575" cy="56324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single quotes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' '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- cancel the meaning of all </a:t>
            </a:r>
            <a:r>
              <a:rPr lang="en-US" sz="3333" b="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metachars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except the backslash</a:t>
            </a:r>
            <a:endParaRPr lang="sk-SK" sz="3333" b="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echo -e ’\* $HOME’</a:t>
            </a: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dirty="0" err="1">
                <a:sym typeface="courier new"/>
              </a:rPr>
              <a:t>Výstup</a:t>
            </a:r>
            <a:endParaRPr lang="en-US" dirty="0">
              <a:sym typeface="courier new"/>
            </a:endParaRPr>
          </a:p>
          <a:p>
            <a:pPr marL="118534">
              <a:buClr>
                <a:srgbClr val="666666"/>
              </a:buClr>
              <a:buSzPct val="168350"/>
            </a:pPr>
            <a:r>
              <a:rPr lang="sk-SK" dirty="0"/>
              <a:t>\* $HOME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double quotes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weakest quotes, but cancel most of the special meaning of the enclosed characters except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'|'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'\'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and variables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$VAR</a:t>
            </a:r>
            <a:endParaRPr lang="sk-SK" sz="3333" b="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echo -e "\* $HOME”</a:t>
            </a:r>
          </a:p>
          <a:p>
            <a:pPr marL="118534" lvl="0">
              <a:buClr>
                <a:srgbClr val="666666"/>
              </a:buClr>
              <a:buSzPct val="168350"/>
            </a:pPr>
            <a:r>
              <a:rPr lang="en-US" dirty="0" err="1">
                <a:sym typeface="courier new"/>
              </a:rPr>
              <a:t>Výstup</a:t>
            </a:r>
            <a:endParaRPr lang="en-US" dirty="0">
              <a:sym typeface="courier new"/>
            </a:endParaRPr>
          </a:p>
          <a:p>
            <a:pPr marL="118534">
              <a:buClr>
                <a:srgbClr val="666666"/>
              </a:buClr>
              <a:buSzPct val="168350"/>
            </a:pPr>
            <a:r>
              <a:rPr lang="sk-SK" dirty="0"/>
              <a:t>\* /</a:t>
            </a:r>
            <a:r>
              <a:rPr lang="sk-SK" dirty="0" err="1"/>
              <a:t>home</a:t>
            </a:r>
            <a:r>
              <a:rPr lang="sk-SK" dirty="0"/>
              <a:t>/</a:t>
            </a:r>
            <a:r>
              <a:rPr lang="sk-SK" dirty="0" err="1"/>
              <a:t>julius</a:t>
            </a:r>
            <a:endParaRPr lang="sk-SK" dirty="0"/>
          </a:p>
        </p:txBody>
      </p:sp>
      <p:sp>
        <p:nvSpPr>
          <p:cNvPr id="111" name="Shape 111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Nesting Commands</a:t>
            </a:r>
          </a:p>
        </p:txBody>
      </p:sp>
      <p:sp>
        <p:nvSpPr>
          <p:cNvPr id="117" name="Shape 117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back quotes 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` `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execute enclosed command</a:t>
            </a:r>
            <a:endParaRPr lang="sk-SK" sz="3333" b="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echo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aktuálny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čas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je `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date`</a:t>
            </a:r>
            <a:endParaRPr lang="en-US" sz="3333" b="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lvl="0" indent="-262466"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$()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execute enclosed command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echo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$(date)</a:t>
            </a: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sym typeface="courier new"/>
              </a:rPr>
              <a:t>Try to display time in format HH:MM:SS using date and format string</a:t>
            </a: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date +%H:%M:%S</a:t>
            </a:r>
          </a:p>
        </p:txBody>
      </p:sp>
      <p:sp>
        <p:nvSpPr>
          <p:cNvPr id="118" name="Shape 11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Multiple Commands</a:t>
            </a:r>
          </a:p>
        </p:txBody>
      </p:sp>
      <p:sp>
        <p:nvSpPr>
          <p:cNvPr id="124" name="Shape 124"/>
          <p:cNvSpPr txBox="1"/>
          <p:nvPr/>
        </p:nvSpPr>
        <p:spPr>
          <a:xfrm>
            <a:off x="1930400" y="1524000"/>
            <a:ext cx="7858049" cy="5688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cmd1;cmd2;cmd3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commands are run in sequence regardless of success of the previous command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cmd1 &amp;&amp; cmd2 &amp;&amp; cmd3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each command will executed only if the previous exit code is 0 (success)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cmd1 || cmd2 || cmd3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the next command will executed only if the previous exit code is not 0 (failure) </a:t>
            </a:r>
          </a:p>
        </p:txBody>
      </p:sp>
      <p:sp>
        <p:nvSpPr>
          <p:cNvPr id="125" name="Shape 125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Multi-line Commands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write command on several lines, use backslash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'\'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as line separator</a:t>
            </a:r>
          </a:p>
          <a:p>
            <a:pPr marL="381000" lvl="0" indent="-262466"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echo This text is\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written on several lines\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because its little bit\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longer</a:t>
            </a:r>
            <a:r>
              <a:rPr lang="sk-SK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:-\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sp>
        <p:nvSpPr>
          <p:cNvPr id="132" name="Shape 132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C942-7649-CEED-7F41-C5F6ABC6D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50" dirty="0" err="1"/>
              <a:t>Správa</a:t>
            </a:r>
            <a:r>
              <a:rPr lang="en-US" sz="4250" dirty="0"/>
              <a:t> </a:t>
            </a:r>
            <a:r>
              <a:rPr lang="en-US" sz="4250" dirty="0" err="1"/>
              <a:t>procesov</a:t>
            </a:r>
            <a:endParaRPr lang="en-US" dirty="0" err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91BDF-B94A-3E58-DC0D-46073197F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291290"/>
            <a:ext cx="9550400" cy="5486399"/>
          </a:xfrm>
        </p:spPr>
        <p:txBody>
          <a:bodyPr/>
          <a:lstStyle/>
          <a:p>
            <a:r>
              <a:rPr lang="en-US" sz="2650" dirty="0" err="1"/>
              <a:t>Zobrazenie</a:t>
            </a:r>
            <a:r>
              <a:rPr lang="en-US" sz="2650" dirty="0"/>
              <a:t> </a:t>
            </a:r>
            <a:r>
              <a:rPr lang="en-US" sz="2650" dirty="0" err="1"/>
              <a:t>bežiacich</a:t>
            </a:r>
            <a:r>
              <a:rPr lang="en-US" sz="2650" dirty="0"/>
              <a:t> </a:t>
            </a:r>
            <a:r>
              <a:rPr lang="en-US" sz="2650" dirty="0" err="1"/>
              <a:t>procesov</a:t>
            </a:r>
            <a:endParaRPr lang="en-US" dirty="0" err="1"/>
          </a:p>
          <a:p>
            <a:pPr marL="457200" indent="-457200">
              <a:buFont typeface="Arial"/>
              <a:buChar char="•"/>
            </a:pPr>
            <a:r>
              <a:rPr lang="en-US" sz="2650" dirty="0" err="1"/>
              <a:t>ps</a:t>
            </a:r>
            <a:r>
              <a:rPr lang="en-US" sz="2650" dirty="0"/>
              <a:t> -l </a:t>
            </a:r>
            <a:r>
              <a:rPr lang="en-US" sz="2650" dirty="0" err="1"/>
              <a:t>vypíše</a:t>
            </a:r>
            <a:r>
              <a:rPr lang="en-US" sz="2650" dirty="0"/>
              <a:t> </a:t>
            </a:r>
            <a:r>
              <a:rPr lang="en-US" sz="2650" dirty="0" err="1"/>
              <a:t>procesy</a:t>
            </a:r>
            <a:r>
              <a:rPr lang="en-US" sz="2650" dirty="0"/>
              <a:t> </a:t>
            </a:r>
            <a:r>
              <a:rPr lang="en-US" sz="2650" dirty="0" err="1"/>
              <a:t>aktuálneho</a:t>
            </a:r>
            <a:r>
              <a:rPr lang="en-US" sz="2650" dirty="0"/>
              <a:t> </a:t>
            </a:r>
            <a:r>
              <a:rPr lang="en-US" sz="2650" dirty="0" err="1"/>
              <a:t>používateľa</a:t>
            </a:r>
            <a:r>
              <a:rPr lang="en-US" sz="2650" dirty="0"/>
              <a:t> </a:t>
            </a:r>
            <a:r>
              <a:rPr lang="en-US" sz="2650" dirty="0" err="1"/>
              <a:t>aj</a:t>
            </a:r>
            <a:r>
              <a:rPr lang="en-US" sz="2650" dirty="0"/>
              <a:t> s </a:t>
            </a:r>
            <a:r>
              <a:rPr lang="en-US" sz="2650" dirty="0" err="1"/>
              <a:t>detailami</a:t>
            </a:r>
            <a:endParaRPr lang="en-US" sz="2650" dirty="0"/>
          </a:p>
          <a:p>
            <a:pPr marL="457200" indent="-457200">
              <a:buFont typeface="Arial"/>
              <a:buChar char="•"/>
            </a:pPr>
            <a:r>
              <a:rPr lang="en-US" sz="2650" dirty="0" err="1"/>
              <a:t>ps</a:t>
            </a:r>
            <a:r>
              <a:rPr lang="en-US" sz="2650" dirty="0"/>
              <a:t> –f - Display the </a:t>
            </a:r>
            <a:r>
              <a:rPr lang="en-US" sz="2650" dirty="0" err="1"/>
              <a:t>uid</a:t>
            </a:r>
            <a:r>
              <a:rPr lang="en-US" sz="2650" dirty="0"/>
              <a:t>, </a:t>
            </a:r>
            <a:r>
              <a:rPr lang="en-US" sz="2650" dirty="0" err="1"/>
              <a:t>pid</a:t>
            </a:r>
            <a:r>
              <a:rPr lang="en-US" sz="2650" dirty="0"/>
              <a:t>, parent </a:t>
            </a:r>
            <a:r>
              <a:rPr lang="en-US" sz="2650" dirty="0" err="1"/>
              <a:t>pid</a:t>
            </a:r>
            <a:r>
              <a:rPr lang="en-US" sz="2650" dirty="0"/>
              <a:t>, recent CPU usage, associated command.</a:t>
            </a:r>
          </a:p>
          <a:p>
            <a:pPr marL="457200" indent="-457200">
              <a:buFont typeface="Arial"/>
              <a:buChar char="•"/>
            </a:pPr>
            <a:r>
              <a:rPr lang="en-US" sz="2650" dirty="0" err="1"/>
              <a:t>ps</a:t>
            </a:r>
            <a:r>
              <a:rPr lang="en-US" sz="2650" dirty="0"/>
              <a:t> aux - </a:t>
            </a:r>
            <a:r>
              <a:rPr lang="en-US" sz="2650" dirty="0" err="1"/>
              <a:t>vypíše</a:t>
            </a:r>
            <a:r>
              <a:rPr lang="en-US" sz="2650" dirty="0"/>
              <a:t> </a:t>
            </a:r>
            <a:r>
              <a:rPr lang="en-US" sz="2650" dirty="0" err="1"/>
              <a:t>procesy</a:t>
            </a:r>
            <a:r>
              <a:rPr lang="en-US" sz="2650" dirty="0"/>
              <a:t> </a:t>
            </a:r>
            <a:r>
              <a:rPr lang="en-US" sz="2650" dirty="0" err="1"/>
              <a:t>aj</a:t>
            </a:r>
            <a:r>
              <a:rPr lang="en-US" sz="2650" dirty="0"/>
              <a:t> </a:t>
            </a:r>
            <a:r>
              <a:rPr lang="en-US" sz="2650" dirty="0" err="1"/>
              <a:t>ostatných</a:t>
            </a:r>
            <a:r>
              <a:rPr lang="en-US" sz="2650" dirty="0"/>
              <a:t> </a:t>
            </a:r>
            <a:r>
              <a:rPr lang="en-US" sz="2650" dirty="0" err="1"/>
              <a:t>používateľov</a:t>
            </a:r>
            <a:r>
              <a:rPr lang="en-US" sz="2650" dirty="0"/>
              <a:t> </a:t>
            </a:r>
          </a:p>
          <a:p>
            <a:pPr marL="457200" indent="-457200">
              <a:buFont typeface="Arial"/>
              <a:buChar char="•"/>
            </a:pPr>
            <a:endParaRPr lang="en-US" sz="2650" dirty="0"/>
          </a:p>
          <a:p>
            <a:r>
              <a:rPr lang="en-US" sz="2650" dirty="0" err="1"/>
              <a:t>Zasielanie</a:t>
            </a:r>
            <a:r>
              <a:rPr lang="en-US" sz="2650" dirty="0"/>
              <a:t> </a:t>
            </a:r>
            <a:r>
              <a:rPr lang="en-US" sz="2650" dirty="0" err="1"/>
              <a:t>signálov</a:t>
            </a:r>
            <a:r>
              <a:rPr lang="en-US" sz="2650" dirty="0"/>
              <a:t> </a:t>
            </a:r>
            <a:r>
              <a:rPr lang="en-US" sz="2650" dirty="0" err="1"/>
              <a:t>alebo</a:t>
            </a:r>
            <a:r>
              <a:rPr lang="en-US" sz="2650" dirty="0"/>
              <a:t> </a:t>
            </a:r>
            <a:r>
              <a:rPr lang="en-US" sz="2650" dirty="0" err="1"/>
              <a:t>ukončenie</a:t>
            </a:r>
            <a:r>
              <a:rPr lang="en-US" sz="2650" dirty="0"/>
              <a:t> </a:t>
            </a:r>
            <a:r>
              <a:rPr lang="en-US" sz="2650" dirty="0" err="1"/>
              <a:t>procesov</a:t>
            </a:r>
            <a:endParaRPr lang="en-US" sz="2650" dirty="0"/>
          </a:p>
          <a:p>
            <a:r>
              <a:rPr lang="en-US" sz="2650" dirty="0"/>
              <a:t>kill –signal PID</a:t>
            </a:r>
          </a:p>
          <a:p>
            <a:pPr marL="457200" indent="-457200">
              <a:buFont typeface="Arial"/>
              <a:buChar char="•"/>
            </a:pPr>
            <a:r>
              <a:rPr lang="en-US" sz="2650" dirty="0"/>
              <a:t>     1       HUP (hang up)</a:t>
            </a: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sz="2650" dirty="0"/>
              <a:t>     2       INT (interrupt)</a:t>
            </a: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sz="2650" dirty="0"/>
              <a:t>     3       QUIT (quit)</a:t>
            </a: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sz="2650" dirty="0"/>
              <a:t>     6       ABRT (abort)</a:t>
            </a: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sz="2650" dirty="0"/>
              <a:t>     9       KILL (non-catchable, non-ignorable kill)</a:t>
            </a: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sz="2650" dirty="0"/>
              <a:t>     14      ALRM (alarm clock)</a:t>
            </a: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sz="2650" dirty="0"/>
              <a:t>     15      TERM (software termination signal)</a:t>
            </a:r>
            <a:endParaRPr lang="en-US" dirty="0"/>
          </a:p>
          <a:p>
            <a:endParaRPr lang="en-US" sz="2650" dirty="0"/>
          </a:p>
          <a:p>
            <a:endParaRPr lang="en-US" sz="2650" dirty="0"/>
          </a:p>
        </p:txBody>
      </p:sp>
    </p:spTree>
    <p:extLst>
      <p:ext uri="{BB962C8B-B14F-4D97-AF65-F5344CB8AC3E}">
        <p14:creationId xmlns:p14="http://schemas.microsoft.com/office/powerpoint/2010/main" val="1584337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F096-83AB-F4C7-74AF-0379CEA6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50" dirty="0" err="1"/>
              <a:t>Správa</a:t>
            </a:r>
            <a:r>
              <a:rPr lang="en-US" sz="4250" dirty="0"/>
              <a:t> </a:t>
            </a:r>
            <a:r>
              <a:rPr lang="en-US" sz="4250" dirty="0" err="1"/>
              <a:t>procov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1F2B0-770A-4028-6DAE-EA9226E83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828800"/>
            <a:ext cx="9550400" cy="786213"/>
          </a:xfrm>
        </p:spPr>
        <p:txBody>
          <a:bodyPr/>
          <a:lstStyle/>
          <a:p>
            <a:r>
              <a:rPr lang="en-US" sz="2650" b="1" dirty="0"/>
              <a:t>top</a:t>
            </a:r>
            <a:r>
              <a:rPr lang="en-US" sz="2650" dirty="0"/>
              <a:t> – display sorted information about processes</a:t>
            </a:r>
            <a:endParaRPr lang="en-US" dirty="0"/>
          </a:p>
          <a:p>
            <a:endParaRPr lang="en-US" sz="2650" dirty="0"/>
          </a:p>
        </p:txBody>
      </p:sp>
      <p:pic>
        <p:nvPicPr>
          <p:cNvPr id="6" name="Obrázok 5" descr="Obrázok, na ktorom je text, snímka obrazovky, písmo, číslo&#10;&#10;Automaticky generovaný popis">
            <a:extLst>
              <a:ext uri="{FF2B5EF4-FFF2-40B4-BE49-F238E27FC236}">
                <a16:creationId xmlns:a16="http://schemas.microsoft.com/office/drawing/2014/main" id="{B7442F12-4BAA-41B1-DB75-D76BE1630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2528095"/>
            <a:ext cx="7772400" cy="509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12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6A2A-71D8-A59F-7F51-7FE1E460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50" dirty="0" err="1"/>
              <a:t>Správa</a:t>
            </a:r>
            <a:r>
              <a:rPr lang="en-US" sz="4250" dirty="0"/>
              <a:t> </a:t>
            </a:r>
            <a:r>
              <a:rPr lang="en-US" sz="4250" dirty="0" err="1"/>
              <a:t>procesov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8AAD2-1A3D-38F9-7839-04A4ADCC1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50" b="1" dirty="0" err="1"/>
              <a:t>bg</a:t>
            </a:r>
            <a:r>
              <a:rPr lang="en-US" sz="2650" b="1" dirty="0"/>
              <a:t> </a:t>
            </a:r>
            <a:r>
              <a:rPr lang="en-US" sz="2650" dirty="0"/>
              <a:t>- </a:t>
            </a:r>
            <a:r>
              <a:rPr lang="en-US" sz="2650" dirty="0" err="1"/>
              <a:t>spustenie</a:t>
            </a:r>
            <a:r>
              <a:rPr lang="en-US" sz="2650" dirty="0"/>
              <a:t> </a:t>
            </a:r>
            <a:r>
              <a:rPr lang="en-US" sz="2650" dirty="0" err="1"/>
              <a:t>procesu</a:t>
            </a:r>
            <a:r>
              <a:rPr lang="en-US" sz="2650" dirty="0"/>
              <a:t> </a:t>
            </a:r>
            <a:r>
              <a:rPr lang="en-US" sz="2650" dirty="0" err="1"/>
              <a:t>na</a:t>
            </a:r>
            <a:r>
              <a:rPr lang="en-US" sz="2650" dirty="0"/>
              <a:t> </a:t>
            </a:r>
            <a:r>
              <a:rPr lang="en-US" sz="2650" dirty="0" err="1"/>
              <a:t>pozadí</a:t>
            </a:r>
            <a:endParaRPr lang="en-US" dirty="0" err="1"/>
          </a:p>
          <a:p>
            <a:endParaRPr lang="en-US" sz="2650" dirty="0"/>
          </a:p>
          <a:p>
            <a:r>
              <a:rPr lang="en-US" sz="2650" b="1" err="1"/>
              <a:t>fg</a:t>
            </a:r>
            <a:r>
              <a:rPr lang="en-US" sz="2650" b="1" dirty="0"/>
              <a:t> </a:t>
            </a:r>
            <a:r>
              <a:rPr lang="en-US" sz="2650" dirty="0"/>
              <a:t>– </a:t>
            </a:r>
            <a:r>
              <a:rPr lang="en-US" sz="2650" err="1"/>
              <a:t>prenesenie</a:t>
            </a:r>
            <a:r>
              <a:rPr lang="en-US" sz="2650" dirty="0"/>
              <a:t> </a:t>
            </a:r>
            <a:r>
              <a:rPr lang="en-US" sz="2650" err="1"/>
              <a:t>procesu</a:t>
            </a:r>
            <a:r>
              <a:rPr lang="en-US" sz="2650" dirty="0"/>
              <a:t> do </a:t>
            </a:r>
            <a:r>
              <a:rPr lang="en-US" sz="2650" err="1"/>
              <a:t>popredia</a:t>
            </a:r>
            <a:r>
              <a:rPr lang="en-US" sz="2650" dirty="0"/>
              <a:t>, Za </a:t>
            </a:r>
            <a:r>
              <a:rPr lang="en-US" sz="2650" err="1"/>
              <a:t>príkaz</a:t>
            </a:r>
            <a:r>
              <a:rPr lang="en-US" sz="2650" dirty="0"/>
              <a:t> </a:t>
            </a:r>
            <a:r>
              <a:rPr lang="en-US" sz="2650" err="1"/>
              <a:t>môžeme</a:t>
            </a:r>
            <a:r>
              <a:rPr lang="en-US" sz="2650" dirty="0"/>
              <a:t> </a:t>
            </a:r>
            <a:r>
              <a:rPr lang="en-US" sz="2650" err="1"/>
              <a:t>zadať</a:t>
            </a:r>
            <a:r>
              <a:rPr lang="en-US" sz="2650" dirty="0"/>
              <a:t> PID </a:t>
            </a:r>
            <a:r>
              <a:rPr lang="en-US" sz="2650" err="1"/>
              <a:t>procesu</a:t>
            </a:r>
            <a:r>
              <a:rPr lang="en-US" sz="2650" dirty="0"/>
              <a:t> po </a:t>
            </a:r>
            <a:r>
              <a:rPr lang="en-US" sz="2650" err="1"/>
              <a:t>percente</a:t>
            </a:r>
            <a:r>
              <a:rPr lang="en-US" sz="2650" dirty="0"/>
              <a:t> </a:t>
            </a:r>
            <a:r>
              <a:rPr lang="en-US" sz="2650" err="1"/>
              <a:t>alebo</a:t>
            </a:r>
            <a:r>
              <a:rPr lang="en-US" sz="2650" dirty="0"/>
              <a:t> ho </a:t>
            </a:r>
            <a:r>
              <a:rPr lang="en-US" sz="2650" err="1"/>
              <a:t>spustiť</a:t>
            </a:r>
            <a:r>
              <a:rPr lang="en-US" sz="2650" dirty="0"/>
              <a:t> bez </a:t>
            </a:r>
            <a:r>
              <a:rPr lang="en-US" sz="2650" err="1"/>
              <a:t>parametrov</a:t>
            </a:r>
            <a:r>
              <a:rPr lang="en-US" sz="2650" dirty="0"/>
              <a:t>, </a:t>
            </a:r>
            <a:r>
              <a:rPr lang="en-US" sz="2650" err="1"/>
              <a:t>kedy</a:t>
            </a:r>
            <a:r>
              <a:rPr lang="en-US" sz="2650" dirty="0"/>
              <a:t> </a:t>
            </a:r>
            <a:r>
              <a:rPr lang="en-US" sz="2650" err="1"/>
              <a:t>prenesie</a:t>
            </a:r>
            <a:r>
              <a:rPr lang="en-US" sz="2650" dirty="0"/>
              <a:t> do </a:t>
            </a:r>
            <a:r>
              <a:rPr lang="en-US" sz="2650" err="1"/>
              <a:t>popredia</a:t>
            </a:r>
            <a:r>
              <a:rPr lang="en-US" sz="2650" dirty="0"/>
              <a:t> </a:t>
            </a:r>
            <a:r>
              <a:rPr lang="en-US" sz="2650" err="1"/>
              <a:t>posledný</a:t>
            </a:r>
            <a:r>
              <a:rPr lang="en-US" sz="2650" dirty="0"/>
              <a:t> </a:t>
            </a:r>
            <a:r>
              <a:rPr lang="en-US" sz="2650" err="1"/>
              <a:t>pozastavený</a:t>
            </a:r>
            <a:r>
              <a:rPr lang="en-US" sz="2650" dirty="0"/>
              <a:t> </a:t>
            </a:r>
            <a:r>
              <a:rPr lang="en-US" sz="2650" err="1"/>
              <a:t>proces</a:t>
            </a:r>
            <a:r>
              <a:rPr lang="en-US" sz="2650" dirty="0"/>
              <a:t> </a:t>
            </a:r>
            <a:r>
              <a:rPr lang="en-US" sz="2650" err="1"/>
              <a:t>alebo</a:t>
            </a:r>
            <a:r>
              <a:rPr lang="en-US" sz="2650" dirty="0"/>
              <a:t> </a:t>
            </a:r>
            <a:r>
              <a:rPr lang="en-US" sz="2650" err="1"/>
              <a:t>posledný</a:t>
            </a:r>
            <a:r>
              <a:rPr lang="en-US" sz="2650" dirty="0"/>
              <a:t> </a:t>
            </a:r>
            <a:r>
              <a:rPr lang="en-US" sz="2650" err="1"/>
              <a:t>proces</a:t>
            </a:r>
            <a:r>
              <a:rPr lang="en-US" sz="2650" dirty="0"/>
              <a:t> v </a:t>
            </a:r>
            <a:r>
              <a:rPr lang="en-US" sz="2650" err="1"/>
              <a:t>pozadí</a:t>
            </a:r>
            <a:endParaRPr lang="en-US" sz="2650"/>
          </a:p>
          <a:p>
            <a:endParaRPr lang="en-US" sz="2650" dirty="0"/>
          </a:p>
          <a:p>
            <a:endParaRPr lang="en-US"/>
          </a:p>
          <a:p>
            <a:r>
              <a:rPr lang="en-US" sz="2650" b="1" dirty="0" err="1"/>
              <a:t>Nohup</a:t>
            </a:r>
            <a:r>
              <a:rPr lang="en-US" sz="2650" b="1" dirty="0"/>
              <a:t> </a:t>
            </a:r>
            <a:r>
              <a:rPr lang="en-US" sz="2650" dirty="0"/>
              <a:t>- short for no hang up is a command in Linux systems that keep processes running even after exiting the shell or terminal.</a:t>
            </a:r>
            <a:endParaRPr lang="en-US" dirty="0"/>
          </a:p>
          <a:p>
            <a:endParaRPr lang="en-US" sz="2650" dirty="0"/>
          </a:p>
        </p:txBody>
      </p:sp>
    </p:spTree>
    <p:extLst>
      <p:ext uri="{BB962C8B-B14F-4D97-AF65-F5344CB8AC3E}">
        <p14:creationId xmlns:p14="http://schemas.microsoft.com/office/powerpoint/2010/main" val="3383306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title"/>
          </p:nvPr>
        </p:nvSpPr>
        <p:spPr>
          <a:xfrm>
            <a:off x="1727200" y="3657600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ctr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</a:p>
        </p:txBody>
      </p:sp>
      <p:sp>
        <p:nvSpPr>
          <p:cNvPr id="145" name="Shape 145"/>
          <p:cNvSpPr/>
          <p:nvPr/>
        </p:nvSpPr>
        <p:spPr>
          <a:xfrm>
            <a:off x="0" y="60854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Theme">
  <a:themeElements>
    <a:clrScheme name="blank">
      <a:dk1>
        <a:srgbClr val="000000"/>
      </a:dk1>
      <a:lt1>
        <a:srgbClr val="FFFFFF"/>
      </a:lt1>
      <a:dk2>
        <a:srgbClr val="073763"/>
      </a:dk2>
      <a:lt2>
        <a:srgbClr val="CFE2F3"/>
      </a:lt2>
      <a:accent1>
        <a:srgbClr val="404040"/>
      </a:accent1>
      <a:accent2>
        <a:srgbClr val="808080"/>
      </a:accent2>
      <a:accent3>
        <a:srgbClr val="C0C0C0"/>
      </a:accent3>
      <a:accent4>
        <a:srgbClr val="396187"/>
      </a:accent4>
      <a:accent5>
        <a:srgbClr val="6B8CAB"/>
      </a:accent5>
      <a:accent6>
        <a:srgbClr val="9DB7CF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6144</TotalTime>
  <Words>1042</Words>
  <Application>Microsoft Office PowerPoint</Application>
  <PresentationFormat>Custom</PresentationFormat>
  <Paragraphs>139</Paragraphs>
  <Slides>21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Custom Theme</vt:lpstr>
      <vt:lpstr>Shell Basics</vt:lpstr>
      <vt:lpstr>Role of Command Shell</vt:lpstr>
      <vt:lpstr>Communication Channels I.</vt:lpstr>
      <vt:lpstr>Communication Channels II.</vt:lpstr>
      <vt:lpstr>File Redirection</vt:lpstr>
      <vt:lpstr>Piping Commands Together I.</vt:lpstr>
      <vt:lpstr>Piping Commands Together II.</vt:lpstr>
      <vt:lpstr>Filename Matching</vt:lpstr>
      <vt:lpstr>Brace Expansion</vt:lpstr>
      <vt:lpstr>Shell/Environment Variables I.</vt:lpstr>
      <vt:lpstr>Shell/Environment Variables II.</vt:lpstr>
      <vt:lpstr>Key Environment Variables</vt:lpstr>
      <vt:lpstr>General Quoting Rules I.</vt:lpstr>
      <vt:lpstr>General Quoting Rules II.</vt:lpstr>
      <vt:lpstr>Nesting Commands</vt:lpstr>
      <vt:lpstr>Multiple Commands</vt:lpstr>
      <vt:lpstr>Multi-line Commands</vt:lpstr>
      <vt:lpstr>Správa procesov</vt:lpstr>
      <vt:lpstr>Správa procov</vt:lpstr>
      <vt:lpstr>Správa procesov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Basics</dc:title>
  <cp:lastModifiedBy>Baráth, Július</cp:lastModifiedBy>
  <cp:revision>87</cp:revision>
  <dcterms:modified xsi:type="dcterms:W3CDTF">2025-03-13T09:35:40Z</dcterms:modified>
</cp:coreProperties>
</file>