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3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02"/>
    <p:restoredTop sz="94660"/>
  </p:normalViewPr>
  <p:slideViewPr>
    <p:cSldViewPr snapToGrid="0">
      <p:cViewPr varScale="1">
        <p:scale>
          <a:sx n="122" d="100"/>
          <a:sy n="122" d="100"/>
        </p:scale>
        <p:origin x="216" y="984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us Baráth" userId="e650c4ab-697e-4750-bd58-c1531aabce95" providerId="ADAL" clId="{E82E118D-DB25-457A-9BC7-FB9AD2D39296}"/>
    <pc:docChg chg="custSel modSld">
      <pc:chgData name="Július Baráth" userId="e650c4ab-697e-4750-bd58-c1531aabce95" providerId="ADAL" clId="{E82E118D-DB25-457A-9BC7-FB9AD2D39296}" dt="2021-03-16T09:35:20.105" v="175" actId="20577"/>
      <pc:docMkLst>
        <pc:docMk/>
      </pc:docMkLst>
      <pc:sldChg chg="modSp mod">
        <pc:chgData name="Július Baráth" userId="e650c4ab-697e-4750-bd58-c1531aabce95" providerId="ADAL" clId="{E82E118D-DB25-457A-9BC7-FB9AD2D39296}" dt="2021-03-11T16:32:55.506" v="88" actId="6549"/>
        <pc:sldMkLst>
          <pc:docMk/>
          <pc:sldMk cId="0" sldId="258"/>
        </pc:sldMkLst>
      </pc:sldChg>
      <pc:sldChg chg="modSp mod">
        <pc:chgData name="Július Baráth" userId="e650c4ab-697e-4750-bd58-c1531aabce95" providerId="ADAL" clId="{E82E118D-DB25-457A-9BC7-FB9AD2D39296}" dt="2021-03-12T08:16:58.364" v="167" actId="113"/>
        <pc:sldMkLst>
          <pc:docMk/>
          <pc:sldMk cId="0" sldId="262"/>
        </pc:sldMkLst>
      </pc:sldChg>
      <pc:sldChg chg="modSp mod">
        <pc:chgData name="Július Baráth" userId="e650c4ab-697e-4750-bd58-c1531aabce95" providerId="ADAL" clId="{E82E118D-DB25-457A-9BC7-FB9AD2D39296}" dt="2021-03-11T17:02:11.788" v="166" actId="404"/>
        <pc:sldMkLst>
          <pc:docMk/>
          <pc:sldMk cId="0" sldId="264"/>
        </pc:sldMkLst>
      </pc:sldChg>
      <pc:sldChg chg="modSp mod">
        <pc:chgData name="Július Baráth" userId="e650c4ab-697e-4750-bd58-c1531aabce95" providerId="ADAL" clId="{E82E118D-DB25-457A-9BC7-FB9AD2D39296}" dt="2021-03-12T08:28:04.240" v="173" actId="20577"/>
        <pc:sldMkLst>
          <pc:docMk/>
          <pc:sldMk cId="0" sldId="269"/>
        </pc:sldMkLst>
      </pc:sldChg>
      <pc:sldChg chg="modSp mod">
        <pc:chgData name="Július Baráth" userId="e650c4ab-697e-4750-bd58-c1531aabce95" providerId="ADAL" clId="{E82E118D-DB25-457A-9BC7-FB9AD2D39296}" dt="2021-03-16T09:35:20.105" v="175" actId="20577"/>
        <pc:sldMkLst>
          <pc:docMk/>
          <pc:sldMk cId="0" sldId="279"/>
        </pc:sldMkLst>
      </pc:sldChg>
    </pc:docChg>
  </pc:docChgLst>
  <pc:docChgLst>
    <pc:chgData name="Baráth, Július" userId="aebde9b9-dccc-4475-a9ac-c05e78323d7a" providerId="ADAL" clId="{D0CFF259-8BF2-1C45-816E-46F9FD1E4CC8}"/>
    <pc:docChg chg="modSld">
      <pc:chgData name="Baráth, Július" userId="aebde9b9-dccc-4475-a9ac-c05e78323d7a" providerId="ADAL" clId="{D0CFF259-8BF2-1C45-816E-46F9FD1E4CC8}" dt="2023-03-16T08:07:32.343" v="81" actId="108"/>
      <pc:docMkLst>
        <pc:docMk/>
      </pc:docMkLst>
      <pc:sldChg chg="modSp mod">
        <pc:chgData name="Baráth, Július" userId="aebde9b9-dccc-4475-a9ac-c05e78323d7a" providerId="ADAL" clId="{D0CFF259-8BF2-1C45-816E-46F9FD1E4CC8}" dt="2023-03-16T08:07:32.343" v="81" actId="108"/>
        <pc:sldMkLst>
          <pc:docMk/>
          <pc:sldMk cId="0" sldId="264"/>
        </pc:sldMkLst>
      </pc:sldChg>
      <pc:sldChg chg="modSp mod">
        <pc:chgData name="Baráth, Július" userId="aebde9b9-dccc-4475-a9ac-c05e78323d7a" providerId="ADAL" clId="{D0CFF259-8BF2-1C45-816E-46F9FD1E4CC8}" dt="2023-03-16T07:29:43.842" v="70" actId="20577"/>
        <pc:sldMkLst>
          <pc:docMk/>
          <pc:sldMk cId="0" sldId="272"/>
        </pc:sldMkLst>
      </pc:sldChg>
      <pc:sldChg chg="modSp mod">
        <pc:chgData name="Baráth, Július" userId="aebde9b9-dccc-4475-a9ac-c05e78323d7a" providerId="ADAL" clId="{D0CFF259-8BF2-1C45-816E-46F9FD1E4CC8}" dt="2023-03-16T07:53:06.278" v="78" actId="404"/>
        <pc:sldMkLst>
          <pc:docMk/>
          <pc:sldMk cId="0" sldId="278"/>
        </pc:sldMkLst>
      </pc:sldChg>
      <pc:sldChg chg="modSp mod">
        <pc:chgData name="Baráth, Július" userId="aebde9b9-dccc-4475-a9ac-c05e78323d7a" providerId="ADAL" clId="{D0CFF259-8BF2-1C45-816E-46F9FD1E4CC8}" dt="2023-03-16T08:04:47.239" v="80" actId="20577"/>
        <pc:sldMkLst>
          <pc:docMk/>
          <pc:sldMk cId="0" sldId="279"/>
        </pc:sldMkLst>
      </pc:sldChg>
    </pc:docChg>
  </pc:docChgLst>
  <pc:docChgLst>
    <pc:chgData name="Baráth, Július" userId="aebde9b9-dccc-4475-a9ac-c05e78323d7a" providerId="ADAL" clId="{31820D3D-D4E0-3740-BE4C-6713913DCE1F}"/>
    <pc:docChg chg="undo custSel delSld modSld">
      <pc:chgData name="Baráth, Július" userId="aebde9b9-dccc-4475-a9ac-c05e78323d7a" providerId="ADAL" clId="{31820D3D-D4E0-3740-BE4C-6713913DCE1F}" dt="2025-03-25T08:11:01.983" v="88" actId="20577"/>
      <pc:docMkLst>
        <pc:docMk/>
      </pc:docMkLst>
      <pc:sldChg chg="modSp mod">
        <pc:chgData name="Baráth, Július" userId="aebde9b9-dccc-4475-a9ac-c05e78323d7a" providerId="ADAL" clId="{31820D3D-D4E0-3740-BE4C-6713913DCE1F}" dt="2025-03-25T06:52:10.556" v="7" actId="20577"/>
        <pc:sldMkLst>
          <pc:docMk/>
          <pc:sldMk cId="0" sldId="259"/>
        </pc:sldMkLst>
        <pc:spChg chg="mod">
          <ac:chgData name="Baráth, Július" userId="aebde9b9-dccc-4475-a9ac-c05e78323d7a" providerId="ADAL" clId="{31820D3D-D4E0-3740-BE4C-6713913DCE1F}" dt="2025-03-25T06:52:10.556" v="7" actId="20577"/>
          <ac:spMkLst>
            <pc:docMk/>
            <pc:sldMk cId="0" sldId="259"/>
            <ac:spMk id="40" creationId="{00000000-0000-0000-0000-000000000000}"/>
          </ac:spMkLst>
        </pc:spChg>
      </pc:sldChg>
      <pc:sldChg chg="modSp del mod">
        <pc:chgData name="Baráth, Július" userId="aebde9b9-dccc-4475-a9ac-c05e78323d7a" providerId="ADAL" clId="{31820D3D-D4E0-3740-BE4C-6713913DCE1F}" dt="2025-03-25T06:52:25.305" v="8" actId="2696"/>
        <pc:sldMkLst>
          <pc:docMk/>
          <pc:sldMk cId="0" sldId="261"/>
        </pc:sldMkLst>
        <pc:spChg chg="mod">
          <ac:chgData name="Baráth, Július" userId="aebde9b9-dccc-4475-a9ac-c05e78323d7a" providerId="ADAL" clId="{31820D3D-D4E0-3740-BE4C-6713913DCE1F}" dt="2025-03-25T06:51:53.997" v="0" actId="21"/>
          <ac:spMkLst>
            <pc:docMk/>
            <pc:sldMk cId="0" sldId="261"/>
            <ac:spMk id="54" creationId="{00000000-0000-0000-0000-000000000000}"/>
          </ac:spMkLst>
        </pc:spChg>
      </pc:sldChg>
      <pc:sldChg chg="modSp mod">
        <pc:chgData name="Baráth, Július" userId="aebde9b9-dccc-4475-a9ac-c05e78323d7a" providerId="ADAL" clId="{31820D3D-D4E0-3740-BE4C-6713913DCE1F}" dt="2025-03-25T08:07:57.348" v="74" actId="6549"/>
        <pc:sldMkLst>
          <pc:docMk/>
          <pc:sldMk cId="0" sldId="264"/>
        </pc:sldMkLst>
        <pc:spChg chg="mod">
          <ac:chgData name="Baráth, Július" userId="aebde9b9-dccc-4475-a9ac-c05e78323d7a" providerId="ADAL" clId="{31820D3D-D4E0-3740-BE4C-6713913DCE1F}" dt="2025-03-25T08:07:57.348" v="74" actId="6549"/>
          <ac:spMkLst>
            <pc:docMk/>
            <pc:sldMk cId="0" sldId="264"/>
            <ac:spMk id="75" creationId="{00000000-0000-0000-0000-000000000000}"/>
          </ac:spMkLst>
        </pc:spChg>
      </pc:sldChg>
      <pc:sldChg chg="modSp mod">
        <pc:chgData name="Baráth, Július" userId="aebde9b9-dccc-4475-a9ac-c05e78323d7a" providerId="ADAL" clId="{31820D3D-D4E0-3740-BE4C-6713913DCE1F}" dt="2025-03-25T06:57:57.144" v="25" actId="20577"/>
        <pc:sldMkLst>
          <pc:docMk/>
          <pc:sldMk cId="0" sldId="266"/>
        </pc:sldMkLst>
        <pc:spChg chg="mod">
          <ac:chgData name="Baráth, Július" userId="aebde9b9-dccc-4475-a9ac-c05e78323d7a" providerId="ADAL" clId="{31820D3D-D4E0-3740-BE4C-6713913DCE1F}" dt="2025-03-25T06:57:57.144" v="25" actId="20577"/>
          <ac:spMkLst>
            <pc:docMk/>
            <pc:sldMk cId="0" sldId="266"/>
            <ac:spMk id="89" creationId="{00000000-0000-0000-0000-000000000000}"/>
          </ac:spMkLst>
        </pc:spChg>
      </pc:sldChg>
      <pc:sldChg chg="modSp mod">
        <pc:chgData name="Baráth, Július" userId="aebde9b9-dccc-4475-a9ac-c05e78323d7a" providerId="ADAL" clId="{31820D3D-D4E0-3740-BE4C-6713913DCE1F}" dt="2025-03-25T06:59:47.252" v="26" actId="20577"/>
        <pc:sldMkLst>
          <pc:docMk/>
          <pc:sldMk cId="0" sldId="268"/>
        </pc:sldMkLst>
        <pc:spChg chg="mod">
          <ac:chgData name="Baráth, Július" userId="aebde9b9-dccc-4475-a9ac-c05e78323d7a" providerId="ADAL" clId="{31820D3D-D4E0-3740-BE4C-6713913DCE1F}" dt="2025-03-25T06:59:47.252" v="26" actId="20577"/>
          <ac:spMkLst>
            <pc:docMk/>
            <pc:sldMk cId="0" sldId="268"/>
            <ac:spMk id="103" creationId="{00000000-0000-0000-0000-000000000000}"/>
          </ac:spMkLst>
        </pc:spChg>
      </pc:sldChg>
      <pc:sldChg chg="modSp mod">
        <pc:chgData name="Baráth, Július" userId="aebde9b9-dccc-4475-a9ac-c05e78323d7a" providerId="ADAL" clId="{31820D3D-D4E0-3740-BE4C-6713913DCE1F}" dt="2025-03-25T07:09:30.683" v="29"/>
        <pc:sldMkLst>
          <pc:docMk/>
          <pc:sldMk cId="0" sldId="272"/>
        </pc:sldMkLst>
        <pc:spChg chg="mod">
          <ac:chgData name="Baráth, Július" userId="aebde9b9-dccc-4475-a9ac-c05e78323d7a" providerId="ADAL" clId="{31820D3D-D4E0-3740-BE4C-6713913DCE1F}" dt="2025-03-25T07:09:30.683" v="29"/>
          <ac:spMkLst>
            <pc:docMk/>
            <pc:sldMk cId="0" sldId="272"/>
            <ac:spMk id="131" creationId="{00000000-0000-0000-0000-000000000000}"/>
          </ac:spMkLst>
        </pc:spChg>
      </pc:sldChg>
      <pc:sldChg chg="modSp mod">
        <pc:chgData name="Baráth, Július" userId="aebde9b9-dccc-4475-a9ac-c05e78323d7a" providerId="ADAL" clId="{31820D3D-D4E0-3740-BE4C-6713913DCE1F}" dt="2025-03-25T07:27:32.953" v="30" actId="1076"/>
        <pc:sldMkLst>
          <pc:docMk/>
          <pc:sldMk cId="0" sldId="275"/>
        </pc:sldMkLst>
        <pc:spChg chg="mod">
          <ac:chgData name="Baráth, Július" userId="aebde9b9-dccc-4475-a9ac-c05e78323d7a" providerId="ADAL" clId="{31820D3D-D4E0-3740-BE4C-6713913DCE1F}" dt="2025-03-25T07:27:32.953" v="30" actId="1076"/>
          <ac:spMkLst>
            <pc:docMk/>
            <pc:sldMk cId="0" sldId="275"/>
            <ac:spMk id="2" creationId="{CD5E4DA1-0F8A-FA74-5A39-D8F5B03A81CF}"/>
          </ac:spMkLst>
        </pc:spChg>
      </pc:sldChg>
      <pc:sldChg chg="delSp modSp mod">
        <pc:chgData name="Baráth, Július" userId="aebde9b9-dccc-4475-a9ac-c05e78323d7a" providerId="ADAL" clId="{31820D3D-D4E0-3740-BE4C-6713913DCE1F}" dt="2025-03-25T07:50:49.753" v="61" actId="1076"/>
        <pc:sldMkLst>
          <pc:docMk/>
          <pc:sldMk cId="0" sldId="279"/>
        </pc:sldMkLst>
        <pc:spChg chg="del mod">
          <ac:chgData name="Baráth, Július" userId="aebde9b9-dccc-4475-a9ac-c05e78323d7a" providerId="ADAL" clId="{31820D3D-D4E0-3740-BE4C-6713913DCE1F}" dt="2025-03-25T07:50:43.901" v="60" actId="478"/>
          <ac:spMkLst>
            <pc:docMk/>
            <pc:sldMk cId="0" sldId="279"/>
            <ac:spMk id="3" creationId="{7B1DBD4F-F7D1-BEE0-8D45-399A062799E4}"/>
          </ac:spMkLst>
        </pc:spChg>
        <pc:spChg chg="mod">
          <ac:chgData name="Baráth, Július" userId="aebde9b9-dccc-4475-a9ac-c05e78323d7a" providerId="ADAL" clId="{31820D3D-D4E0-3740-BE4C-6713913DCE1F}" dt="2025-03-25T07:50:49.753" v="61" actId="1076"/>
          <ac:spMkLst>
            <pc:docMk/>
            <pc:sldMk cId="0" sldId="279"/>
            <ac:spMk id="180" creationId="{00000000-0000-0000-0000-000000000000}"/>
          </ac:spMkLst>
        </pc:spChg>
      </pc:sldChg>
      <pc:sldChg chg="modSp mod">
        <pc:chgData name="Baráth, Július" userId="aebde9b9-dccc-4475-a9ac-c05e78323d7a" providerId="ADAL" clId="{31820D3D-D4E0-3740-BE4C-6713913DCE1F}" dt="2025-03-25T07:49:43.790" v="58" actId="113"/>
        <pc:sldMkLst>
          <pc:docMk/>
          <pc:sldMk cId="0" sldId="280"/>
        </pc:sldMkLst>
        <pc:spChg chg="mod">
          <ac:chgData name="Baráth, Július" userId="aebde9b9-dccc-4475-a9ac-c05e78323d7a" providerId="ADAL" clId="{31820D3D-D4E0-3740-BE4C-6713913DCE1F}" dt="2025-03-25T07:49:43.790" v="58" actId="113"/>
          <ac:spMkLst>
            <pc:docMk/>
            <pc:sldMk cId="0" sldId="280"/>
            <ac:spMk id="187" creationId="{00000000-0000-0000-0000-000000000000}"/>
          </ac:spMkLst>
        </pc:spChg>
      </pc:sldChg>
      <pc:sldChg chg="modSp mod">
        <pc:chgData name="Baráth, Július" userId="aebde9b9-dccc-4475-a9ac-c05e78323d7a" providerId="ADAL" clId="{31820D3D-D4E0-3740-BE4C-6713913DCE1F}" dt="2025-03-25T08:11:01.983" v="88" actId="20577"/>
        <pc:sldMkLst>
          <pc:docMk/>
          <pc:sldMk cId="0" sldId="281"/>
        </pc:sldMkLst>
        <pc:spChg chg="mod">
          <ac:chgData name="Baráth, Július" userId="aebde9b9-dccc-4475-a9ac-c05e78323d7a" providerId="ADAL" clId="{31820D3D-D4E0-3740-BE4C-6713913DCE1F}" dt="2025-03-25T08:11:01.983" v="88" actId="20577"/>
          <ac:spMkLst>
            <pc:docMk/>
            <pc:sldMk cId="0" sldId="281"/>
            <ac:spMk id="194" creationId="{00000000-0000-0000-0000-000000000000}"/>
          </ac:spMkLst>
        </pc:spChg>
      </pc:sldChg>
    </pc:docChg>
  </pc:docChgLst>
  <pc:docChgLst>
    <pc:chgData name="Július Baráth" userId="e650c4ab-697e-4750-bd58-c1531aabce95" providerId="ADAL" clId="{8CF319A1-F420-4D4A-B736-BADBD56CB9EE}"/>
    <pc:docChg chg="undo custSel modSld">
      <pc:chgData name="Július Baráth" userId="e650c4ab-697e-4750-bd58-c1531aabce95" providerId="ADAL" clId="{8CF319A1-F420-4D4A-B736-BADBD56CB9EE}" dt="2022-03-21T08:52:15.952" v="204" actId="20577"/>
      <pc:docMkLst>
        <pc:docMk/>
      </pc:docMkLst>
      <pc:sldChg chg="addSp modSp mod modNotesTx">
        <pc:chgData name="Július Baráth" userId="e650c4ab-697e-4750-bd58-c1531aabce95" providerId="ADAL" clId="{8CF319A1-F420-4D4A-B736-BADBD56CB9EE}" dt="2022-03-15T07:57:15.344" v="201" actId="1076"/>
        <pc:sldMkLst>
          <pc:docMk/>
          <pc:sldMk cId="0" sldId="257"/>
        </pc:sldMkLst>
      </pc:sldChg>
      <pc:sldChg chg="addSp modSp mod">
        <pc:chgData name="Július Baráth" userId="e650c4ab-697e-4750-bd58-c1531aabce95" providerId="ADAL" clId="{8CF319A1-F420-4D4A-B736-BADBD56CB9EE}" dt="2022-03-15T07:43:11.644" v="137" actId="14100"/>
        <pc:sldMkLst>
          <pc:docMk/>
          <pc:sldMk cId="0" sldId="274"/>
        </pc:sldMkLst>
      </pc:sldChg>
      <pc:sldChg chg="modSp mod">
        <pc:chgData name="Július Baráth" userId="e650c4ab-697e-4750-bd58-c1531aabce95" providerId="ADAL" clId="{8CF319A1-F420-4D4A-B736-BADBD56CB9EE}" dt="2022-03-21T08:52:15.952" v="204" actId="20577"/>
        <pc:sldMkLst>
          <pc:docMk/>
          <pc:sldMk cId="0" sldId="278"/>
        </pc:sldMkLst>
      </pc:sldChg>
      <pc:sldChg chg="addSp modSp mod">
        <pc:chgData name="Július Baráth" userId="e650c4ab-697e-4750-bd58-c1531aabce95" providerId="ADAL" clId="{8CF319A1-F420-4D4A-B736-BADBD56CB9EE}" dt="2022-03-14T13:47:56.546" v="104" actId="20577"/>
        <pc:sldMkLst>
          <pc:docMk/>
          <pc:sldMk cId="0" sldId="279"/>
        </pc:sldMkLst>
      </pc:sldChg>
      <pc:sldChg chg="modSp mod">
        <pc:chgData name="Július Baráth" userId="e650c4ab-697e-4750-bd58-c1531aabce95" providerId="ADAL" clId="{8CF319A1-F420-4D4A-B736-BADBD56CB9EE}" dt="2022-03-14T13:49:16.184" v="116" actId="20577"/>
        <pc:sldMkLst>
          <pc:docMk/>
          <pc:sldMk cId="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209388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fo.org/inode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node_pointer_structur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en.wikipedia.org/wiki/Inode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86 min (6)</a:t>
            </a:r>
          </a:p>
          <a:p>
            <a:endParaRPr lang="en-US"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nazvat zrozumitelnejsie linkovanie - aktualne FILE a LINK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pri zobrazovani ln ukazat aj soft link cez particie (s plnou cestou!)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prekreslit obrazok o inodoch z ldp knihy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zcat and zless</a:t>
            </a:r>
          </a:p>
        </p:txBody>
      </p:sp>
    </p:spTree>
    <p:extLst>
      <p:ext uri="{BB962C8B-B14F-4D97-AF65-F5344CB8AC3E}">
        <p14:creationId xmlns:p14="http://schemas.microsoft.com/office/powerpoint/2010/main" val="289030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sk-SK" dirty="0"/>
              <a:t>https://linuxize.com/post/how-to-set-or-change-timezone-on-centos-7/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4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5651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7437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1598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0875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867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http://www.linfo.org/inode.html</a:t>
            </a:r>
          </a:p>
        </p:txBody>
      </p:sp>
    </p:spTree>
    <p:extLst>
      <p:ext uri="{BB962C8B-B14F-4D97-AF65-F5344CB8AC3E}">
        <p14:creationId xmlns:p14="http://schemas.microsoft.com/office/powerpoint/2010/main" val="3509329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http://en.wikipedia.org/wiki/Inode_pointer_structure</a:t>
            </a:r>
          </a:p>
          <a:p>
            <a:endParaRPr lang="en-US"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http://en.wikipedia.org/wiki/Inode</a:t>
            </a:r>
          </a:p>
          <a:p>
            <a:endParaRPr lang="en-US"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4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LDP, str. 778-780</a:t>
            </a:r>
          </a:p>
        </p:txBody>
      </p:sp>
    </p:spTree>
    <p:extLst>
      <p:ext uri="{BB962C8B-B14F-4D97-AF65-F5344CB8AC3E}">
        <p14:creationId xmlns:p14="http://schemas.microsoft.com/office/powerpoint/2010/main" val="1572124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0053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4992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07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 -s /full/path/to/file  /full/path/to/link</a:t>
            </a:r>
          </a:p>
        </p:txBody>
      </p:sp>
    </p:spTree>
    <p:extLst>
      <p:ext uri="{BB962C8B-B14F-4D97-AF65-F5344CB8AC3E}">
        <p14:creationId xmlns:p14="http://schemas.microsoft.com/office/powerpoint/2010/main" val="1864379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5277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567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2059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688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2159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2752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5190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54877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89218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40858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87010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6474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4284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3942275" y="1781525"/>
            <a:ext cx="5512499" cy="28137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Manipulating Files</a:t>
            </a:r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1991425" y="6118925"/>
            <a:ext cx="6553200" cy="10939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0" marR="0" indent="0" algn="ctr" rtl="0">
              <a:lnSpc>
                <a:spcPct val="108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Miroslav Biňas</a:t>
            </a:r>
          </a:p>
          <a:p>
            <a:pPr marL="0" marR="0" indent="0" algn="ctr" rtl="0">
              <a:lnSpc>
                <a:spcPct val="108036"/>
              </a:lnSpc>
              <a:spcBef>
                <a:spcPts val="563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(c) 2010 - 2013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Directory Manipulation I.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create a directory(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[OPTS] DIR...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no error, if directory exists, make parent directories as needed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-p person/men/jack</a:t>
            </a: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 –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person</a:t>
            </a:r>
          </a:p>
        </p:txBody>
      </p:sp>
      <p:sp>
        <p:nvSpPr>
          <p:cNvPr id="27" name="Shape 2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Directory Manipulation II.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remove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empty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directory(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[OPTS] DIR...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remove directory and it's ancestors; e.g.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-p a/b/c</a:t>
            </a:r>
            <a:b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is similar to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a/b/c a/b a</a:t>
            </a: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 –rf a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727200" y="101600"/>
            <a:ext cx="8184950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Directory Manipulation III.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mv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rename directory or move SRC directories to destination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$ mv SRC... DEST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mv john JOHN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mv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move (rename) file(s)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$ mv SRC... DEST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mv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image.jpg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Image.JPG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Manipulation I.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copy files and directories</a:t>
            </a:r>
          </a:p>
          <a:p>
            <a:pPr marL="762000" marR="0" lvl="1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$ 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SRC... DEST </a:t>
            </a:r>
          </a:p>
          <a:p>
            <a:pPr marL="762000" marR="0" lvl="1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options:</a:t>
            </a:r>
          </a:p>
          <a:p>
            <a:pPr marL="1143000" marR="0" lvl="2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Wingdings"/>
              <a:buChar char="§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recursive copy</a:t>
            </a:r>
          </a:p>
          <a:p>
            <a:pPr marL="762000" marR="0" lvl="1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-r lib/* ~/docs/</a:t>
            </a:r>
          </a:p>
          <a:p>
            <a:pPr marL="762000" marR="0" lvl="1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copy also hidden files, use:</a:t>
            </a:r>
            <a:b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-r 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skel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/. ~/</a:t>
            </a:r>
          </a:p>
          <a:p>
            <a:pPr marL="762000" marR="0" lvl="1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</a:rPr>
              <a:t>to make file empty (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3300" dirty="0">
                <a:solidFill>
                  <a:srgbClr val="666666"/>
                </a:solidFill>
              </a:rPr>
              <a:t> size)</a:t>
            </a:r>
            <a:b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cp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/dev/null file</a:t>
            </a:r>
          </a:p>
        </p:txBody>
      </p:sp>
      <p:sp>
        <p:nvSpPr>
          <p:cNvPr id="48" name="Shape 4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Deleting and Creating Files I.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– remove files and directories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[OPTS] DEST...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options:</a:t>
            </a:r>
          </a:p>
          <a:p>
            <a:pPr marL="1143000" marR="0" lvl="2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recursive deletion (deletes also content of directories)</a:t>
            </a:r>
          </a:p>
          <a:p>
            <a:pPr marL="1143000" marR="0" lvl="2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-f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force delete,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prompt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ignores non existing files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</a:t>
            </a: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-r docs/* image.jpg</a:t>
            </a:r>
          </a:p>
        </p:txBody>
      </p:sp>
      <p:sp>
        <p:nvSpPr>
          <p:cNvPr id="62" name="Shape 6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Deleting and Creating Files II.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touch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creates empty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touch FILENAME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touch empty.txt</a:t>
            </a:r>
          </a:p>
        </p:txBody>
      </p:sp>
      <p:sp>
        <p:nvSpPr>
          <p:cNvPr id="69" name="Shape 6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Physical Unix Filestructure I.</a:t>
            </a:r>
          </a:p>
        </p:txBody>
      </p:sp>
      <p:sp>
        <p:nvSpPr>
          <p:cNvPr id="75" name="Shape 75"/>
          <p:cNvSpPr txBox="1"/>
          <p:nvPr/>
        </p:nvSpPr>
        <p:spPr>
          <a:xfrm>
            <a:off x="1954375" y="1632151"/>
            <a:ext cx="7872575" cy="56527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file in Unix has a number - </a:t>
            </a:r>
            <a:r>
              <a:rPr lang="en-US" sz="3333" b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endParaRPr lang="en-US" sz="3333" b="1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file names are not used as a reference to the file</a:t>
            </a:r>
          </a:p>
          <a:p>
            <a:pPr marL="381000" marR="0" lvl="0" indent="-25988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297"/>
              <a:buFont typeface="Arial"/>
              <a:buChar char="•"/>
            </a:pPr>
            <a:r>
              <a:rPr lang="en-US" sz="3292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blocks</a:t>
            </a:r>
            <a:r>
              <a:rPr lang="en-US" sz="3292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hold data, </a:t>
            </a:r>
            <a:r>
              <a:rPr lang="en-US" sz="3292" b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inodes</a:t>
            </a:r>
            <a:r>
              <a:rPr lang="en-US" sz="3292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hold metadata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unique for the partition only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check the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number of file: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ls -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FILENAME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stat - display file or file system status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sk-SK" sz="3333" dirty="0" err="1">
                <a:solidFill>
                  <a:srgbClr val="666666"/>
                </a:solidFill>
                <a:latin typeface="Courier New"/>
                <a:cs typeface="Courier New"/>
              </a:rPr>
              <a:t>stat</a:t>
            </a: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 –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cs typeface="Courier New"/>
              </a:rPr>
              <a:t>c%i</a:t>
            </a:r>
            <a:r>
              <a:rPr lang="sk-SK" sz="3333" dirty="0">
                <a:solidFill>
                  <a:srgbClr val="666666"/>
                </a:solidFill>
                <a:latin typeface="Courier New"/>
                <a:cs typeface="Courier New"/>
              </a:rPr>
              <a:t> FILENAME</a:t>
            </a:r>
            <a:endParaRPr lang="en-US" sz="3333" dirty="0">
              <a:solidFill>
                <a:srgbClr val="666666"/>
              </a:solidFill>
              <a:latin typeface="Courier New"/>
              <a:cs typeface="Courier New"/>
            </a:endParaRPr>
          </a:p>
        </p:txBody>
      </p:sp>
      <p:sp>
        <p:nvSpPr>
          <p:cNvPr id="76" name="Shape 76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Physical Unix Filestructure II.</a:t>
            </a:r>
          </a:p>
        </p:txBody>
      </p:sp>
      <p:sp>
        <p:nvSpPr>
          <p:cNvPr id="82" name="Shape 8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3" name="Shape 83"/>
          <p:cNvSpPr/>
          <p:nvPr/>
        </p:nvSpPr>
        <p:spPr>
          <a:xfrm>
            <a:off x="2032000" y="1828800"/>
            <a:ext cx="7569975" cy="474782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Filesystem Links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useful in many ways: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alias of a command, program or file to more common name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you can create "copies" of files without duplicating the content (wasting the storage space)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two types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lvl="1" indent="-262466"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</a:rPr>
              <a:t>hard links 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linked to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number</a:t>
            </a:r>
            <a:endParaRPr lang="en-US" sz="3333" b="1" dirty="0">
              <a:solidFill>
                <a:srgbClr val="666666"/>
              </a:solidFill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soft links 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linked to name</a:t>
            </a:r>
            <a:endParaRPr lang="en-US" sz="3333" b="1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Shape 9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727200" y="-24500"/>
            <a:ext cx="8083324" cy="13243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Hard Links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hard link cannot span file systems - it must be on same partition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linked file is exactly same as original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linked file will have same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number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changes in files (linked or original) are reflected in both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create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hard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link: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ln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ORIGINAL LINKNAME</a:t>
            </a:r>
          </a:p>
        </p:txBody>
      </p:sp>
      <p:sp>
        <p:nvSpPr>
          <p:cNvPr id="97" name="Shape 9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1727200" y="85750"/>
            <a:ext cx="8107925" cy="11349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Hard Links Behavior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change in one file is reflected in both files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 remove one of the files, the second will remain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 will then create file with the same name as the original one, the hard link will no longer work (different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number) </a:t>
            </a:r>
          </a:p>
        </p:txBody>
      </p:sp>
      <p:sp>
        <p:nvSpPr>
          <p:cNvPr id="104" name="Shape 10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1727200" y="101600"/>
            <a:ext cx="8107925" cy="11085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Soft Links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1954375" y="1621000"/>
            <a:ext cx="7872575" cy="560130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soft link = symbolic link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soft link can span file systems (or different computer systems)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it will have unique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number assigned to it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soft link is removed, the original remains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create soft 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link 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ln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-s ORIGINAL LINKNAME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-l 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rwxrwxrwx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..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LINK -&gt; ORIGINAL</a:t>
            </a:r>
          </a:p>
        </p:txBody>
      </p:sp>
      <p:sp>
        <p:nvSpPr>
          <p:cNvPr id="111" name="Shape 11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1727200" y="101600"/>
            <a:ext cx="8069849" cy="12151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Soft Links Behavior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 will modify content of one file, the modification will remain in original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 will remove the original file, the link will stop working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 will then create new file with the same name as original one, the link will start working again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1727200" y="0"/>
            <a:ext cx="8056524" cy="12671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Extensions and Content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extensions are not important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type of file is determined by it's content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determine file type use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file FILENAME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file document.txt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document.txt: JPEG image data, JFIF standard 1.01</a:t>
            </a:r>
          </a:p>
        </p:txBody>
      </p:sp>
      <p:sp>
        <p:nvSpPr>
          <p:cNvPr id="125" name="Shape 12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Displaying Files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concatenate files and print on the standard output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cat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more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filter for paging through text one screenful at a time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more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less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opposite of more (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otvorí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samostatné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okno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po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návrate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vráti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pôvodnú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obrazovku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less FILE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2" name="Shape 13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Displaying Compressed Files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zcat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print gzipped file on the standard output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zcat FILE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zless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file perusal filter for crt viewing of compressed text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zless FILE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9" name="Shape 13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Previewing Files</a:t>
            </a:r>
          </a:p>
        </p:txBody>
      </p:sp>
      <p:sp>
        <p:nvSpPr>
          <p:cNvPr id="145" name="Shape 145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output the first part of files (10 lines)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head FILE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-n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print the first N lines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tail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output the last part of files (10 lines)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tail FILE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-n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output the last N lines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-f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output appended data as the file grows 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</p:txBody>
      </p:sp>
      <p:sp>
        <p:nvSpPr>
          <p:cNvPr id="146" name="Shape 146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D4B82D62-CC4E-40EB-870A-E43DEB839FCE}"/>
              </a:ext>
            </a:extLst>
          </p:cNvPr>
          <p:cNvSpPr txBox="1"/>
          <p:nvPr/>
        </p:nvSpPr>
        <p:spPr>
          <a:xfrm>
            <a:off x="101228" y="1251668"/>
            <a:ext cx="3277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800" dirty="0" err="1">
                <a:solidFill>
                  <a:srgbClr val="FF0000"/>
                </a:solidFill>
              </a:rPr>
              <a:t>sudo</a:t>
            </a:r>
            <a:r>
              <a:rPr lang="sk-SK" sz="1800" dirty="0">
                <a:solidFill>
                  <a:srgbClr val="FF0000"/>
                </a:solidFill>
              </a:rPr>
              <a:t> </a:t>
            </a:r>
            <a:r>
              <a:rPr lang="sk-SK" sz="1800" dirty="0" err="1">
                <a:solidFill>
                  <a:srgbClr val="FF0000"/>
                </a:solidFill>
              </a:rPr>
              <a:t>tail</a:t>
            </a:r>
            <a:r>
              <a:rPr lang="sk-SK" sz="1800" dirty="0">
                <a:solidFill>
                  <a:srgbClr val="FF0000"/>
                </a:solidFill>
              </a:rPr>
              <a:t> /var/log/</a:t>
            </a:r>
            <a:r>
              <a:rPr lang="en-US" sz="1800" dirty="0">
                <a:solidFill>
                  <a:srgbClr val="FF0000"/>
                </a:solidFill>
              </a:rPr>
              <a:t>syslog</a:t>
            </a:r>
            <a:endParaRPr lang="sk-SK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Displaying Binary Files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od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prints file in octal and other formats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od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[OPTS] FILE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options:</a:t>
            </a:r>
          </a:p>
          <a:p>
            <a:pPr marL="1143000" marR="0" lvl="2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-c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dump in ASCII</a:t>
            </a:r>
          </a:p>
          <a:p>
            <a:pPr marL="1143000" marR="0" lvl="2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-a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dump as named char</a:t>
            </a:r>
          </a:p>
          <a:p>
            <a:pPr marL="1143000" marR="0" lvl="2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-b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dump in octal bytes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-x – </a:t>
            </a:r>
            <a:r>
              <a:rPr lang="sk-SK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dump</a:t>
            </a: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sk-SK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hexa</a:t>
            </a: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default - dump and offset in octal 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other tools -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xxd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hexdump</a:t>
            </a: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Shape 15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CD5E4DA1-0F8A-FA74-5A39-D8F5B03A81CF}"/>
              </a:ext>
            </a:extLst>
          </p:cNvPr>
          <p:cNvSpPr txBox="1"/>
          <p:nvPr/>
        </p:nvSpPr>
        <p:spPr>
          <a:xfrm>
            <a:off x="2875281" y="6565612"/>
            <a:ext cx="5787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200" dirty="0"/>
              <a:t>od -A x -t x1z -v /var/log/syslog</a:t>
            </a:r>
            <a:endParaRPr lang="sk-SK" sz="3200" dirty="0"/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Searching the Filesystem I.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search for files in a directory hierarchy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more complex tool for search:file names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file size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file type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date of last change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performs additional operations on founded files </a:t>
            </a:r>
          </a:p>
        </p:txBody>
      </p:sp>
      <p:sp>
        <p:nvSpPr>
          <p:cNvPr id="160" name="Shape 16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Searching the Filesystem II.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1828800" y="1524000"/>
            <a:ext cx="7961525" cy="56369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search files of certain name: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PATH -name SEARCH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. -name "*case*"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case sensitive, use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iname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files of certain size: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PATH -size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/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-size +5M</a:t>
            </a: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. –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maxdepth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1 -empty –type f</a:t>
            </a: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. -type f -executable</a:t>
            </a:r>
          </a:p>
        </p:txBody>
      </p:sp>
      <p:sp>
        <p:nvSpPr>
          <p:cNvPr id="167" name="Shape 16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Searching the Filesystem III.</a:t>
            </a:r>
          </a:p>
        </p:txBody>
      </p:sp>
      <p:sp>
        <p:nvSpPr>
          <p:cNvPr id="173" name="Shape 173"/>
          <p:cNvSpPr txBox="1"/>
          <p:nvPr/>
        </p:nvSpPr>
        <p:spPr>
          <a:xfrm>
            <a:off x="1828800" y="1524000"/>
            <a:ext cx="7961525" cy="56369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files of certain type: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PATH -type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endParaRPr lang="en-US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 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/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endParaRPr lang="en-US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 operation on the founded files: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PATH CONDITIONS \</a:t>
            </a:r>
            <a:b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-exec COMMANDS ;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 . -name "*.jpg" -exec ls -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lh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{} \;</a:t>
            </a:r>
          </a:p>
        </p:txBody>
      </p:sp>
      <p:sp>
        <p:nvSpPr>
          <p:cNvPr id="174" name="Shape 17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Alternate Search Methods I.</a:t>
            </a:r>
          </a:p>
        </p:txBody>
      </p:sp>
      <p:sp>
        <p:nvSpPr>
          <p:cNvPr id="180" name="Shape 180"/>
          <p:cNvSpPr txBox="1"/>
          <p:nvPr/>
        </p:nvSpPr>
        <p:spPr>
          <a:xfrm>
            <a:off x="1937949" y="1410793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locate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find files by name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easier than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but more restricted - output is based on a file index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update once a day (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sudo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updatedb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less CPU-consuming than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 security reasons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cs typeface="Courier New"/>
                <a:sym typeface="courier new"/>
              </a:rPr>
              <a:t>p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locate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used instead of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locate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locate passwd</a:t>
            </a:r>
            <a:endParaRPr lang="sk-SK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sk-SK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locate</a:t>
            </a:r>
            <a:r>
              <a:rPr lang="sk-SK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–b </a:t>
            </a:r>
            <a:r>
              <a:rPr lang="en-GB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’\passwd’</a:t>
            </a:r>
            <a:endParaRPr lang="en-US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Shape 18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title"/>
          </p:nvPr>
        </p:nvSpPr>
        <p:spPr>
          <a:xfrm>
            <a:off x="1727200" y="113850"/>
            <a:ext cx="8083324" cy="115342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Alternate Search Methods II.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which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looks in the directories listed in the user's search path for the required </a:t>
            </a:r>
            <a:r>
              <a:rPr lang="en-US" sz="3300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executable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files</a:t>
            </a:r>
            <a:b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search path in environment variable 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</a:rPr>
              <a:t>example</a:t>
            </a:r>
            <a:endParaRPr lang="sk-SK" sz="3300" dirty="0">
              <a:solidFill>
                <a:srgbClr val="666666"/>
              </a:solidFill>
            </a:endParaRPr>
          </a:p>
          <a:p>
            <a:pPr marL="12065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which passwd</a:t>
            </a:r>
            <a:b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/bin/passwd</a:t>
            </a:r>
          </a:p>
          <a:p>
            <a:pPr marL="57785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 panose="020B0604020202020204" pitchFamily="34" charset="0"/>
              <a:buChar char="•"/>
            </a:pPr>
            <a:r>
              <a:rPr lang="en-US" sz="33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whereis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 locate the binary, source, and manual page files for a command</a:t>
            </a:r>
          </a:p>
          <a:p>
            <a:pPr marL="57785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whereis</a:t>
            </a:r>
            <a:r>
              <a:rPr lang="en-US" sz="33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passwd</a:t>
            </a:r>
          </a:p>
        </p:txBody>
      </p:sp>
      <p:sp>
        <p:nvSpPr>
          <p:cNvPr id="188" name="Shape 18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1727200" y="0"/>
            <a:ext cx="8083200" cy="12671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Producing File Statistics</a:t>
            </a:r>
          </a:p>
        </p:txBody>
      </p:sp>
      <p:sp>
        <p:nvSpPr>
          <p:cNvPr id="194" name="Shape 19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wc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counts newlines, words</a:t>
            </a:r>
            <a:r>
              <a:rPr lang="en-US" sz="3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bytes 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and characters in files</a:t>
            </a:r>
          </a:p>
          <a:p>
            <a:pPr marL="762000" marR="0" lvl="1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several files - counts them separately and total</a:t>
            </a:r>
          </a:p>
          <a:p>
            <a:pPr marL="501650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</a:pPr>
            <a:endParaRPr lang="en-US" sz="3300" dirty="0">
              <a:solidFill>
                <a:srgbClr val="666666"/>
              </a:solidFill>
            </a:endParaRPr>
          </a:p>
          <a:p>
            <a:pPr marL="501650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$ </a:t>
            </a:r>
            <a:r>
              <a:rPr lang="en-US" sz="33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wc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-l /</a:t>
            </a:r>
            <a:r>
              <a:rPr lang="en-US" sz="33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/passwd /</a:t>
            </a:r>
            <a:r>
              <a:rPr lang="en-US" sz="33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/group</a:t>
            </a:r>
          </a:p>
          <a:p>
            <a:pPr marL="501650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59 /</a:t>
            </a:r>
            <a:r>
              <a:rPr lang="en-US" sz="33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/passwd</a:t>
            </a:r>
          </a:p>
          <a:p>
            <a:pPr marL="501650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 84 /</a:t>
            </a:r>
            <a:r>
              <a:rPr lang="en-US" sz="330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/group</a:t>
            </a:r>
          </a:p>
          <a:p>
            <a:pPr marL="501650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143 total</a:t>
            </a:r>
          </a:p>
        </p:txBody>
      </p:sp>
      <p:sp>
        <p:nvSpPr>
          <p:cNvPr id="195" name="Shape 19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title"/>
          </p:nvPr>
        </p:nvSpPr>
        <p:spPr>
          <a:xfrm>
            <a:off x="1727200" y="3657600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ctr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  <p:sp>
        <p:nvSpPr>
          <p:cNvPr id="201" name="Shape 201"/>
          <p:cNvSpPr/>
          <p:nvPr/>
        </p:nvSpPr>
        <p:spPr>
          <a:xfrm>
            <a:off x="0" y="60854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Theme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11184</TotalTime>
  <Words>1399</Words>
  <Application>Microsoft Office PowerPoint</Application>
  <PresentationFormat>Custom</PresentationFormat>
  <Paragraphs>191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Custom Theme</vt:lpstr>
      <vt:lpstr>Manipulating Files</vt:lpstr>
      <vt:lpstr>Directory Manipulation I.</vt:lpstr>
      <vt:lpstr>Directory Manipulation II.</vt:lpstr>
      <vt:lpstr>Directory Manipulation III.</vt:lpstr>
      <vt:lpstr>File Manipulation I.</vt:lpstr>
      <vt:lpstr>Deleting and Creating Files I.</vt:lpstr>
      <vt:lpstr>Deleting and Creating Files II.</vt:lpstr>
      <vt:lpstr>Physical Unix Filestructure I.</vt:lpstr>
      <vt:lpstr>Physical Unix Filestructure II.</vt:lpstr>
      <vt:lpstr>Filesystem Links</vt:lpstr>
      <vt:lpstr>Hard Links</vt:lpstr>
      <vt:lpstr>Hard Links Behavior</vt:lpstr>
      <vt:lpstr>Soft Links</vt:lpstr>
      <vt:lpstr>Soft Links Behavior</vt:lpstr>
      <vt:lpstr>File Extensions and Content</vt:lpstr>
      <vt:lpstr>Displaying Files</vt:lpstr>
      <vt:lpstr>Displaying Compressed Files</vt:lpstr>
      <vt:lpstr>Previewing Files</vt:lpstr>
      <vt:lpstr>Displaying Binary Files</vt:lpstr>
      <vt:lpstr>Searching the Filesystem I.</vt:lpstr>
      <vt:lpstr>Searching the Filesystem II.</vt:lpstr>
      <vt:lpstr>Searching the Filesystem III.</vt:lpstr>
      <vt:lpstr>Alternate Search Methods I.</vt:lpstr>
      <vt:lpstr>Alternate Search Methods II.</vt:lpstr>
      <vt:lpstr>Producing File Statistics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Manipulating Files</dc:title>
  <cp:lastModifiedBy>Július Baráth</cp:lastModifiedBy>
  <cp:revision>14</cp:revision>
  <dcterms:modified xsi:type="dcterms:W3CDTF">2025-03-25T13:56:06Z</dcterms:modified>
</cp:coreProperties>
</file>