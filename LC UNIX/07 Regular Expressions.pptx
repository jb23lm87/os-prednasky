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53" r:id="rId1"/>
  </p:sldMasterIdLst>
  <p:notesMasterIdLst>
    <p:notesMasterId r:id="rId2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6" r:id="rId10"/>
    <p:sldId id="267" r:id="rId11"/>
    <p:sldId id="268" r:id="rId12"/>
    <p:sldId id="276" r:id="rId13"/>
    <p:sldId id="269" r:id="rId14"/>
    <p:sldId id="270" r:id="rId15"/>
    <p:sldId id="271" r:id="rId16"/>
    <p:sldId id="272" r:id="rId17"/>
    <p:sldId id="275" r:id="rId18"/>
    <p:sldId id="274" r:id="rId19"/>
  </p:sldIdLst>
  <p:sldSz cx="10160000" cy="7620000"/>
  <p:notesSz cx="7620000" cy="10160000"/>
  <p:defaultTextStyle>
    <a:defPPr marR="0" algn="l" rtl="0">
      <a:lnSpc>
        <a:spcPct val="100000"/>
      </a:lnSpc>
      <a:spcBef>
        <a:spcPts val="0"/>
      </a:spcBef>
      <a:spcAft>
        <a:spcPts val="0"/>
      </a:spcAft>
    </a:defPPr>
    <a:lvl1pPr marR="0" algn="l" rtl="0">
      <a:lnSpc>
        <a:spcPct val="100000"/>
      </a:lnSpc>
      <a:spcBef>
        <a:spcPts val="0"/>
      </a:spcBef>
      <a:spcAft>
        <a:spcPts val="0"/>
      </a:spcAft>
      <a:buNone/>
      <a:defRPr sz="1400" b="0" i="0" u="none" strike="noStrike" cap="none" baseline="0">
        <a:solidFill>
          <a:srgbClr val="000000"/>
        </a:solidFill>
        <a:latin typeface="Arial"/>
        <a:ea typeface="Arial"/>
        <a:cs typeface="Arial"/>
        <a:sym typeface="Arial"/>
        <a:rtl val="0"/>
      </a:defRPr>
    </a:lvl1pPr>
    <a:lvl2pPr marR="0" algn="l" rtl="0">
      <a:lnSpc>
        <a:spcPct val="100000"/>
      </a:lnSpc>
      <a:spcBef>
        <a:spcPts val="0"/>
      </a:spcBef>
      <a:spcAft>
        <a:spcPts val="0"/>
      </a:spcAft>
      <a:buNone/>
      <a:defRPr sz="1400" b="0" i="0" u="none" strike="noStrike" cap="none" baseline="0">
        <a:solidFill>
          <a:srgbClr val="000000"/>
        </a:solidFill>
        <a:latin typeface="Arial"/>
        <a:ea typeface="Arial"/>
        <a:cs typeface="Arial"/>
        <a:sym typeface="Arial"/>
        <a:rtl val="0"/>
      </a:defRPr>
    </a:lvl2pPr>
    <a:lvl3pPr marR="0" algn="l" rtl="0">
      <a:lnSpc>
        <a:spcPct val="100000"/>
      </a:lnSpc>
      <a:spcBef>
        <a:spcPts val="0"/>
      </a:spcBef>
      <a:spcAft>
        <a:spcPts val="0"/>
      </a:spcAft>
      <a:buNone/>
      <a:defRPr sz="1400" b="0" i="0" u="none" strike="noStrike" cap="none" baseline="0">
        <a:solidFill>
          <a:srgbClr val="000000"/>
        </a:solidFill>
        <a:latin typeface="Arial"/>
        <a:ea typeface="Arial"/>
        <a:cs typeface="Arial"/>
        <a:sym typeface="Arial"/>
        <a:rtl val="0"/>
      </a:defRPr>
    </a:lvl3pPr>
    <a:lvl4pPr marR="0" algn="l" rtl="0">
      <a:lnSpc>
        <a:spcPct val="100000"/>
      </a:lnSpc>
      <a:spcBef>
        <a:spcPts val="0"/>
      </a:spcBef>
      <a:spcAft>
        <a:spcPts val="0"/>
      </a:spcAft>
      <a:buNone/>
      <a:defRPr sz="1400" b="0" i="0" u="none" strike="noStrike" cap="none" baseline="0">
        <a:solidFill>
          <a:srgbClr val="000000"/>
        </a:solidFill>
        <a:latin typeface="Arial"/>
        <a:ea typeface="Arial"/>
        <a:cs typeface="Arial"/>
        <a:sym typeface="Arial"/>
        <a:rtl val="0"/>
      </a:defRPr>
    </a:lvl4pPr>
    <a:lvl5pPr marR="0" algn="l" rtl="0">
      <a:lnSpc>
        <a:spcPct val="100000"/>
      </a:lnSpc>
      <a:spcBef>
        <a:spcPts val="0"/>
      </a:spcBef>
      <a:spcAft>
        <a:spcPts val="0"/>
      </a:spcAft>
      <a:buNone/>
      <a:defRPr sz="1400" b="0" i="0" u="none" strike="noStrike" cap="none" baseline="0">
        <a:solidFill>
          <a:srgbClr val="000000"/>
        </a:solidFill>
        <a:latin typeface="Arial"/>
        <a:ea typeface="Arial"/>
        <a:cs typeface="Arial"/>
        <a:sym typeface="Arial"/>
        <a:rtl val="0"/>
      </a:defRPr>
    </a:lvl5pPr>
    <a:lvl6pPr marR="0" algn="l" rtl="0">
      <a:lnSpc>
        <a:spcPct val="100000"/>
      </a:lnSpc>
      <a:spcBef>
        <a:spcPts val="0"/>
      </a:spcBef>
      <a:spcAft>
        <a:spcPts val="0"/>
      </a:spcAft>
      <a:buNone/>
      <a:defRPr sz="1400" b="0" i="0" u="none" strike="noStrike" cap="none" baseline="0">
        <a:solidFill>
          <a:srgbClr val="000000"/>
        </a:solidFill>
        <a:latin typeface="Arial"/>
        <a:ea typeface="Arial"/>
        <a:cs typeface="Arial"/>
        <a:sym typeface="Arial"/>
        <a:rtl val="0"/>
      </a:defRPr>
    </a:lvl6pPr>
    <a:lvl7pPr marR="0" algn="l" rtl="0">
      <a:lnSpc>
        <a:spcPct val="100000"/>
      </a:lnSpc>
      <a:spcBef>
        <a:spcPts val="0"/>
      </a:spcBef>
      <a:spcAft>
        <a:spcPts val="0"/>
      </a:spcAft>
      <a:buNone/>
      <a:defRPr sz="1400" b="0" i="0" u="none" strike="noStrike" cap="none" baseline="0">
        <a:solidFill>
          <a:srgbClr val="000000"/>
        </a:solidFill>
        <a:latin typeface="Arial"/>
        <a:ea typeface="Arial"/>
        <a:cs typeface="Arial"/>
        <a:sym typeface="Arial"/>
        <a:rtl val="0"/>
      </a:defRPr>
    </a:lvl7pPr>
    <a:lvl8pPr marR="0" algn="l" rtl="0">
      <a:lnSpc>
        <a:spcPct val="100000"/>
      </a:lnSpc>
      <a:spcBef>
        <a:spcPts val="0"/>
      </a:spcBef>
      <a:spcAft>
        <a:spcPts val="0"/>
      </a:spcAft>
      <a:buNone/>
      <a:defRPr sz="1400" b="0" i="0" u="none" strike="noStrike" cap="none" baseline="0">
        <a:solidFill>
          <a:srgbClr val="000000"/>
        </a:solidFill>
        <a:latin typeface="Arial"/>
        <a:ea typeface="Arial"/>
        <a:cs typeface="Arial"/>
        <a:sym typeface="Arial"/>
        <a:rtl val="0"/>
      </a:defRPr>
    </a:lvl8pPr>
    <a:lvl9pPr marR="0" algn="l" rtl="0">
      <a:lnSpc>
        <a:spcPct val="100000"/>
      </a:lnSpc>
      <a:spcBef>
        <a:spcPts val="0"/>
      </a:spcBef>
      <a:spcAft>
        <a:spcPts val="0"/>
      </a:spcAft>
      <a:buNone/>
      <a:defRPr sz="1400" b="0" i="0" u="none" strike="noStrike" cap="none" baseline="0">
        <a:solidFill>
          <a:srgbClr val="000000"/>
        </a:solidFill>
        <a:latin typeface="Arial"/>
        <a:ea typeface="Arial"/>
        <a:cs typeface="Arial"/>
        <a:sym typeface="Arial"/>
        <a:rtl val="0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B300D2A-DB27-F24E-AB9D-19CEF98A9EAE}" v="2" dt="2025-03-28T09:39:31.527"/>
  </p1510:revLst>
</p1510:revInfo>
</file>

<file path=ppt/tableStyles.xml><?xml version="1.0" encoding="utf-8"?>
<a:tblStyleLst xmlns:a="http://schemas.openxmlformats.org/drawingml/2006/main" def="{90651C3A-4460-11DB-9652-00E08161165F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vertBarState="minimized">
    <p:restoredLeft sz="7609"/>
    <p:restoredTop sz="94733"/>
  </p:normalViewPr>
  <p:slideViewPr>
    <p:cSldViewPr snapToGrid="0">
      <p:cViewPr varScale="1">
        <p:scale>
          <a:sx n="108" d="100"/>
          <a:sy n="108" d="100"/>
        </p:scale>
        <p:origin x="2952" y="200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microsoft.com/office/2015/10/relationships/revisionInfo" Target="revisionInfo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microsoft.com/office/2016/11/relationships/changesInfo" Target="changesInfos/changesInfo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Baráth, Július" userId="aebde9b9-dccc-4475-a9ac-c05e78323d7a" providerId="ADAL" clId="{3B300D2A-DB27-F24E-AB9D-19CEF98A9EAE}"/>
    <pc:docChg chg="custSel modSld">
      <pc:chgData name="Baráth, Július" userId="aebde9b9-dccc-4475-a9ac-c05e78323d7a" providerId="ADAL" clId="{3B300D2A-DB27-F24E-AB9D-19CEF98A9EAE}" dt="2025-03-28T09:39:37.762" v="23" actId="1076"/>
      <pc:docMkLst>
        <pc:docMk/>
      </pc:docMkLst>
      <pc:sldChg chg="addSp modSp mod">
        <pc:chgData name="Baráth, Július" userId="aebde9b9-dccc-4475-a9ac-c05e78323d7a" providerId="ADAL" clId="{3B300D2A-DB27-F24E-AB9D-19CEF98A9EAE}" dt="2025-03-28T09:28:06.495" v="17" actId="108"/>
        <pc:sldMkLst>
          <pc:docMk/>
          <pc:sldMk cId="0" sldId="260"/>
        </pc:sldMkLst>
        <pc:spChg chg="add mod">
          <ac:chgData name="Baráth, Július" userId="aebde9b9-dccc-4475-a9ac-c05e78323d7a" providerId="ADAL" clId="{3B300D2A-DB27-F24E-AB9D-19CEF98A9EAE}" dt="2025-03-28T09:28:06.495" v="17" actId="108"/>
          <ac:spMkLst>
            <pc:docMk/>
            <pc:sldMk cId="0" sldId="260"/>
            <ac:spMk id="2" creationId="{29EDA87E-A9F2-089F-8092-74CF08084319}"/>
          </ac:spMkLst>
        </pc:spChg>
      </pc:sldChg>
      <pc:sldChg chg="addSp delSp modSp mod">
        <pc:chgData name="Baráth, Július" userId="aebde9b9-dccc-4475-a9ac-c05e78323d7a" providerId="ADAL" clId="{3B300D2A-DB27-F24E-AB9D-19CEF98A9EAE}" dt="2025-03-28T09:39:37.762" v="23" actId="1076"/>
        <pc:sldMkLst>
          <pc:docMk/>
          <pc:sldMk cId="2299823048" sldId="275"/>
        </pc:sldMkLst>
        <pc:picChg chg="del">
          <ac:chgData name="Baráth, Július" userId="aebde9b9-dccc-4475-a9ac-c05e78323d7a" providerId="ADAL" clId="{3B300D2A-DB27-F24E-AB9D-19CEF98A9EAE}" dt="2025-03-28T09:39:04.237" v="19" actId="478"/>
          <ac:picMkLst>
            <pc:docMk/>
            <pc:sldMk cId="2299823048" sldId="275"/>
            <ac:picMk id="4" creationId="{1628CD97-203B-DB33-6961-9A160BDB3681}"/>
          </ac:picMkLst>
        </pc:picChg>
        <pc:picChg chg="add mod">
          <ac:chgData name="Baráth, Július" userId="aebde9b9-dccc-4475-a9ac-c05e78323d7a" providerId="ADAL" clId="{3B300D2A-DB27-F24E-AB9D-19CEF98A9EAE}" dt="2025-03-28T09:39:37.762" v="23" actId="1076"/>
          <ac:picMkLst>
            <pc:docMk/>
            <pc:sldMk cId="2299823048" sldId="275"/>
            <ac:picMk id="7" creationId="{C2E1F55B-6F50-7370-FB8B-82B516B737FA}"/>
          </ac:picMkLst>
        </pc:picChg>
      </pc:sldChg>
      <pc:sldChg chg="modSp mod">
        <pc:chgData name="Baráth, Július" userId="aebde9b9-dccc-4475-a9ac-c05e78323d7a" providerId="ADAL" clId="{3B300D2A-DB27-F24E-AB9D-19CEF98A9EAE}" dt="2025-03-28T09:33:09.240" v="18" actId="1036"/>
        <pc:sldMkLst>
          <pc:docMk/>
          <pc:sldMk cId="2710056737" sldId="276"/>
        </pc:sldMkLst>
        <pc:picChg chg="mod">
          <ac:chgData name="Baráth, Július" userId="aebde9b9-dccc-4475-a9ac-c05e78323d7a" providerId="ADAL" clId="{3B300D2A-DB27-F24E-AB9D-19CEF98A9EAE}" dt="2025-03-28T09:33:09.240" v="18" actId="1036"/>
          <ac:picMkLst>
            <pc:docMk/>
            <pc:sldMk cId="2710056737" sldId="276"/>
            <ac:picMk id="2" creationId="{0C5BF01C-44B1-5736-33C1-2CAEC6C8BA18}"/>
          </ac:picMkLst>
        </pc:picChg>
      </pc:sldChg>
    </pc:docChg>
  </pc:docChgLst>
  <pc:docChgLst>
    <pc:chgData name="Baráth, Július" userId="S::julius.barath@aos.sk::aebde9b9-dccc-4475-a9ac-c05e78323d7a" providerId="AD" clId="Web-{3F7218D1-D12A-564E-ECCF-9B2DFFF77BDB}"/>
    <pc:docChg chg="delSld modSld">
      <pc:chgData name="Baráth, Július" userId="S::julius.barath@aos.sk::aebde9b9-dccc-4475-a9ac-c05e78323d7a" providerId="AD" clId="Web-{3F7218D1-D12A-564E-ECCF-9B2DFFF77BDB}" dt="2023-12-18T14:20:00.379" v="132" actId="20577"/>
      <pc:docMkLst>
        <pc:docMk/>
      </pc:docMkLst>
      <pc:sldChg chg="modSp">
        <pc:chgData name="Baráth, Július" userId="S::julius.barath@aos.sk::aebde9b9-dccc-4475-a9ac-c05e78323d7a" providerId="AD" clId="Web-{3F7218D1-D12A-564E-ECCF-9B2DFFF77BDB}" dt="2023-12-18T13:21:25.035" v="25" actId="20577"/>
        <pc:sldMkLst>
          <pc:docMk/>
          <pc:sldMk cId="0" sldId="258"/>
        </pc:sldMkLst>
      </pc:sldChg>
      <pc:sldChg chg="modSp">
        <pc:chgData name="Baráth, Július" userId="S::julius.barath@aos.sk::aebde9b9-dccc-4475-a9ac-c05e78323d7a" providerId="AD" clId="Web-{3F7218D1-D12A-564E-ECCF-9B2DFFF77BDB}" dt="2023-12-18T13:32:38.338" v="104" actId="20577"/>
        <pc:sldMkLst>
          <pc:docMk/>
          <pc:sldMk cId="0" sldId="261"/>
        </pc:sldMkLst>
      </pc:sldChg>
      <pc:sldChg chg="del">
        <pc:chgData name="Baráth, Július" userId="S::julius.barath@aos.sk::aebde9b9-dccc-4475-a9ac-c05e78323d7a" providerId="AD" clId="Web-{3F7218D1-D12A-564E-ECCF-9B2DFFF77BDB}" dt="2023-12-18T14:03:41.418" v="105"/>
        <pc:sldMkLst>
          <pc:docMk/>
          <pc:sldMk cId="0" sldId="264"/>
        </pc:sldMkLst>
      </pc:sldChg>
      <pc:sldChg chg="del">
        <pc:chgData name="Baráth, Július" userId="S::julius.barath@aos.sk::aebde9b9-dccc-4475-a9ac-c05e78323d7a" providerId="AD" clId="Web-{3F7218D1-D12A-564E-ECCF-9B2DFFF77BDB}" dt="2023-12-18T14:03:48.200" v="106"/>
        <pc:sldMkLst>
          <pc:docMk/>
          <pc:sldMk cId="0" sldId="265"/>
        </pc:sldMkLst>
      </pc:sldChg>
      <pc:sldChg chg="modSp">
        <pc:chgData name="Baráth, Július" userId="S::julius.barath@aos.sk::aebde9b9-dccc-4475-a9ac-c05e78323d7a" providerId="AD" clId="Web-{3F7218D1-D12A-564E-ECCF-9B2DFFF77BDB}" dt="2023-12-18T14:10:02.255" v="111" actId="20577"/>
        <pc:sldMkLst>
          <pc:docMk/>
          <pc:sldMk cId="0" sldId="268"/>
        </pc:sldMkLst>
      </pc:sldChg>
      <pc:sldChg chg="modSp">
        <pc:chgData name="Baráth, Július" userId="S::julius.barath@aos.sk::aebde9b9-dccc-4475-a9ac-c05e78323d7a" providerId="AD" clId="Web-{3F7218D1-D12A-564E-ECCF-9B2DFFF77BDB}" dt="2023-12-18T14:15:24.497" v="116" actId="20577"/>
        <pc:sldMkLst>
          <pc:docMk/>
          <pc:sldMk cId="0" sldId="270"/>
        </pc:sldMkLst>
      </pc:sldChg>
      <pc:sldChg chg="modSp">
        <pc:chgData name="Baráth, Július" userId="S::julius.barath@aos.sk::aebde9b9-dccc-4475-a9ac-c05e78323d7a" providerId="AD" clId="Web-{3F7218D1-D12A-564E-ECCF-9B2DFFF77BDB}" dt="2023-12-18T14:20:00.379" v="132" actId="20577"/>
        <pc:sldMkLst>
          <pc:docMk/>
          <pc:sldMk cId="0" sldId="274"/>
        </pc:sldMkLst>
      </pc:sldChg>
    </pc:docChg>
  </pc:docChgLst>
  <pc:docChgLst>
    <pc:chgData name="Baráth, Július" userId="S::julius.barath@aos.sk::aebde9b9-dccc-4475-a9ac-c05e78323d7a" providerId="AD" clId="Web-{76654120-DB18-A2CA-6924-B5895668B57D}"/>
    <pc:docChg chg="addSld delSld modSld">
      <pc:chgData name="Baráth, Július" userId="S::julius.barath@aos.sk::aebde9b9-dccc-4475-a9ac-c05e78323d7a" providerId="AD" clId="Web-{76654120-DB18-A2CA-6924-B5895668B57D}" dt="2023-12-18T17:39:30.885" v="156" actId="1076"/>
      <pc:docMkLst>
        <pc:docMk/>
      </pc:docMkLst>
      <pc:sldChg chg="modSp">
        <pc:chgData name="Baráth, Július" userId="S::julius.barath@aos.sk::aebde9b9-dccc-4475-a9ac-c05e78323d7a" providerId="AD" clId="Web-{76654120-DB18-A2CA-6924-B5895668B57D}" dt="2023-12-18T17:34:49.749" v="136" actId="20577"/>
        <pc:sldMkLst>
          <pc:docMk/>
          <pc:sldMk cId="0" sldId="268"/>
        </pc:sldMkLst>
      </pc:sldChg>
      <pc:sldChg chg="addSp delSp modSp mod modClrScheme chgLayout">
        <pc:chgData name="Baráth, Július" userId="S::julius.barath@aos.sk::aebde9b9-dccc-4475-a9ac-c05e78323d7a" providerId="AD" clId="Web-{76654120-DB18-A2CA-6924-B5895668B57D}" dt="2023-12-18T16:48:58.114" v="1"/>
        <pc:sldMkLst>
          <pc:docMk/>
          <pc:sldMk cId="0" sldId="272"/>
        </pc:sldMkLst>
      </pc:sldChg>
      <pc:sldChg chg="del">
        <pc:chgData name="Baráth, Július" userId="S::julius.barath@aos.sk::aebde9b9-dccc-4475-a9ac-c05e78323d7a" providerId="AD" clId="Web-{76654120-DB18-A2CA-6924-B5895668B57D}" dt="2023-12-18T17:01:13.423" v="48"/>
        <pc:sldMkLst>
          <pc:docMk/>
          <pc:sldMk cId="0" sldId="273"/>
        </pc:sldMkLst>
      </pc:sldChg>
      <pc:sldChg chg="modSp">
        <pc:chgData name="Baráth, Július" userId="S::julius.barath@aos.sk::aebde9b9-dccc-4475-a9ac-c05e78323d7a" providerId="AD" clId="Web-{76654120-DB18-A2CA-6924-B5895668B57D}" dt="2023-12-18T17:22:56.269" v="119" actId="20577"/>
        <pc:sldMkLst>
          <pc:docMk/>
          <pc:sldMk cId="0" sldId="274"/>
        </pc:sldMkLst>
      </pc:sldChg>
      <pc:sldChg chg="addSp modSp new">
        <pc:chgData name="Baráth, Július" userId="S::julius.barath@aos.sk::aebde9b9-dccc-4475-a9ac-c05e78323d7a" providerId="AD" clId="Web-{76654120-DB18-A2CA-6924-B5895668B57D}" dt="2023-12-18T17:18:44.744" v="110" actId="14100"/>
        <pc:sldMkLst>
          <pc:docMk/>
          <pc:sldMk cId="2299823048" sldId="275"/>
        </pc:sldMkLst>
      </pc:sldChg>
      <pc:sldChg chg="addSp delSp modSp new mod modClrScheme chgLayout">
        <pc:chgData name="Baráth, Július" userId="S::julius.barath@aos.sk::aebde9b9-dccc-4475-a9ac-c05e78323d7a" providerId="AD" clId="Web-{76654120-DB18-A2CA-6924-B5895668B57D}" dt="2023-12-18T17:39:30.885" v="156" actId="1076"/>
        <pc:sldMkLst>
          <pc:docMk/>
          <pc:sldMk cId="2710056737" sldId="276"/>
        </pc:sldMkLst>
      </pc:sldChg>
    </pc:docChg>
  </pc:docChgLst>
  <pc:docChgLst>
    <pc:chgData name="Baráth, Július" userId="aebde9b9-dccc-4475-a9ac-c05e78323d7a" providerId="ADAL" clId="{7C61A62A-BAD2-9543-99CE-B5AF4FF63417}"/>
    <pc:docChg chg="undo custSel modSld">
      <pc:chgData name="Baráth, Július" userId="aebde9b9-dccc-4475-a9ac-c05e78323d7a" providerId="ADAL" clId="{7C61A62A-BAD2-9543-99CE-B5AF4FF63417}" dt="2024-03-19T08:53:37.214" v="37" actId="313"/>
      <pc:docMkLst>
        <pc:docMk/>
      </pc:docMkLst>
      <pc:sldChg chg="modSp mod">
        <pc:chgData name="Baráth, Július" userId="aebde9b9-dccc-4475-a9ac-c05e78323d7a" providerId="ADAL" clId="{7C61A62A-BAD2-9543-99CE-B5AF4FF63417}" dt="2024-03-18T12:16:04.589" v="25" actId="20577"/>
        <pc:sldMkLst>
          <pc:docMk/>
          <pc:sldMk cId="0" sldId="258"/>
        </pc:sldMkLst>
      </pc:sldChg>
      <pc:sldChg chg="addSp modSp mod">
        <pc:chgData name="Baráth, Július" userId="aebde9b9-dccc-4475-a9ac-c05e78323d7a" providerId="ADAL" clId="{7C61A62A-BAD2-9543-99CE-B5AF4FF63417}" dt="2024-03-18T10:40:21.384" v="3" actId="20577"/>
        <pc:sldMkLst>
          <pc:docMk/>
          <pc:sldMk cId="0" sldId="259"/>
        </pc:sldMkLst>
      </pc:sldChg>
      <pc:sldChg chg="modSp mod">
        <pc:chgData name="Baráth, Július" userId="aebde9b9-dccc-4475-a9ac-c05e78323d7a" providerId="ADAL" clId="{7C61A62A-BAD2-9543-99CE-B5AF4FF63417}" dt="2024-03-19T07:57:00.487" v="29" actId="108"/>
        <pc:sldMkLst>
          <pc:docMk/>
          <pc:sldMk cId="0" sldId="263"/>
        </pc:sldMkLst>
      </pc:sldChg>
      <pc:sldChg chg="modSp mod">
        <pc:chgData name="Baráth, Július" userId="aebde9b9-dccc-4475-a9ac-c05e78323d7a" providerId="ADAL" clId="{7C61A62A-BAD2-9543-99CE-B5AF4FF63417}" dt="2024-03-19T08:53:37.214" v="37" actId="313"/>
        <pc:sldMkLst>
          <pc:docMk/>
          <pc:sldMk cId="0" sldId="271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>
            <a:spLocks noGrp="1" noRot="1" noChangeAspect="1"/>
          </p:cNvSpPr>
          <p:nvPr>
            <p:ph type="sldImg" idx="2"/>
          </p:nvPr>
        </p:nvSpPr>
        <p:spPr>
          <a:xfrm>
            <a:off x="1270250" y="762000"/>
            <a:ext cx="5080250" cy="3809999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" name="Shape 3"/>
          <p:cNvSpPr txBox="1">
            <a:spLocks noGrp="1"/>
          </p:cNvSpPr>
          <p:nvPr>
            <p:ph type="body" idx="1"/>
          </p:nvPr>
        </p:nvSpPr>
        <p:spPr>
          <a:xfrm>
            <a:off x="762000" y="4826000"/>
            <a:ext cx="6096000" cy="4572000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>
              <a:defRPr sz="1100"/>
            </a:lvl1pPr>
            <a:lvl2pPr>
              <a:defRPr sz="1100"/>
            </a:lvl2pPr>
            <a:lvl3pPr>
              <a:defRPr sz="1100"/>
            </a:lvl3pPr>
            <a:lvl4pPr>
              <a:defRPr sz="1100"/>
            </a:lvl4pPr>
            <a:lvl5pPr>
              <a:defRPr sz="1100"/>
            </a:lvl5pPr>
            <a:lvl6pPr>
              <a:defRPr sz="1100"/>
            </a:lvl6pPr>
            <a:lvl7pPr>
              <a:defRPr sz="1100"/>
            </a:lvl7pPr>
            <a:lvl8pPr>
              <a:defRPr sz="1100"/>
            </a:lvl8pPr>
            <a:lvl9pPr>
              <a:defRPr sz="1100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28856503"/>
      </p:ext>
    </p:extLst>
  </p:cSld>
  <p:clrMap bg1="lt1" tx1="dk1" bg2="dk2" tx2="lt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3" Type="http://schemas.openxmlformats.org/officeDocument/2006/relationships/hyperlink" Target="http://www.thegeekstuff.com/2009/10/unix-sed-tutorial-advanced-sed-substitution-examples/" TargetMode="External"/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Shape 22"/>
          <p:cNvSpPr>
            <a:spLocks noGrp="1" noRot="1" noChangeAspect="1"/>
          </p:cNvSpPr>
          <p:nvPr>
            <p:ph type="sldImg" idx="2"/>
          </p:nvPr>
        </p:nvSpPr>
        <p:spPr>
          <a:xfrm>
            <a:off x="1270000" y="762000"/>
            <a:ext cx="5080000" cy="3810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" name="Shape 23"/>
          <p:cNvSpPr txBox="1">
            <a:spLocks noGrp="1"/>
          </p:cNvSpPr>
          <p:nvPr>
            <p:ph type="body" idx="1"/>
          </p:nvPr>
        </p:nvSpPr>
        <p:spPr>
          <a:xfrm>
            <a:off x="762000" y="4826000"/>
            <a:ext cx="6096000" cy="4572000"/>
          </a:xfrm>
          <a:prstGeom prst="rect">
            <a:avLst/>
          </a:prstGeom>
        </p:spPr>
        <p:txBody>
          <a:bodyPr lIns="91425" tIns="91425" rIns="91425" bIns="91425" anchor="t" anchorCtr="0">
            <a:noAutofit/>
          </a:bodyPr>
          <a:lstStyle/>
          <a:p>
            <a:pPr lvl="0" rtl="0">
              <a:lnSpc>
                <a:spcPct val="100000"/>
              </a:lnSpc>
              <a:buNone/>
            </a:pPr>
            <a:r>
              <a:rPr lang="en-US" sz="1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62min (4)</a:t>
            </a:r>
          </a:p>
          <a:p>
            <a:pPr rtl="0">
              <a:lnSpc>
                <a:spcPct val="100000"/>
              </a:lnSpc>
              <a:buNone/>
            </a:pPr>
            <a:r>
              <a:rPr lang="en-US" sz="1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 </a:t>
            </a:r>
          </a:p>
          <a:p>
            <a:pPr rtl="0">
              <a:lnSpc>
                <a:spcPct val="100000"/>
              </a:lnSpc>
              <a:buNone/>
            </a:pPr>
            <a:r>
              <a:rPr lang="en-US" sz="1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tasks:</a:t>
            </a:r>
          </a:p>
          <a:p>
            <a:pPr rtl="0">
              <a:lnSpc>
                <a:spcPct val="100000"/>
              </a:lnSpc>
              <a:buNone/>
            </a:pPr>
            <a:r>
              <a:rPr lang="en-US" sz="1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- grep nefunguje dobre pre \&lt; (akceptuje aj znaky ako ., :, -, ...)</a:t>
            </a:r>
          </a:p>
          <a:p>
            <a:pPr rtl="0">
              <a:lnSpc>
                <a:spcPct val="100000"/>
              </a:lnSpc>
              <a:buNone/>
            </a:pPr>
            <a:r>
              <a:rPr lang="en-US" sz="1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- grep nefunguje dobre pre \X (nefunguje vobec? :-)</a:t>
            </a:r>
          </a:p>
          <a:p>
            <a:pPr rtl="0">
              <a:lnSpc>
                <a:spcPct val="100000"/>
              </a:lnSpc>
              <a:buNone/>
            </a:pPr>
            <a:r>
              <a:rPr lang="en-US" sz="1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=&gt; zrejme bolo potrebne to uzatvorit do '...'</a:t>
            </a:r>
          </a:p>
        </p:txBody>
      </p:sp>
    </p:spTree>
    <p:extLst>
      <p:ext uri="{BB962C8B-B14F-4D97-AF65-F5344CB8AC3E}">
        <p14:creationId xmlns:p14="http://schemas.microsoft.com/office/powerpoint/2010/main" val="369885289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Shape 29"/>
          <p:cNvSpPr>
            <a:spLocks noGrp="1" noRot="1" noChangeAspect="1"/>
          </p:cNvSpPr>
          <p:nvPr>
            <p:ph type="sldImg" idx="2"/>
          </p:nvPr>
        </p:nvSpPr>
        <p:spPr>
          <a:xfrm>
            <a:off x="1270000" y="762000"/>
            <a:ext cx="5080000" cy="3810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" name="Shape 30"/>
          <p:cNvSpPr txBox="1">
            <a:spLocks noGrp="1"/>
          </p:cNvSpPr>
          <p:nvPr>
            <p:ph type="body" idx="1"/>
          </p:nvPr>
        </p:nvSpPr>
        <p:spPr>
          <a:xfrm>
            <a:off x="762000" y="4826000"/>
            <a:ext cx="6096000" cy="4572000"/>
          </a:xfrm>
          <a:prstGeom prst="rect">
            <a:avLst/>
          </a:prstGeom>
        </p:spPr>
        <p:txBody>
          <a:bodyPr lIns="91425" tIns="91425" rIns="91425" bIns="91425" anchor="t" anchorCtr="0">
            <a:noAutofit/>
          </a:bodyPr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21316221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Shape 36"/>
          <p:cNvSpPr>
            <a:spLocks noGrp="1" noRot="1" noChangeAspect="1"/>
          </p:cNvSpPr>
          <p:nvPr>
            <p:ph type="sldImg" idx="2"/>
          </p:nvPr>
        </p:nvSpPr>
        <p:spPr>
          <a:xfrm>
            <a:off x="1270000" y="762000"/>
            <a:ext cx="5080000" cy="3810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" name="Shape 37"/>
          <p:cNvSpPr txBox="1">
            <a:spLocks noGrp="1"/>
          </p:cNvSpPr>
          <p:nvPr>
            <p:ph type="body" idx="1"/>
          </p:nvPr>
        </p:nvSpPr>
        <p:spPr>
          <a:xfrm>
            <a:off x="762000" y="4826000"/>
            <a:ext cx="6096000" cy="4572000"/>
          </a:xfrm>
          <a:prstGeom prst="rect">
            <a:avLst/>
          </a:prstGeom>
        </p:spPr>
        <p:txBody>
          <a:bodyPr lIns="91425" tIns="91425" rIns="91425" bIns="91425" anchor="t" anchorCtr="0">
            <a:noAutofit/>
          </a:bodyPr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52028786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Shape 43"/>
          <p:cNvSpPr>
            <a:spLocks noGrp="1" noRot="1" noChangeAspect="1"/>
          </p:cNvSpPr>
          <p:nvPr>
            <p:ph type="sldImg" idx="2"/>
          </p:nvPr>
        </p:nvSpPr>
        <p:spPr>
          <a:xfrm>
            <a:off x="1270000" y="762000"/>
            <a:ext cx="5080000" cy="3810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4" name="Shape 44"/>
          <p:cNvSpPr txBox="1">
            <a:spLocks noGrp="1"/>
          </p:cNvSpPr>
          <p:nvPr>
            <p:ph type="body" idx="1"/>
          </p:nvPr>
        </p:nvSpPr>
        <p:spPr>
          <a:xfrm>
            <a:off x="762000" y="4826000"/>
            <a:ext cx="6096000" cy="4572000"/>
          </a:xfrm>
          <a:prstGeom prst="rect">
            <a:avLst/>
          </a:prstGeom>
        </p:spPr>
        <p:txBody>
          <a:bodyPr lIns="91425" tIns="91425" rIns="91425" bIns="91425" anchor="t" anchorCtr="0">
            <a:noAutofit/>
          </a:bodyPr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62429663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Shape 50"/>
          <p:cNvSpPr>
            <a:spLocks noGrp="1" noRot="1" noChangeAspect="1"/>
          </p:cNvSpPr>
          <p:nvPr>
            <p:ph type="sldImg" idx="2"/>
          </p:nvPr>
        </p:nvSpPr>
        <p:spPr>
          <a:xfrm>
            <a:off x="1270000" y="762000"/>
            <a:ext cx="5080000" cy="3810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1" name="Shape 51"/>
          <p:cNvSpPr txBox="1">
            <a:spLocks noGrp="1"/>
          </p:cNvSpPr>
          <p:nvPr>
            <p:ph type="body" idx="1"/>
          </p:nvPr>
        </p:nvSpPr>
        <p:spPr>
          <a:xfrm>
            <a:off x="762000" y="4826000"/>
            <a:ext cx="6096000" cy="4572000"/>
          </a:xfrm>
          <a:prstGeom prst="rect">
            <a:avLst/>
          </a:prstGeom>
        </p:spPr>
        <p:txBody>
          <a:bodyPr lIns="91425" tIns="91425" rIns="91425" bIns="91425" anchor="t" anchorCtr="0">
            <a:noAutofit/>
          </a:bodyPr>
          <a:lstStyle/>
          <a:p>
            <a:pPr rtl="0">
              <a:lnSpc>
                <a:spcPct val="100000"/>
              </a:lnSpc>
              <a:buNone/>
            </a:pPr>
            <a:r>
              <a:rPr lang="en-US" sz="1466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'\&lt;key' =&gt; keyword, keyboard</a:t>
            </a:r>
          </a:p>
          <a:p>
            <a:pPr rtl="0">
              <a:lnSpc>
                <a:spcPct val="100000"/>
              </a:lnSpc>
              <a:buNone/>
            </a:pPr>
            <a:r>
              <a:rPr lang="en-US" sz="1466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'\\' =&gt; \janko</a:t>
            </a:r>
          </a:p>
          <a:p>
            <a:pPr rtl="0">
              <a:lnSpc>
                <a:spcPct val="100000"/>
              </a:lnSpc>
              <a:buNone/>
            </a:pPr>
            <a:r>
              <a:rPr lang="en-US" sz="1466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'\.' =&gt; koniec vety.</a:t>
            </a:r>
          </a:p>
        </p:txBody>
      </p:sp>
    </p:spTree>
    <p:extLst>
      <p:ext uri="{BB962C8B-B14F-4D97-AF65-F5344CB8AC3E}">
        <p14:creationId xmlns:p14="http://schemas.microsoft.com/office/powerpoint/2010/main" val="220318602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Shape 57"/>
          <p:cNvSpPr>
            <a:spLocks noGrp="1" noRot="1" noChangeAspect="1"/>
          </p:cNvSpPr>
          <p:nvPr>
            <p:ph type="sldImg" idx="2"/>
          </p:nvPr>
        </p:nvSpPr>
        <p:spPr>
          <a:xfrm>
            <a:off x="1270000" y="762000"/>
            <a:ext cx="5080000" cy="3810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" name="Shape 58"/>
          <p:cNvSpPr txBox="1">
            <a:spLocks noGrp="1"/>
          </p:cNvSpPr>
          <p:nvPr>
            <p:ph type="body" idx="1"/>
          </p:nvPr>
        </p:nvSpPr>
        <p:spPr>
          <a:xfrm>
            <a:off x="762000" y="4826000"/>
            <a:ext cx="6096000" cy="4572000"/>
          </a:xfrm>
          <a:prstGeom prst="rect">
            <a:avLst/>
          </a:prstGeom>
        </p:spPr>
        <p:txBody>
          <a:bodyPr lIns="91425" tIns="91425" rIns="91425" bIns="91425" anchor="t" anchorCtr="0">
            <a:noAutofit/>
          </a:bodyPr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76107210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Shape 64"/>
          <p:cNvSpPr>
            <a:spLocks noGrp="1" noRot="1" noChangeAspect="1"/>
          </p:cNvSpPr>
          <p:nvPr>
            <p:ph type="sldImg" idx="2"/>
          </p:nvPr>
        </p:nvSpPr>
        <p:spPr>
          <a:xfrm>
            <a:off x="1270000" y="762000"/>
            <a:ext cx="5080000" cy="3810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5" name="Shape 65"/>
          <p:cNvSpPr txBox="1">
            <a:spLocks noGrp="1"/>
          </p:cNvSpPr>
          <p:nvPr>
            <p:ph type="body" idx="1"/>
          </p:nvPr>
        </p:nvSpPr>
        <p:spPr>
          <a:xfrm>
            <a:off x="762000" y="4826000"/>
            <a:ext cx="6096000" cy="4572000"/>
          </a:xfrm>
          <a:prstGeom prst="rect">
            <a:avLst/>
          </a:prstGeom>
        </p:spPr>
        <p:txBody>
          <a:bodyPr lIns="91425" tIns="91425" rIns="91425" bIns="91425" anchor="t" anchorCtr="0">
            <a:noAutofit/>
          </a:bodyPr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04042534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Shape 71"/>
          <p:cNvSpPr>
            <a:spLocks noGrp="1" noRot="1" noChangeAspect="1"/>
          </p:cNvSpPr>
          <p:nvPr>
            <p:ph type="sldImg" idx="2"/>
          </p:nvPr>
        </p:nvSpPr>
        <p:spPr>
          <a:xfrm>
            <a:off x="1270000" y="762000"/>
            <a:ext cx="5080000" cy="3810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2" name="Shape 72"/>
          <p:cNvSpPr txBox="1">
            <a:spLocks noGrp="1"/>
          </p:cNvSpPr>
          <p:nvPr>
            <p:ph type="body" idx="1"/>
          </p:nvPr>
        </p:nvSpPr>
        <p:spPr>
          <a:xfrm>
            <a:off x="762000" y="4826000"/>
            <a:ext cx="6096000" cy="4572000"/>
          </a:xfrm>
          <a:prstGeom prst="rect">
            <a:avLst/>
          </a:prstGeom>
        </p:spPr>
        <p:txBody>
          <a:bodyPr lIns="91425" tIns="91425" rIns="91425" bIns="91425" anchor="t" anchorCtr="0">
            <a:noAutofit/>
          </a:bodyPr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42000573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Shape 92"/>
          <p:cNvSpPr>
            <a:spLocks noGrp="1" noRot="1" noChangeAspect="1"/>
          </p:cNvSpPr>
          <p:nvPr>
            <p:ph type="sldImg" idx="2"/>
          </p:nvPr>
        </p:nvSpPr>
        <p:spPr>
          <a:xfrm>
            <a:off x="1270000" y="762000"/>
            <a:ext cx="5080000" cy="3810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3" name="Shape 93"/>
          <p:cNvSpPr txBox="1">
            <a:spLocks noGrp="1"/>
          </p:cNvSpPr>
          <p:nvPr>
            <p:ph type="body" idx="1"/>
          </p:nvPr>
        </p:nvSpPr>
        <p:spPr>
          <a:xfrm>
            <a:off x="762000" y="4826000"/>
            <a:ext cx="6096000" cy="4572000"/>
          </a:xfrm>
          <a:prstGeom prst="rect">
            <a:avLst/>
          </a:prstGeom>
        </p:spPr>
        <p:txBody>
          <a:bodyPr lIns="91425" tIns="91425" rIns="91425" bIns="91425" anchor="t" anchorCtr="0">
            <a:noAutofit/>
          </a:bodyPr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08866580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Shape 99"/>
          <p:cNvSpPr>
            <a:spLocks noGrp="1" noRot="1" noChangeAspect="1"/>
          </p:cNvSpPr>
          <p:nvPr>
            <p:ph type="sldImg" idx="2"/>
          </p:nvPr>
        </p:nvSpPr>
        <p:spPr>
          <a:xfrm>
            <a:off x="1270000" y="762000"/>
            <a:ext cx="5080000" cy="3810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0" name="Shape 100"/>
          <p:cNvSpPr txBox="1">
            <a:spLocks noGrp="1"/>
          </p:cNvSpPr>
          <p:nvPr>
            <p:ph type="body" idx="1"/>
          </p:nvPr>
        </p:nvSpPr>
        <p:spPr>
          <a:xfrm>
            <a:off x="762000" y="4826000"/>
            <a:ext cx="6096000" cy="4572000"/>
          </a:xfrm>
          <a:prstGeom prst="rect">
            <a:avLst/>
          </a:prstGeom>
        </p:spPr>
        <p:txBody>
          <a:bodyPr lIns="91425" tIns="91425" rIns="91425" bIns="91425" anchor="t" anchorCtr="0">
            <a:noAutofit/>
          </a:bodyPr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99847642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Shape 106"/>
          <p:cNvSpPr>
            <a:spLocks noGrp="1" noRot="1" noChangeAspect="1"/>
          </p:cNvSpPr>
          <p:nvPr>
            <p:ph type="sldImg" idx="2"/>
          </p:nvPr>
        </p:nvSpPr>
        <p:spPr>
          <a:xfrm>
            <a:off x="1270000" y="762000"/>
            <a:ext cx="5080000" cy="3810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7" name="Shape 107"/>
          <p:cNvSpPr txBox="1">
            <a:spLocks noGrp="1"/>
          </p:cNvSpPr>
          <p:nvPr>
            <p:ph type="body" idx="1"/>
          </p:nvPr>
        </p:nvSpPr>
        <p:spPr>
          <a:xfrm>
            <a:off x="762000" y="4826000"/>
            <a:ext cx="6096000" cy="4572000"/>
          </a:xfrm>
          <a:prstGeom prst="rect">
            <a:avLst/>
          </a:prstGeom>
        </p:spPr>
        <p:txBody>
          <a:bodyPr lIns="91425" tIns="91425" rIns="91425" bIns="91425" anchor="t" anchorCtr="0">
            <a:noAutofit/>
          </a:bodyPr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39146543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Shape 113"/>
          <p:cNvSpPr>
            <a:spLocks noGrp="1" noRot="1" noChangeAspect="1"/>
          </p:cNvSpPr>
          <p:nvPr>
            <p:ph type="sldImg" idx="2"/>
          </p:nvPr>
        </p:nvSpPr>
        <p:spPr>
          <a:xfrm>
            <a:off x="1270000" y="762000"/>
            <a:ext cx="5080000" cy="3810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" name="Shape 114"/>
          <p:cNvSpPr txBox="1">
            <a:spLocks noGrp="1"/>
          </p:cNvSpPr>
          <p:nvPr>
            <p:ph type="body" idx="1"/>
          </p:nvPr>
        </p:nvSpPr>
        <p:spPr>
          <a:xfrm>
            <a:off x="762000" y="4826000"/>
            <a:ext cx="6096000" cy="4572000"/>
          </a:xfrm>
          <a:prstGeom prst="rect">
            <a:avLst/>
          </a:prstGeom>
        </p:spPr>
        <p:txBody>
          <a:bodyPr lIns="91425" tIns="91425" rIns="91425" bIns="91425" anchor="t" anchorCtr="0">
            <a:noAutofit/>
          </a:bodyPr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21511323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Shape 120"/>
          <p:cNvSpPr>
            <a:spLocks noGrp="1" noRot="1" noChangeAspect="1"/>
          </p:cNvSpPr>
          <p:nvPr>
            <p:ph type="sldImg" idx="2"/>
          </p:nvPr>
        </p:nvSpPr>
        <p:spPr>
          <a:xfrm>
            <a:off x="1270000" y="762000"/>
            <a:ext cx="5080000" cy="3810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1" name="Shape 121"/>
          <p:cNvSpPr txBox="1">
            <a:spLocks noGrp="1"/>
          </p:cNvSpPr>
          <p:nvPr>
            <p:ph type="body" idx="1"/>
          </p:nvPr>
        </p:nvSpPr>
        <p:spPr>
          <a:xfrm>
            <a:off x="762000" y="4826000"/>
            <a:ext cx="6096000" cy="4572000"/>
          </a:xfrm>
          <a:prstGeom prst="rect">
            <a:avLst/>
          </a:prstGeom>
        </p:spPr>
        <p:txBody>
          <a:bodyPr lIns="91425" tIns="91425" rIns="91425" bIns="91425" anchor="t" anchorCtr="0">
            <a:noAutofit/>
          </a:bodyPr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876962864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Shape 127"/>
          <p:cNvSpPr>
            <a:spLocks noGrp="1" noRot="1" noChangeAspect="1"/>
          </p:cNvSpPr>
          <p:nvPr>
            <p:ph type="sldImg" idx="2"/>
          </p:nvPr>
        </p:nvSpPr>
        <p:spPr>
          <a:xfrm>
            <a:off x="1270000" y="762000"/>
            <a:ext cx="5080000" cy="3810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8" name="Shape 128"/>
          <p:cNvSpPr txBox="1">
            <a:spLocks noGrp="1"/>
          </p:cNvSpPr>
          <p:nvPr>
            <p:ph type="body" idx="1"/>
          </p:nvPr>
        </p:nvSpPr>
        <p:spPr>
          <a:xfrm>
            <a:off x="762000" y="4826000"/>
            <a:ext cx="6096000" cy="4572000"/>
          </a:xfrm>
          <a:prstGeom prst="rect">
            <a:avLst/>
          </a:prstGeom>
        </p:spPr>
        <p:txBody>
          <a:bodyPr lIns="91425" tIns="91425" rIns="91425" bIns="91425" anchor="t" anchorCtr="0">
            <a:noAutofit/>
          </a:bodyPr>
          <a:lstStyle/>
          <a:p>
            <a:pPr rtl="0">
              <a:lnSpc>
                <a:spcPct val="100000"/>
              </a:lnSpc>
              <a:buNone/>
            </a:pPr>
            <a:r>
              <a:rPr lang="en-US" sz="1466" u="sng"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  <a:hlinkClick r:id="rId3"/>
              </a:rPr>
              <a:t>http://www.thegeekstuff.com/2009/10/unix-sed-tutorial-advanced-sed-substitution-examples/</a:t>
            </a:r>
          </a:p>
        </p:txBody>
      </p:sp>
    </p:spTree>
    <p:extLst>
      <p:ext uri="{BB962C8B-B14F-4D97-AF65-F5344CB8AC3E}">
        <p14:creationId xmlns:p14="http://schemas.microsoft.com/office/powerpoint/2010/main" val="83287871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Shape 134"/>
          <p:cNvSpPr>
            <a:spLocks noGrp="1" noRot="1" noChangeAspect="1"/>
          </p:cNvSpPr>
          <p:nvPr>
            <p:ph type="sldImg" idx="2"/>
          </p:nvPr>
        </p:nvSpPr>
        <p:spPr>
          <a:xfrm>
            <a:off x="1270000" y="762000"/>
            <a:ext cx="5080000" cy="3810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5" name="Shape 135"/>
          <p:cNvSpPr txBox="1">
            <a:spLocks noGrp="1"/>
          </p:cNvSpPr>
          <p:nvPr>
            <p:ph type="body" idx="1"/>
          </p:nvPr>
        </p:nvSpPr>
        <p:spPr>
          <a:xfrm>
            <a:off x="762000" y="4826000"/>
            <a:ext cx="6096000" cy="4572000"/>
          </a:xfrm>
          <a:prstGeom prst="rect">
            <a:avLst/>
          </a:prstGeom>
        </p:spPr>
        <p:txBody>
          <a:bodyPr lIns="91425" tIns="91425" rIns="91425" bIns="91425" anchor="t" anchorCtr="0">
            <a:noAutofit/>
          </a:bodyPr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199440266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Shape 147"/>
          <p:cNvSpPr>
            <a:spLocks noGrp="1" noRot="1" noChangeAspect="1"/>
          </p:cNvSpPr>
          <p:nvPr>
            <p:ph type="sldImg" idx="2"/>
          </p:nvPr>
        </p:nvSpPr>
        <p:spPr>
          <a:xfrm>
            <a:off x="1270000" y="762000"/>
            <a:ext cx="5080000" cy="3810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8" name="Shape 148"/>
          <p:cNvSpPr txBox="1">
            <a:spLocks noGrp="1"/>
          </p:cNvSpPr>
          <p:nvPr>
            <p:ph type="body" idx="1"/>
          </p:nvPr>
        </p:nvSpPr>
        <p:spPr>
          <a:xfrm>
            <a:off x="762000" y="4826000"/>
            <a:ext cx="6096000" cy="4572000"/>
          </a:xfrm>
          <a:prstGeom prst="rect">
            <a:avLst/>
          </a:prstGeom>
        </p:spPr>
        <p:txBody>
          <a:bodyPr lIns="91425" tIns="91425" rIns="91425" bIns="91425" anchor="t" anchorCtr="0">
            <a:noAutofit/>
          </a:bodyPr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4225217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" type="title">
  <p:cSld name="TITLE">
    <p:spTree>
      <p:nvGrpSpPr>
        <p:cNvPr id="1" name="Shape 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hape 7"/>
          <p:cNvSpPr txBox="1">
            <a:spLocks noGrp="1"/>
          </p:cNvSpPr>
          <p:nvPr>
            <p:ph type="ctrTitle"/>
          </p:nvPr>
        </p:nvSpPr>
        <p:spPr>
          <a:xfrm>
            <a:off x="914400" y="3048000"/>
            <a:ext cx="8331200" cy="1219199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algn="ctr">
              <a:buSzPct val="100000"/>
              <a:defRPr sz="4800"/>
            </a:lvl1pPr>
            <a:lvl2pPr algn="ctr">
              <a:buSzPct val="100000"/>
              <a:defRPr sz="4800"/>
            </a:lvl2pPr>
            <a:lvl3pPr algn="ctr">
              <a:buSzPct val="100000"/>
              <a:defRPr sz="4800"/>
            </a:lvl3pPr>
            <a:lvl4pPr algn="ctr">
              <a:buSzPct val="100000"/>
              <a:defRPr sz="4800"/>
            </a:lvl4pPr>
            <a:lvl5pPr algn="ctr">
              <a:buSzPct val="100000"/>
              <a:defRPr sz="4800"/>
            </a:lvl5pPr>
            <a:lvl6pPr algn="ctr">
              <a:buSzPct val="100000"/>
              <a:defRPr sz="4800"/>
            </a:lvl6pPr>
            <a:lvl7pPr algn="ctr">
              <a:buSzPct val="100000"/>
              <a:defRPr sz="4800"/>
            </a:lvl7pPr>
            <a:lvl8pPr algn="ctr">
              <a:buSzPct val="100000"/>
              <a:defRPr sz="4800"/>
            </a:lvl8pPr>
            <a:lvl9pPr algn="ctr">
              <a:buSzPct val="100000"/>
              <a:defRPr sz="4800"/>
            </a:lvl9pPr>
          </a:lstStyle>
          <a:p>
            <a:endParaRPr/>
          </a:p>
        </p:txBody>
      </p:sp>
      <p:sp>
        <p:nvSpPr>
          <p:cNvPr id="8" name="Shape 8"/>
          <p:cNvSpPr txBox="1">
            <a:spLocks noGrp="1"/>
          </p:cNvSpPr>
          <p:nvPr>
            <p:ph type="subTitle" idx="1"/>
          </p:nvPr>
        </p:nvSpPr>
        <p:spPr>
          <a:xfrm>
            <a:off x="1828800" y="4572000"/>
            <a:ext cx="6502399" cy="914400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algn="ctr">
              <a:buSzPct val="100000"/>
              <a:defRPr sz="3200"/>
            </a:lvl1pPr>
            <a:lvl2pPr algn="ctr">
              <a:buSzPct val="100000"/>
              <a:defRPr sz="3200"/>
            </a:lvl2pPr>
            <a:lvl3pPr algn="ctr">
              <a:buSzPct val="100000"/>
              <a:defRPr sz="3200"/>
            </a:lvl3pPr>
            <a:lvl4pPr algn="ctr">
              <a:buSzPct val="100000"/>
              <a:defRPr sz="3200"/>
            </a:lvl4pPr>
            <a:lvl5pPr algn="ctr">
              <a:buSzPct val="100000"/>
              <a:defRPr sz="3200"/>
            </a:lvl5pPr>
            <a:lvl6pPr algn="ctr">
              <a:buSzPct val="100000"/>
              <a:defRPr sz="3200"/>
            </a:lvl6pPr>
            <a:lvl7pPr algn="ctr">
              <a:buSzPct val="100000"/>
              <a:defRPr sz="3200"/>
            </a:lvl7pPr>
            <a:lvl8pPr algn="ctr">
              <a:buSzPct val="100000"/>
              <a:defRPr sz="3200"/>
            </a:lvl8pPr>
            <a:lvl9pPr algn="ctr">
              <a:buSzPct val="100000"/>
              <a:defRPr sz="32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x" type="tx">
  <p:cSld name="TITLE_AND_BODY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10"/>
          <p:cNvSpPr txBox="1">
            <a:spLocks noGrp="1"/>
          </p:cNvSpPr>
          <p:nvPr>
            <p:ph type="title"/>
          </p:nvPr>
        </p:nvSpPr>
        <p:spPr>
          <a:xfrm>
            <a:off x="304800" y="304800"/>
            <a:ext cx="9550400" cy="914400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>
              <a:buSzPct val="99224"/>
              <a:defRPr sz="4266"/>
            </a:lvl1pPr>
            <a:lvl2pPr>
              <a:buSzPct val="99224"/>
              <a:defRPr sz="4266"/>
            </a:lvl2pPr>
            <a:lvl3pPr>
              <a:buSzPct val="99224"/>
              <a:defRPr sz="4266"/>
            </a:lvl3pPr>
            <a:lvl4pPr>
              <a:buSzPct val="99224"/>
              <a:defRPr sz="4266"/>
            </a:lvl4pPr>
            <a:lvl5pPr>
              <a:buSzPct val="99224"/>
              <a:defRPr sz="4266"/>
            </a:lvl5pPr>
            <a:lvl6pPr>
              <a:buSzPct val="99224"/>
              <a:defRPr sz="4266"/>
            </a:lvl6pPr>
            <a:lvl7pPr>
              <a:buSzPct val="99224"/>
              <a:defRPr sz="4266"/>
            </a:lvl7pPr>
            <a:lvl8pPr>
              <a:buSzPct val="99224"/>
              <a:defRPr sz="4266"/>
            </a:lvl8pPr>
            <a:lvl9pPr>
              <a:buSzPct val="99224"/>
              <a:defRPr sz="4266"/>
            </a:lvl9pPr>
          </a:lstStyle>
          <a:p>
            <a:endParaRPr/>
          </a:p>
        </p:txBody>
      </p:sp>
      <p:sp>
        <p:nvSpPr>
          <p:cNvPr id="11" name="Shape 11"/>
          <p:cNvSpPr txBox="1">
            <a:spLocks noGrp="1"/>
          </p:cNvSpPr>
          <p:nvPr>
            <p:ph type="body" idx="1"/>
          </p:nvPr>
        </p:nvSpPr>
        <p:spPr>
          <a:xfrm>
            <a:off x="304800" y="1828800"/>
            <a:ext cx="9550400" cy="5486399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>
              <a:buSzPct val="98765"/>
              <a:defRPr sz="2666"/>
            </a:lvl1pPr>
            <a:lvl2pPr>
              <a:buSzPct val="98765"/>
              <a:defRPr sz="2666"/>
            </a:lvl2pPr>
            <a:lvl3pPr>
              <a:buSzPct val="98765"/>
              <a:defRPr sz="2666"/>
            </a:lvl3pPr>
            <a:lvl4pPr>
              <a:buSzPct val="98765"/>
              <a:defRPr sz="2666"/>
            </a:lvl4pPr>
            <a:lvl5pPr>
              <a:buSzPct val="98765"/>
              <a:defRPr sz="2666"/>
            </a:lvl5pPr>
            <a:lvl6pPr>
              <a:buSzPct val="98765"/>
              <a:defRPr sz="2666"/>
            </a:lvl6pPr>
            <a:lvl7pPr>
              <a:buSzPct val="98765"/>
              <a:defRPr sz="2666"/>
            </a:lvl7pPr>
            <a:lvl8pPr>
              <a:buSzPct val="98765"/>
              <a:defRPr sz="2666"/>
            </a:lvl8pPr>
            <a:lvl9pPr>
              <a:buSzPct val="98765"/>
              <a:defRPr sz="2666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ColTx" type="twoColTx">
  <p:cSld name="TITLE_AND_TWO_COLUMNS">
    <p:spTree>
      <p:nvGrpSpPr>
        <p:cNvPr id="1" name="Shape 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Shape 13"/>
          <p:cNvSpPr txBox="1">
            <a:spLocks noGrp="1"/>
          </p:cNvSpPr>
          <p:nvPr>
            <p:ph type="title"/>
          </p:nvPr>
        </p:nvSpPr>
        <p:spPr>
          <a:xfrm>
            <a:off x="304800" y="304800"/>
            <a:ext cx="9550400" cy="914400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>
              <a:buSzPct val="99224"/>
              <a:defRPr sz="4266"/>
            </a:lvl1pPr>
            <a:lvl2pPr>
              <a:buSzPct val="99224"/>
              <a:defRPr sz="4266"/>
            </a:lvl2pPr>
            <a:lvl3pPr>
              <a:buSzPct val="99224"/>
              <a:defRPr sz="4266"/>
            </a:lvl3pPr>
            <a:lvl4pPr>
              <a:buSzPct val="99224"/>
              <a:defRPr sz="4266"/>
            </a:lvl4pPr>
            <a:lvl5pPr>
              <a:buSzPct val="99224"/>
              <a:defRPr sz="4266"/>
            </a:lvl5pPr>
            <a:lvl6pPr>
              <a:buSzPct val="99224"/>
              <a:defRPr sz="4266"/>
            </a:lvl6pPr>
            <a:lvl7pPr>
              <a:buSzPct val="99224"/>
              <a:defRPr sz="4266"/>
            </a:lvl7pPr>
            <a:lvl8pPr>
              <a:buSzPct val="99224"/>
              <a:defRPr sz="4266"/>
            </a:lvl8pPr>
            <a:lvl9pPr>
              <a:buSzPct val="99224"/>
              <a:defRPr sz="4266"/>
            </a:lvl9pPr>
          </a:lstStyle>
          <a:p>
            <a:endParaRPr/>
          </a:p>
        </p:txBody>
      </p:sp>
      <p:sp>
        <p:nvSpPr>
          <p:cNvPr id="14" name="Shape 14"/>
          <p:cNvSpPr txBox="1">
            <a:spLocks noGrp="1"/>
          </p:cNvSpPr>
          <p:nvPr>
            <p:ph type="body" idx="1"/>
          </p:nvPr>
        </p:nvSpPr>
        <p:spPr>
          <a:xfrm>
            <a:off x="304800" y="1828800"/>
            <a:ext cx="4470399" cy="5486399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>
              <a:buSzPct val="98765"/>
              <a:defRPr sz="2666"/>
            </a:lvl1pPr>
            <a:lvl2pPr>
              <a:buSzPct val="98765"/>
              <a:defRPr sz="2666"/>
            </a:lvl2pPr>
            <a:lvl3pPr>
              <a:buSzPct val="98765"/>
              <a:defRPr sz="2666"/>
            </a:lvl3pPr>
            <a:lvl4pPr>
              <a:buSzPct val="98765"/>
              <a:defRPr sz="2666"/>
            </a:lvl4pPr>
            <a:lvl5pPr>
              <a:buSzPct val="98765"/>
              <a:defRPr sz="2666"/>
            </a:lvl5pPr>
            <a:lvl6pPr>
              <a:buSzPct val="98765"/>
              <a:defRPr sz="2666"/>
            </a:lvl6pPr>
            <a:lvl7pPr>
              <a:buSzPct val="98765"/>
              <a:defRPr sz="2666"/>
            </a:lvl7pPr>
            <a:lvl8pPr>
              <a:buSzPct val="98765"/>
              <a:defRPr sz="2666"/>
            </a:lvl8pPr>
            <a:lvl9pPr>
              <a:buSzPct val="98765"/>
              <a:defRPr sz="2666"/>
            </a:lvl9pPr>
          </a:lstStyle>
          <a:p>
            <a:endParaRPr/>
          </a:p>
        </p:txBody>
      </p:sp>
      <p:sp>
        <p:nvSpPr>
          <p:cNvPr id="15" name="Shape 15"/>
          <p:cNvSpPr txBox="1">
            <a:spLocks noGrp="1"/>
          </p:cNvSpPr>
          <p:nvPr>
            <p:ph type="body" idx="2"/>
          </p:nvPr>
        </p:nvSpPr>
        <p:spPr>
          <a:xfrm>
            <a:off x="5384800" y="1828800"/>
            <a:ext cx="4470399" cy="5486399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>
              <a:buSzPct val="98765"/>
              <a:defRPr sz="2666"/>
            </a:lvl1pPr>
            <a:lvl2pPr>
              <a:buSzPct val="98765"/>
              <a:defRPr sz="2666"/>
            </a:lvl2pPr>
            <a:lvl3pPr>
              <a:buSzPct val="98765"/>
              <a:defRPr sz="2666"/>
            </a:lvl3pPr>
            <a:lvl4pPr>
              <a:buSzPct val="98765"/>
              <a:defRPr sz="2666"/>
            </a:lvl4pPr>
            <a:lvl5pPr>
              <a:buSzPct val="98765"/>
              <a:defRPr sz="2666"/>
            </a:lvl5pPr>
            <a:lvl6pPr>
              <a:buSzPct val="98765"/>
              <a:defRPr sz="2666"/>
            </a:lvl6pPr>
            <a:lvl7pPr>
              <a:buSzPct val="98765"/>
              <a:defRPr sz="2666"/>
            </a:lvl7pPr>
            <a:lvl8pPr>
              <a:buSzPct val="98765"/>
              <a:defRPr sz="2666"/>
            </a:lvl8pPr>
            <a:lvl9pPr>
              <a:buSzPct val="98765"/>
              <a:defRPr sz="2666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_ONLY">
  <p:cSld name="CAPTION_ONL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Shape 17"/>
          <p:cNvSpPr txBox="1">
            <a:spLocks noGrp="1"/>
          </p:cNvSpPr>
          <p:nvPr>
            <p:ph type="body" idx="1"/>
          </p:nvPr>
        </p:nvSpPr>
        <p:spPr>
          <a:xfrm>
            <a:off x="304800" y="6705600"/>
            <a:ext cx="9550400" cy="609599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algn="ctr">
              <a:buSzPct val="100000"/>
              <a:defRPr sz="3200"/>
            </a:lvl1pPr>
            <a:lvl2pPr algn="ctr">
              <a:buSzPct val="100000"/>
              <a:defRPr sz="3200"/>
            </a:lvl2pPr>
            <a:lvl3pPr algn="ctr">
              <a:buSzPct val="100000"/>
              <a:defRPr sz="3200"/>
            </a:lvl3pPr>
            <a:lvl4pPr algn="ctr">
              <a:buSzPct val="100000"/>
              <a:defRPr sz="3200"/>
            </a:lvl4pPr>
            <a:lvl5pPr algn="ctr">
              <a:buSzPct val="100000"/>
              <a:defRPr sz="3200"/>
            </a:lvl5pPr>
            <a:lvl6pPr algn="ctr">
              <a:buSzPct val="100000"/>
              <a:defRPr sz="3200"/>
            </a:lvl6pPr>
            <a:lvl7pPr algn="ctr">
              <a:buSzPct val="100000"/>
              <a:defRPr sz="3200"/>
            </a:lvl7pPr>
            <a:lvl8pPr algn="ctr">
              <a:buSzPct val="100000"/>
              <a:defRPr sz="3200"/>
            </a:lvl8pPr>
            <a:lvl9pPr algn="ctr">
              <a:buSzPct val="100000"/>
              <a:defRPr sz="32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</p:sldLayoutIdLst>
  <p:txStyles>
    <p:titleStyle>
      <a:defPPr marR="0" algn="l" rtl="0">
        <a:lnSpc>
          <a:spcPct val="100000"/>
        </a:lnSpc>
        <a:spcBef>
          <a:spcPts val="0"/>
        </a:spcBef>
        <a:spcAft>
          <a:spcPts val="0"/>
        </a:spcAft>
      </a:defPPr>
      <a:lvl1pPr marR="0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 baseline="0">
          <a:solidFill>
            <a:srgbClr val="000000"/>
          </a:solidFill>
          <a:latin typeface="Arial"/>
          <a:ea typeface="Arial"/>
          <a:cs typeface="Arial"/>
          <a:sym typeface="Arial"/>
          <a:rtl val="0"/>
        </a:defRPr>
      </a:lvl1pPr>
      <a:lvl2pPr marR="0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 baseline="0">
          <a:solidFill>
            <a:srgbClr val="000000"/>
          </a:solidFill>
          <a:latin typeface="Arial"/>
          <a:ea typeface="Arial"/>
          <a:cs typeface="Arial"/>
          <a:sym typeface="Arial"/>
          <a:rtl val="0"/>
        </a:defRPr>
      </a:lvl2pPr>
    </p:titleStyle>
    <p:bodyStyle>
      <a:defPPr marR="0" algn="l" rtl="0">
        <a:lnSpc>
          <a:spcPct val="100000"/>
        </a:lnSpc>
        <a:spcBef>
          <a:spcPts val="0"/>
        </a:spcBef>
        <a:spcAft>
          <a:spcPts val="0"/>
        </a:spcAft>
      </a:defPPr>
      <a:lvl1pPr marR="0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 baseline="0">
          <a:solidFill>
            <a:srgbClr val="000000"/>
          </a:solidFill>
          <a:latin typeface="Arial"/>
          <a:ea typeface="Arial"/>
          <a:cs typeface="Arial"/>
          <a:sym typeface="Arial"/>
          <a:rtl val="0"/>
        </a:defRPr>
      </a:lvl1pPr>
      <a:lvl2pPr marR="0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 baseline="0">
          <a:solidFill>
            <a:srgbClr val="000000"/>
          </a:solidFill>
          <a:latin typeface="Arial"/>
          <a:ea typeface="Arial"/>
          <a:cs typeface="Arial"/>
          <a:sym typeface="Arial"/>
          <a:rtl val="0"/>
        </a:defRPr>
      </a:lvl2pPr>
      <a:lvl3pPr marR="0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 baseline="0">
          <a:solidFill>
            <a:srgbClr val="000000"/>
          </a:solidFill>
          <a:latin typeface="Arial"/>
          <a:ea typeface="Arial"/>
          <a:cs typeface="Arial"/>
          <a:sym typeface="Arial"/>
          <a:rtl val="0"/>
        </a:defRPr>
      </a:lvl3pPr>
      <a:lvl4pPr marR="0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 baseline="0">
          <a:solidFill>
            <a:srgbClr val="000000"/>
          </a:solidFill>
          <a:latin typeface="Arial"/>
          <a:ea typeface="Arial"/>
          <a:cs typeface="Arial"/>
          <a:sym typeface="Arial"/>
          <a:rtl val="0"/>
        </a:defRPr>
      </a:lvl4pPr>
      <a:lvl5pPr marR="0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 baseline="0">
          <a:solidFill>
            <a:srgbClr val="000000"/>
          </a:solidFill>
          <a:latin typeface="Arial"/>
          <a:ea typeface="Arial"/>
          <a:cs typeface="Arial"/>
          <a:sym typeface="Arial"/>
          <a:rtl val="0"/>
        </a:defRPr>
      </a:lvl5pPr>
      <a:lvl6pPr marR="0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 baseline="0">
          <a:solidFill>
            <a:srgbClr val="000000"/>
          </a:solidFill>
          <a:latin typeface="Arial"/>
          <a:ea typeface="Arial"/>
          <a:cs typeface="Arial"/>
          <a:sym typeface="Arial"/>
          <a:rtl val="0"/>
        </a:defRPr>
      </a:lvl6pPr>
      <a:lvl7pPr marR="0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 baseline="0">
          <a:solidFill>
            <a:srgbClr val="000000"/>
          </a:solidFill>
          <a:latin typeface="Arial"/>
          <a:ea typeface="Arial"/>
          <a:cs typeface="Arial"/>
          <a:sym typeface="Arial"/>
          <a:rtl val="0"/>
        </a:defRPr>
      </a:lvl7pPr>
      <a:lvl8pPr marR="0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 baseline="0">
          <a:solidFill>
            <a:srgbClr val="000000"/>
          </a:solidFill>
          <a:latin typeface="Arial"/>
          <a:ea typeface="Arial"/>
          <a:cs typeface="Arial"/>
          <a:sym typeface="Arial"/>
          <a:rtl val="0"/>
        </a:defRPr>
      </a:lvl8pPr>
      <a:lvl9pPr marR="0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 baseline="0">
          <a:solidFill>
            <a:srgbClr val="000000"/>
          </a:solidFill>
          <a:latin typeface="Arial"/>
          <a:ea typeface="Arial"/>
          <a:cs typeface="Arial"/>
          <a:sym typeface="Arial"/>
          <a:rtl val="0"/>
        </a:defRPr>
      </a:lvl9pPr>
    </p:bodyStyle>
    <p:otherStyle>
      <a:defPPr marR="0" algn="l" rtl="0">
        <a:lnSpc>
          <a:spcPct val="100000"/>
        </a:lnSpc>
        <a:spcBef>
          <a:spcPts val="0"/>
        </a:spcBef>
        <a:spcAft>
          <a:spcPts val="0"/>
        </a:spcAft>
      </a:defPPr>
      <a:lvl1pPr marR="0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 baseline="0">
          <a:solidFill>
            <a:srgbClr val="000000"/>
          </a:solidFill>
          <a:latin typeface="Arial"/>
          <a:ea typeface="Arial"/>
          <a:cs typeface="Arial"/>
          <a:sym typeface="Arial"/>
          <a:rtl val="0"/>
        </a:defRPr>
      </a:lvl1pPr>
      <a:lvl2pPr marR="0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 baseline="0">
          <a:solidFill>
            <a:srgbClr val="000000"/>
          </a:solidFill>
          <a:latin typeface="Arial"/>
          <a:ea typeface="Arial"/>
          <a:cs typeface="Arial"/>
          <a:sym typeface="Arial"/>
          <a:rtl val="0"/>
        </a:defRPr>
      </a:lvl2pPr>
      <a:lvl3pPr marR="0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 baseline="0">
          <a:solidFill>
            <a:srgbClr val="000000"/>
          </a:solidFill>
          <a:latin typeface="Arial"/>
          <a:ea typeface="Arial"/>
          <a:cs typeface="Arial"/>
          <a:sym typeface="Arial"/>
          <a:rtl val="0"/>
        </a:defRPr>
      </a:lvl3pPr>
      <a:lvl4pPr marR="0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 baseline="0">
          <a:solidFill>
            <a:srgbClr val="000000"/>
          </a:solidFill>
          <a:latin typeface="Arial"/>
          <a:ea typeface="Arial"/>
          <a:cs typeface="Arial"/>
          <a:sym typeface="Arial"/>
          <a:rtl val="0"/>
        </a:defRPr>
      </a:lvl4pPr>
      <a:lvl5pPr marR="0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 baseline="0">
          <a:solidFill>
            <a:srgbClr val="000000"/>
          </a:solidFill>
          <a:latin typeface="Arial"/>
          <a:ea typeface="Arial"/>
          <a:cs typeface="Arial"/>
          <a:sym typeface="Arial"/>
          <a:rtl val="0"/>
        </a:defRPr>
      </a:lvl5pPr>
      <a:lvl6pPr marR="0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 baseline="0">
          <a:solidFill>
            <a:srgbClr val="000000"/>
          </a:solidFill>
          <a:latin typeface="Arial"/>
          <a:ea typeface="Arial"/>
          <a:cs typeface="Arial"/>
          <a:sym typeface="Arial"/>
          <a:rtl val="0"/>
        </a:defRPr>
      </a:lvl6pPr>
      <a:lvl7pPr marR="0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 baseline="0">
          <a:solidFill>
            <a:srgbClr val="000000"/>
          </a:solidFill>
          <a:latin typeface="Arial"/>
          <a:ea typeface="Arial"/>
          <a:cs typeface="Arial"/>
          <a:sym typeface="Arial"/>
          <a:rtl val="0"/>
        </a:defRPr>
      </a:lvl7pPr>
      <a:lvl8pPr marR="0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 baseline="0">
          <a:solidFill>
            <a:srgbClr val="000000"/>
          </a:solidFill>
          <a:latin typeface="Arial"/>
          <a:ea typeface="Arial"/>
          <a:cs typeface="Arial"/>
          <a:sym typeface="Arial"/>
          <a:rtl val="0"/>
        </a:defRPr>
      </a:lvl8pPr>
      <a:lvl9pPr marR="0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 baseline="0">
          <a:solidFill>
            <a:srgbClr val="000000"/>
          </a:solidFill>
          <a:latin typeface="Arial"/>
          <a:ea typeface="Arial"/>
          <a:cs typeface="Arial"/>
          <a:sym typeface="Arial"/>
          <a:rtl val="0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hyperlink" Target="https://regexr.com" TargetMode="Externa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hyperlink" Target="https://regexr.com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/>
          <a:stretch>
            <a:fillRect/>
          </a:stretch>
        </a:blipFill>
        <a:effectLst/>
      </p:bgPr>
    </p:bg>
    <p:spTree>
      <p:nvGrpSpPr>
        <p:cNvPr id="1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Shape 19"/>
          <p:cNvSpPr txBox="1">
            <a:spLocks noGrp="1"/>
          </p:cNvSpPr>
          <p:nvPr>
            <p:ph type="ctrTitle"/>
          </p:nvPr>
        </p:nvSpPr>
        <p:spPr>
          <a:xfrm>
            <a:off x="3942275" y="1781525"/>
            <a:ext cx="5512499" cy="2813750"/>
          </a:xfrm>
          <a:prstGeom prst="rect">
            <a:avLst/>
          </a:prstGeom>
        </p:spPr>
        <p:txBody>
          <a:bodyPr lIns="38100" tIns="38100" rIns="38100" bIns="38100" anchor="ctr" anchorCtr="0">
            <a:noAutofit/>
          </a:bodyPr>
          <a:lstStyle/>
          <a:p>
            <a:pPr marL="0" marR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444" b="1" dirty="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Regular Expressions</a:t>
            </a:r>
          </a:p>
        </p:txBody>
      </p:sp>
      <p:sp>
        <p:nvSpPr>
          <p:cNvPr id="20" name="Shape 20"/>
          <p:cNvSpPr txBox="1">
            <a:spLocks noGrp="1"/>
          </p:cNvSpPr>
          <p:nvPr>
            <p:ph type="subTitle" idx="1"/>
          </p:nvPr>
        </p:nvSpPr>
        <p:spPr>
          <a:xfrm>
            <a:off x="1991425" y="6118925"/>
            <a:ext cx="6553200" cy="1093950"/>
          </a:xfrm>
          <a:prstGeom prst="rect">
            <a:avLst/>
          </a:prstGeom>
        </p:spPr>
        <p:txBody>
          <a:bodyPr lIns="38100" tIns="38100" rIns="38100" bIns="38100" anchor="ctr" anchorCtr="0">
            <a:noAutofit/>
          </a:bodyPr>
          <a:lstStyle/>
          <a:p>
            <a:pPr marL="0" marR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111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Miroslav Biňas</a:t>
            </a:r>
          </a:p>
          <a:p>
            <a:pPr marL="0" marR="0" indent="0" algn="ctr" rtl="0">
              <a:lnSpc>
                <a:spcPct val="100000"/>
              </a:lnSpc>
              <a:spcBef>
                <a:spcPts val="563"/>
              </a:spcBef>
              <a:spcAft>
                <a:spcPts val="0"/>
              </a:spcAft>
              <a:buNone/>
            </a:pPr>
            <a:r>
              <a:rPr lang="en-US" sz="3111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(c) 2010 - 2013</a:t>
            </a:r>
          </a:p>
        </p:txBody>
      </p:sp>
    </p:spTree>
  </p:cSld>
  <p:clrMapOvr>
    <a:masterClrMapping/>
  </p:clrMapOvr>
  <p:transition spd="slow">
    <p:cut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/>
          <a:stretch>
            <a:fillRect/>
          </a:stretch>
        </a:blipFill>
        <a:effectLst/>
      </p:bgPr>
    </p:bg>
    <p:spTree>
      <p:nvGrpSpPr>
        <p:cNvPr id="1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hape 25"/>
          <p:cNvSpPr txBox="1">
            <a:spLocks noGrp="1"/>
          </p:cNvSpPr>
          <p:nvPr>
            <p:ph type="title"/>
          </p:nvPr>
        </p:nvSpPr>
        <p:spPr>
          <a:xfrm>
            <a:off x="1705675" y="0"/>
            <a:ext cx="8121299" cy="1275599"/>
          </a:xfrm>
          <a:prstGeom prst="rect">
            <a:avLst/>
          </a:prstGeom>
        </p:spPr>
        <p:txBody>
          <a:bodyPr lIns="38100" tIns="38100" rIns="38100" bIns="38100" anchor="ctr" anchorCtr="0">
            <a:noAutofit/>
          </a:bodyPr>
          <a:lstStyle/>
          <a:p>
            <a:pPr marL="0" marR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00" b="1">
                <a:solidFill>
                  <a:srgbClr val="444444"/>
                </a:solidFill>
                <a:latin typeface="Arial"/>
                <a:ea typeface="Arial"/>
                <a:cs typeface="Arial"/>
                <a:sym typeface="Arial"/>
              </a:rPr>
              <a:t>Regular Expressions I.</a:t>
            </a:r>
          </a:p>
        </p:txBody>
      </p:sp>
      <p:sp>
        <p:nvSpPr>
          <p:cNvPr id="26" name="Shape 26"/>
          <p:cNvSpPr txBox="1"/>
          <p:nvPr/>
        </p:nvSpPr>
        <p:spPr>
          <a:xfrm>
            <a:off x="1954375" y="1621000"/>
            <a:ext cx="7872575" cy="5574225"/>
          </a:xfrm>
          <a:prstGeom prst="rect">
            <a:avLst/>
          </a:prstGeom>
        </p:spPr>
        <p:txBody>
          <a:bodyPr lIns="38100" tIns="38100" rIns="38100" bIns="38100" anchor="t" anchorCtr="0">
            <a:noAutofit/>
          </a:bodyPr>
          <a:lstStyle/>
          <a:p>
            <a:pPr marL="381000" marR="0" lvl="0" indent="-26246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ct val="168350"/>
              <a:buFont typeface="Arial"/>
              <a:buChar char="•"/>
            </a:pPr>
            <a:r>
              <a:rPr lang="en-US" sz="3333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regexp is a </a:t>
            </a:r>
            <a:r>
              <a:rPr lang="en-US" sz="3333" b="1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special text string</a:t>
            </a:r>
            <a:r>
              <a:rPr lang="en-US" sz="3333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 for describing a </a:t>
            </a:r>
            <a:r>
              <a:rPr lang="en-US" sz="3333" b="1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search pattern</a:t>
            </a:r>
          </a:p>
          <a:p>
            <a:pPr marL="381000" marR="0" lvl="0" indent="-26246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ct val="168350"/>
              <a:buFont typeface="Arial"/>
              <a:buChar char="•"/>
            </a:pPr>
            <a:r>
              <a:rPr lang="en-US" sz="3333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they are complicated:</a:t>
            </a:r>
            <a:br>
              <a:rPr lang="en-US" sz="3333" b="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</a:br>
            <a:r>
              <a:rPr lang="en-US" sz="3333" b="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^([a-z\d\._-]+@([a-z\d-]+\.)+[a-z]{2,6})$</a:t>
            </a:r>
          </a:p>
          <a:p>
            <a:pPr marL="381000" marR="0" lvl="0" indent="-26246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ct val="168350"/>
              <a:buFont typeface="Arial"/>
              <a:buChar char="•"/>
            </a:pPr>
            <a:r>
              <a:rPr lang="en-US" sz="3333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useful for string recognition:</a:t>
            </a:r>
          </a:p>
          <a:p>
            <a:pPr marL="762000" marR="0" lvl="1" indent="-26246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ct val="101010"/>
              <a:buFont typeface="Courier New"/>
              <a:buChar char="o"/>
            </a:pPr>
            <a:r>
              <a:rPr lang="en-US" sz="3333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user's input</a:t>
            </a:r>
          </a:p>
          <a:p>
            <a:pPr marL="762000" marR="0" lvl="1" indent="-26246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ct val="101010"/>
              <a:buFont typeface="Courier New"/>
              <a:buChar char="o"/>
            </a:pPr>
            <a:r>
              <a:rPr lang="en-US" sz="3333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forms validation</a:t>
            </a:r>
          </a:p>
          <a:p>
            <a:pPr marL="762000" marR="0" lvl="1" indent="-26246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ct val="101010"/>
              <a:buFont typeface="Courier New"/>
              <a:buChar char="o"/>
            </a:pPr>
            <a:r>
              <a:rPr lang="en-US" sz="3333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recognition of e-mail addresses, IP address, URLs, ...</a:t>
            </a:r>
            <a:r>
              <a:rPr lang="en-US" sz="3333" b="1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</a:p>
        </p:txBody>
      </p:sp>
      <p:sp>
        <p:nvSpPr>
          <p:cNvPr id="27" name="Shape 27"/>
          <p:cNvSpPr/>
          <p:nvPr/>
        </p:nvSpPr>
        <p:spPr>
          <a:xfrm>
            <a:off x="0" y="6096000"/>
            <a:ext cx="1270000" cy="1524000"/>
          </a:xfrm>
          <a:prstGeom prst="rect">
            <a:avLst/>
          </a:pr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 lang="sk-SK"/>
          </a:p>
        </p:txBody>
      </p:sp>
    </p:spTree>
  </p:cSld>
  <p:clrMapOvr>
    <a:masterClrMapping/>
  </p:clrMapOvr>
  <p:transition spd="slow">
    <p:cut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/>
          <a:stretch>
            <a:fillRect/>
          </a:stretch>
        </a:blipFill>
        <a:effectLst/>
      </p:bgPr>
    </p:bg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Shape 32"/>
          <p:cNvSpPr txBox="1">
            <a:spLocks noGrp="1"/>
          </p:cNvSpPr>
          <p:nvPr>
            <p:ph type="title"/>
          </p:nvPr>
        </p:nvSpPr>
        <p:spPr>
          <a:xfrm>
            <a:off x="1705675" y="0"/>
            <a:ext cx="8121299" cy="1275599"/>
          </a:xfrm>
          <a:prstGeom prst="rect">
            <a:avLst/>
          </a:prstGeom>
        </p:spPr>
        <p:txBody>
          <a:bodyPr lIns="38100" tIns="38100" rIns="38100" bIns="38100" anchor="ctr" anchorCtr="0">
            <a:noAutofit/>
          </a:bodyPr>
          <a:lstStyle/>
          <a:p>
            <a:pPr marL="0" marR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00" b="1">
                <a:solidFill>
                  <a:srgbClr val="444444"/>
                </a:solidFill>
                <a:latin typeface="Arial"/>
                <a:ea typeface="Arial"/>
                <a:cs typeface="Arial"/>
                <a:sym typeface="Arial"/>
              </a:rPr>
              <a:t>Regular Expressions II.</a:t>
            </a:r>
          </a:p>
        </p:txBody>
      </p:sp>
      <p:sp>
        <p:nvSpPr>
          <p:cNvPr id="33" name="Shape 33"/>
          <p:cNvSpPr txBox="1"/>
          <p:nvPr/>
        </p:nvSpPr>
        <p:spPr>
          <a:xfrm>
            <a:off x="1954375" y="1621000"/>
            <a:ext cx="7872575" cy="5574225"/>
          </a:xfrm>
          <a:prstGeom prst="rect">
            <a:avLst/>
          </a:prstGeom>
        </p:spPr>
        <p:txBody>
          <a:bodyPr lIns="38100" tIns="38100" rIns="38100" bIns="38100" anchor="t" anchorCtr="0">
            <a:noAutofit/>
          </a:bodyPr>
          <a:lstStyle/>
          <a:p>
            <a:pPr marL="381000" marR="0" lvl="0" indent="-26225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ct val="168350"/>
              <a:buFont typeface="Arial"/>
              <a:buChar char="•"/>
            </a:pPr>
            <a:r>
              <a:rPr lang="en-US" sz="3300" dirty="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support in text editors, programming languages, many tools</a:t>
            </a:r>
            <a:endParaRPr lang="en-US" sz="3300" dirty="0"/>
          </a:p>
          <a:p>
            <a:pPr marL="381000" marR="0" lvl="0" indent="-26225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ct val="168350"/>
              <a:buFont typeface="Arial"/>
              <a:buChar char="•"/>
            </a:pPr>
            <a:r>
              <a:rPr lang="en-US" sz="3300" dirty="0" err="1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regexp</a:t>
            </a:r>
            <a:r>
              <a:rPr lang="en-US" sz="3300" dirty="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 types:</a:t>
            </a:r>
            <a:endParaRPr lang="en-US" sz="3300" dirty="0">
              <a:solidFill>
                <a:srgbClr val="666666"/>
              </a:solidFill>
              <a:latin typeface="Arial"/>
              <a:ea typeface="Arial"/>
              <a:cs typeface="Arial"/>
            </a:endParaRPr>
          </a:p>
          <a:p>
            <a:pPr marL="762000" marR="0" lvl="1" indent="-26225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ct val="101010"/>
              <a:buFont typeface="Courier New"/>
              <a:buChar char="o"/>
            </a:pPr>
            <a:r>
              <a:rPr lang="en-US" sz="3300" b="1" dirty="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POSIX</a:t>
            </a:r>
            <a:r>
              <a:rPr lang="en-US" sz="3300" b="0" dirty="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 - UNIX compatible</a:t>
            </a:r>
            <a:endParaRPr lang="en-US" sz="3300" b="0" dirty="0">
              <a:solidFill>
                <a:srgbClr val="666666"/>
              </a:solidFill>
              <a:latin typeface="Arial"/>
              <a:ea typeface="Arial"/>
              <a:cs typeface="Arial"/>
            </a:endParaRPr>
          </a:p>
          <a:p>
            <a:pPr marL="762000" marR="0" lvl="1" indent="-26225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ct val="101010"/>
              <a:buFont typeface="Courier New"/>
              <a:buChar char="o"/>
            </a:pPr>
            <a:r>
              <a:rPr lang="en-US" sz="3300" b="1" dirty="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PCRE</a:t>
            </a:r>
            <a:r>
              <a:rPr lang="en-US" sz="3300" b="0" dirty="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 - Perl Compatible </a:t>
            </a:r>
            <a:r>
              <a:rPr lang="en-US" sz="3300" b="0" dirty="0" err="1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RegExps</a:t>
            </a:r>
            <a:endParaRPr lang="en-US" sz="3300" b="0" dirty="0" err="1">
              <a:solidFill>
                <a:srgbClr val="666666"/>
              </a:solidFill>
              <a:latin typeface="Arial"/>
              <a:ea typeface="Arial"/>
              <a:cs typeface="Arial"/>
            </a:endParaRPr>
          </a:p>
          <a:p>
            <a:pPr marL="381000" marR="0" lvl="0" indent="-26225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ct val="168350"/>
              <a:buFont typeface="Arial"/>
              <a:buChar char="•"/>
            </a:pPr>
            <a:r>
              <a:rPr lang="en-US" sz="3300" b="0" dirty="0" err="1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regexp</a:t>
            </a:r>
            <a:r>
              <a:rPr lang="en-US" sz="3300" b="0" dirty="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 test tools:</a:t>
            </a:r>
            <a:endParaRPr lang="en-US" sz="3300" b="0" dirty="0">
              <a:solidFill>
                <a:srgbClr val="666666"/>
              </a:solidFill>
              <a:latin typeface="Arial"/>
              <a:ea typeface="Arial"/>
              <a:cs typeface="Arial"/>
            </a:endParaRPr>
          </a:p>
          <a:p>
            <a:pPr marL="762000" marR="0" lvl="1" indent="-26225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ct val="101010"/>
              <a:buFont typeface="Courier New"/>
              <a:buChar char="o"/>
            </a:pPr>
            <a:r>
              <a:rPr lang="en-US" sz="3300" b="0" dirty="0" err="1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gui</a:t>
            </a:r>
            <a:r>
              <a:rPr lang="en-US" sz="3300" b="0" dirty="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 apps</a:t>
            </a:r>
            <a:endParaRPr lang="en-US" sz="3300" b="0" dirty="0">
              <a:solidFill>
                <a:srgbClr val="666666"/>
              </a:solidFill>
              <a:latin typeface="Arial"/>
              <a:ea typeface="Arial"/>
              <a:cs typeface="Arial"/>
            </a:endParaRPr>
          </a:p>
          <a:p>
            <a:pPr marL="762000" lvl="1" indent="-262255">
              <a:buClr>
                <a:srgbClr val="666666"/>
              </a:buClr>
              <a:buSzPct val="101010"/>
              <a:buFont typeface="Courier New"/>
              <a:buChar char="o"/>
            </a:pPr>
            <a:r>
              <a:rPr lang="en-US" sz="3300" b="0" dirty="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online tools </a:t>
            </a:r>
            <a:r>
              <a:rPr lang="en-US" sz="3300" dirty="0">
                <a:solidFill>
                  <a:srgbClr val="666666"/>
                </a:solidFill>
              </a:rPr>
              <a:t>(</a:t>
            </a:r>
            <a:r>
              <a:rPr lang="en-US" sz="3300" dirty="0">
                <a:solidFill>
                  <a:srgbClr val="666666"/>
                </a:solidFill>
                <a:hlinkClick r:id="rId4"/>
              </a:rPr>
              <a:t>https://regexr.com</a:t>
            </a:r>
            <a:r>
              <a:rPr lang="en-US" sz="3300" dirty="0">
                <a:solidFill>
                  <a:srgbClr val="666666"/>
                </a:solidFill>
              </a:rPr>
              <a:t> )</a:t>
            </a:r>
            <a:endParaRPr lang="en-US" sz="3300" b="0" dirty="0">
              <a:solidFill>
                <a:srgbClr val="666666"/>
              </a:solidFill>
              <a:latin typeface="Arial"/>
              <a:ea typeface="Arial"/>
              <a:cs typeface="Arial"/>
            </a:endParaRPr>
          </a:p>
          <a:p>
            <a:pPr marL="762000" marR="0" lvl="1" indent="-26225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ct val="101010"/>
              <a:buFont typeface="Courier New"/>
              <a:buChar char="o"/>
            </a:pPr>
            <a:r>
              <a:rPr lang="en-US" sz="3300" b="0" dirty="0" err="1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egrep</a:t>
            </a:r>
            <a:r>
              <a:rPr lang="en-US" sz="3300" b="0" dirty="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 (alias </a:t>
            </a:r>
            <a:r>
              <a:rPr lang="en-US" sz="3300" dirty="0">
                <a:solidFill>
                  <a:srgbClr val="666666"/>
                </a:solidFill>
              </a:rPr>
              <a:t>for</a:t>
            </a:r>
            <a:r>
              <a:rPr lang="en-US" sz="3300" b="0" dirty="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3300" b="0" dirty="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grep -E</a:t>
            </a:r>
            <a:r>
              <a:rPr lang="en-US" sz="3300" b="0" dirty="0">
                <a:solidFill>
                  <a:srgbClr val="666666"/>
                </a:solidFill>
              </a:rPr>
              <a:t>)</a:t>
            </a:r>
          </a:p>
          <a:p>
            <a:pPr marL="762000" marR="0" lvl="1" indent="-26225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ct val="101010"/>
              <a:buFont typeface="Courier New"/>
              <a:buChar char="o"/>
            </a:pPr>
            <a:endParaRPr lang="en-US" sz="3300" b="0" dirty="0">
              <a:solidFill>
                <a:srgbClr val="666666"/>
              </a:solidFill>
            </a:endParaRPr>
          </a:p>
          <a:p>
            <a:pPr marL="762000" lvl="1" indent="-262255">
              <a:buClr>
                <a:srgbClr val="666666"/>
              </a:buClr>
              <a:buSzPct val="101010"/>
              <a:buFont typeface="Courier New"/>
              <a:buChar char="o"/>
            </a:pPr>
            <a:r>
              <a:rPr lang="sk-SK" sz="440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man </a:t>
            </a:r>
            <a:r>
              <a:rPr lang="sk-SK" sz="4400" dirty="0" err="1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re_format</a:t>
            </a:r>
            <a:endParaRPr lang="sk-SK" sz="4400" dirty="0">
              <a:solidFill>
                <a:srgbClr val="000000"/>
              </a:solidFill>
              <a:effectLst/>
              <a:latin typeface="Menlo" panose="020B0609030804020204" pitchFamily="49" charset="0"/>
            </a:endParaRPr>
          </a:p>
          <a:p>
            <a:pPr marL="762000" marR="0" lvl="1" indent="-26225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ct val="101010"/>
              <a:buFont typeface="Courier New"/>
              <a:buChar char="o"/>
            </a:pPr>
            <a:endParaRPr lang="en-US" sz="3300" dirty="0">
              <a:solidFill>
                <a:srgbClr val="666666"/>
              </a:solidFill>
            </a:endParaRPr>
          </a:p>
        </p:txBody>
      </p:sp>
      <p:sp>
        <p:nvSpPr>
          <p:cNvPr id="34" name="Shape 34"/>
          <p:cNvSpPr/>
          <p:nvPr/>
        </p:nvSpPr>
        <p:spPr>
          <a:xfrm>
            <a:off x="0" y="6096000"/>
            <a:ext cx="1270000" cy="1524000"/>
          </a:xfrm>
          <a:prstGeom prst="rect">
            <a:avLst/>
          </a:prstGeom>
          <a:blipFill>
            <a:blip r:embed="rId5"/>
            <a:stretch>
              <a:fillRect/>
            </a:stretch>
          </a:blipFill>
        </p:spPr>
        <p:txBody>
          <a:bodyPr/>
          <a:lstStyle/>
          <a:p>
            <a:endParaRPr lang="sk-SK"/>
          </a:p>
        </p:txBody>
      </p:sp>
    </p:spTree>
  </p:cSld>
  <p:clrMapOvr>
    <a:masterClrMapping/>
  </p:clrMapOvr>
  <p:transition spd="slow">
    <p:cut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/>
          <a:stretch>
            <a:fillRect/>
          </a:stretch>
        </a:blipFill>
        <a:effectLst/>
      </p:bgPr>
    </p:bg>
    <p:spTree>
      <p:nvGrpSpPr>
        <p:cNvPr id="1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Shape 39"/>
          <p:cNvSpPr txBox="1">
            <a:spLocks noGrp="1"/>
          </p:cNvSpPr>
          <p:nvPr>
            <p:ph type="title"/>
          </p:nvPr>
        </p:nvSpPr>
        <p:spPr>
          <a:xfrm>
            <a:off x="1705675" y="-17625"/>
            <a:ext cx="8121299" cy="1248000"/>
          </a:xfrm>
          <a:prstGeom prst="rect">
            <a:avLst/>
          </a:prstGeom>
        </p:spPr>
        <p:txBody>
          <a:bodyPr lIns="38100" tIns="38100" rIns="38100" bIns="38100" anchor="ctr" anchorCtr="0">
            <a:noAutofit/>
          </a:bodyPr>
          <a:lstStyle/>
          <a:p>
            <a:pPr marL="0" marR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00" b="1">
                <a:solidFill>
                  <a:srgbClr val="444444"/>
                </a:solidFill>
                <a:latin typeface="Arial"/>
                <a:ea typeface="Arial"/>
                <a:cs typeface="Arial"/>
                <a:sym typeface="Arial"/>
              </a:rPr>
              <a:t>The Basics</a:t>
            </a:r>
          </a:p>
        </p:txBody>
      </p:sp>
      <p:sp>
        <p:nvSpPr>
          <p:cNvPr id="40" name="Shape 40"/>
          <p:cNvSpPr txBox="1"/>
          <p:nvPr/>
        </p:nvSpPr>
        <p:spPr>
          <a:xfrm>
            <a:off x="1930400" y="1524000"/>
            <a:ext cx="7872575" cy="5632425"/>
          </a:xfrm>
          <a:prstGeom prst="rect">
            <a:avLst/>
          </a:prstGeom>
        </p:spPr>
        <p:txBody>
          <a:bodyPr lIns="38100" tIns="38100" rIns="38100" bIns="38100" anchor="t" anchorCtr="0">
            <a:noAutofit/>
          </a:bodyPr>
          <a:lstStyle/>
          <a:p>
            <a:pPr marL="381000" marR="0" lvl="0" indent="-26246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ct val="168350"/>
              <a:buFont typeface="Arial"/>
              <a:buChar char="•"/>
            </a:pPr>
            <a:r>
              <a:rPr lang="en-US" sz="3333" dirty="0" err="1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regexp</a:t>
            </a:r>
            <a:r>
              <a:rPr lang="en-US" sz="3333" dirty="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 are case sensitive</a:t>
            </a:r>
            <a:br>
              <a:rPr lang="en-US" sz="3333" dirty="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US" sz="3333" dirty="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source: </a:t>
            </a:r>
            <a:r>
              <a:rPr lang="en-US" sz="3333" dirty="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"Hello, world„</a:t>
            </a:r>
            <a:endParaRPr lang="sk-SK" sz="3333" dirty="0">
              <a:solidFill>
                <a:srgbClr val="666666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118534" marR="0"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ct val="168350"/>
            </a:pPr>
            <a:r>
              <a:rPr lang="en-US" sz="3333" dirty="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"Hello" -&gt; "</a:t>
            </a:r>
            <a:r>
              <a:rPr lang="en-US" sz="3333" dirty="0">
                <a:solidFill>
                  <a:srgbClr val="FF0000"/>
                </a:solidFill>
                <a:latin typeface="Courier New"/>
                <a:ea typeface="Courier New"/>
                <a:cs typeface="Courier New"/>
                <a:sym typeface="courier new"/>
              </a:rPr>
              <a:t>Hello</a:t>
            </a:r>
            <a:r>
              <a:rPr lang="en-US" sz="3333" dirty="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, world„</a:t>
            </a:r>
            <a:endParaRPr lang="sk-SK" sz="3333" dirty="0">
              <a:solidFill>
                <a:srgbClr val="666666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118534" marR="0"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ct val="168350"/>
            </a:pPr>
            <a:r>
              <a:rPr lang="en-US" sz="3333" dirty="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"HELLO" -&gt; "Hello, world"</a:t>
            </a:r>
          </a:p>
          <a:p>
            <a:pPr marL="381000" marR="0" lvl="0" indent="-26246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ct val="168350"/>
              <a:buFont typeface="Arial"/>
              <a:buChar char="•"/>
            </a:pPr>
            <a:r>
              <a:rPr lang="en-US" sz="3333" dirty="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to ignore case sensitive, use opt </a:t>
            </a:r>
            <a:r>
              <a:rPr lang="en-US" sz="3333" dirty="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–</a:t>
            </a:r>
            <a:r>
              <a:rPr lang="en-US" sz="3333" dirty="0" err="1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i</a:t>
            </a:r>
            <a:endParaRPr lang="sk-SK" sz="3333" dirty="0">
              <a:solidFill>
                <a:srgbClr val="666666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118534" marR="0"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ct val="168350"/>
            </a:pPr>
            <a:r>
              <a:rPr lang="en-US" sz="3333" dirty="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"HELLO" -&gt; "</a:t>
            </a:r>
            <a:r>
              <a:rPr lang="en-US" sz="3333" dirty="0">
                <a:solidFill>
                  <a:srgbClr val="FF0000"/>
                </a:solidFill>
                <a:latin typeface="Courier New"/>
                <a:ea typeface="Courier New"/>
                <a:cs typeface="Courier New"/>
                <a:sym typeface="courier new"/>
              </a:rPr>
              <a:t>Hello</a:t>
            </a:r>
            <a:r>
              <a:rPr lang="en-US" sz="3333" dirty="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, world"</a:t>
            </a:r>
          </a:p>
          <a:p>
            <a:pPr marL="381000" marR="0" lvl="0" indent="-26246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ct val="168350"/>
              <a:buFont typeface="Arial"/>
              <a:buChar char="•"/>
            </a:pPr>
            <a:r>
              <a:rPr lang="en-US" sz="3333" dirty="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every character counts</a:t>
            </a:r>
            <a:endParaRPr lang="sk-SK" sz="3333" dirty="0">
              <a:solidFill>
                <a:srgbClr val="666666"/>
              </a:solidFill>
              <a:latin typeface="Arial"/>
              <a:ea typeface="Arial"/>
              <a:cs typeface="Arial"/>
              <a:sym typeface="Arial"/>
            </a:endParaRPr>
          </a:p>
          <a:p>
            <a:pPr marL="118534" marR="0"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ct val="168350"/>
            </a:pPr>
            <a:r>
              <a:rPr lang="en-US" sz="3333" dirty="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3333" dirty="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"Hello, " -&gt; "</a:t>
            </a:r>
            <a:r>
              <a:rPr lang="en-US" sz="3333" dirty="0">
                <a:solidFill>
                  <a:srgbClr val="FF0000"/>
                </a:solidFill>
                <a:latin typeface="Courier New"/>
                <a:ea typeface="Courier New"/>
                <a:cs typeface="Courier New"/>
                <a:sym typeface="courier new"/>
              </a:rPr>
              <a:t>Hello, </a:t>
            </a:r>
            <a:r>
              <a:rPr lang="en-US" sz="3333" dirty="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world„</a:t>
            </a:r>
            <a:endParaRPr lang="sk-SK" sz="3333" dirty="0">
              <a:solidFill>
                <a:srgbClr val="666666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118534" marR="0"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ct val="168350"/>
            </a:pPr>
            <a:r>
              <a:rPr lang="en-US" sz="3333" dirty="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"Hello,  " -&gt; "Hello, world"</a:t>
            </a:r>
          </a:p>
        </p:txBody>
      </p:sp>
      <p:sp>
        <p:nvSpPr>
          <p:cNvPr id="41" name="Shape 41"/>
          <p:cNvSpPr/>
          <p:nvPr/>
        </p:nvSpPr>
        <p:spPr>
          <a:xfrm>
            <a:off x="0" y="6096000"/>
            <a:ext cx="1270000" cy="1524000"/>
          </a:xfrm>
          <a:prstGeom prst="rect">
            <a:avLst/>
          </a:pr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 lang="sk-SK"/>
          </a:p>
        </p:txBody>
      </p:sp>
      <p:sp>
        <p:nvSpPr>
          <p:cNvPr id="3" name="BlokTextu 2">
            <a:extLst>
              <a:ext uri="{FF2B5EF4-FFF2-40B4-BE49-F238E27FC236}">
                <a16:creationId xmlns:a16="http://schemas.microsoft.com/office/drawing/2014/main" id="{3E33032F-D0D5-D4AF-2A09-0AE0797E1740}"/>
              </a:ext>
            </a:extLst>
          </p:cNvPr>
          <p:cNvSpPr txBox="1"/>
          <p:nvPr/>
        </p:nvSpPr>
        <p:spPr>
          <a:xfrm>
            <a:off x="2218038" y="6550223"/>
            <a:ext cx="507862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sk-SK" dirty="0" err="1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egrep</a:t>
            </a:r>
            <a:r>
              <a:rPr lang="sk-SK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--</a:t>
            </a:r>
            <a:r>
              <a:rPr lang="sk-SK" dirty="0" err="1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colour</a:t>
            </a:r>
            <a:r>
              <a:rPr lang="sk-SK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=</a:t>
            </a:r>
            <a:r>
              <a:rPr lang="sk-SK" dirty="0" err="1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always</a:t>
            </a:r>
            <a:r>
              <a:rPr lang="sk-SK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"</a:t>
            </a:r>
            <a:r>
              <a:rPr lang="sk-SK" dirty="0" err="1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Hello</a:t>
            </a:r>
            <a:r>
              <a:rPr lang="sk-SK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" </a:t>
            </a:r>
            <a:r>
              <a:rPr lang="sk-SK" dirty="0" err="1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x.txt</a:t>
            </a:r>
            <a:endParaRPr lang="sk-SK" dirty="0">
              <a:solidFill>
                <a:srgbClr val="000000"/>
              </a:solidFill>
              <a:effectLst/>
              <a:latin typeface="Menlo" panose="020B0609030804020204" pitchFamily="49" charset="0"/>
            </a:endParaRPr>
          </a:p>
        </p:txBody>
      </p:sp>
    </p:spTree>
  </p:cSld>
  <p:clrMapOvr>
    <a:masterClrMapping/>
  </p:clrMapOvr>
  <p:transition spd="slow">
    <p:cut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/>
          <a:stretch>
            <a:fillRect/>
          </a:stretch>
        </a:blipFill>
        <a:effectLst/>
      </p:bgPr>
    </p:bg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Shape 46"/>
          <p:cNvSpPr txBox="1">
            <a:spLocks noGrp="1"/>
          </p:cNvSpPr>
          <p:nvPr>
            <p:ph type="title"/>
          </p:nvPr>
        </p:nvSpPr>
        <p:spPr>
          <a:xfrm>
            <a:off x="1705675" y="0"/>
            <a:ext cx="8121299" cy="1275599"/>
          </a:xfrm>
          <a:prstGeom prst="rect">
            <a:avLst/>
          </a:prstGeom>
        </p:spPr>
        <p:txBody>
          <a:bodyPr lIns="38100" tIns="38100" rIns="38100" bIns="38100" anchor="ctr" anchorCtr="0">
            <a:noAutofit/>
          </a:bodyPr>
          <a:lstStyle/>
          <a:p>
            <a:pPr marL="0" marR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00" b="1">
                <a:solidFill>
                  <a:srgbClr val="444444"/>
                </a:solidFill>
                <a:latin typeface="Arial"/>
                <a:ea typeface="Arial"/>
                <a:cs typeface="Arial"/>
                <a:sym typeface="Arial"/>
              </a:rPr>
              <a:t>Main Metacharacters</a:t>
            </a:r>
          </a:p>
        </p:txBody>
      </p:sp>
      <p:sp>
        <p:nvSpPr>
          <p:cNvPr id="47" name="Shape 47"/>
          <p:cNvSpPr txBox="1"/>
          <p:nvPr/>
        </p:nvSpPr>
        <p:spPr>
          <a:xfrm>
            <a:off x="1930400" y="1524000"/>
            <a:ext cx="7872575" cy="5632425"/>
          </a:xfrm>
          <a:prstGeom prst="rect">
            <a:avLst/>
          </a:prstGeom>
        </p:spPr>
        <p:txBody>
          <a:bodyPr lIns="38100" tIns="38100" rIns="38100" bIns="38100" anchor="t" anchorCtr="0">
            <a:noAutofit/>
          </a:bodyPr>
          <a:lstStyle/>
          <a:p>
            <a:pPr marL="381000" marR="0" lvl="0" indent="-26246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ct val="168350"/>
              <a:buFont typeface="Arial"/>
              <a:buChar char="•"/>
            </a:pPr>
            <a:r>
              <a:rPr lang="en-US" sz="3333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\&lt;KEY</a:t>
            </a:r>
            <a:r>
              <a:rPr lang="en-US" sz="3333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 - words beginning with </a:t>
            </a:r>
            <a:r>
              <a:rPr lang="en-US" sz="3333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KEY</a:t>
            </a:r>
          </a:p>
          <a:p>
            <a:pPr marL="381000" marR="0" lvl="0" indent="-26246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ct val="168350"/>
              <a:buFont typeface="Arial"/>
              <a:buChar char="•"/>
            </a:pPr>
            <a:r>
              <a:rPr lang="en-US" sz="3333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KEY\&gt;</a:t>
            </a:r>
            <a:r>
              <a:rPr lang="en-US" sz="3333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 - words ending with </a:t>
            </a:r>
            <a:r>
              <a:rPr lang="en-US" sz="3333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KEY</a:t>
            </a:r>
          </a:p>
          <a:p>
            <a:pPr marL="381000" marR="0" lvl="0" indent="-26246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ct val="168350"/>
              <a:buFont typeface="Arial"/>
              <a:buChar char="•"/>
            </a:pPr>
            <a:r>
              <a:rPr lang="en-US" sz="3333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^</a:t>
            </a:r>
            <a:r>
              <a:rPr lang="en-US" sz="3333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 - beginning of line</a:t>
            </a:r>
          </a:p>
          <a:p>
            <a:pPr marL="381000" marR="0" lvl="0" indent="-26246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ct val="168350"/>
              <a:buFont typeface="Arial"/>
              <a:buChar char="•"/>
            </a:pPr>
            <a:r>
              <a:rPr lang="en-US" sz="3333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$</a:t>
            </a:r>
            <a:r>
              <a:rPr lang="en-US" sz="3333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 - end of a line</a:t>
            </a:r>
          </a:p>
          <a:p>
            <a:pPr marL="381000" marR="0" lvl="0" indent="-26246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ct val="168350"/>
              <a:buFont typeface="Arial"/>
              <a:buChar char="•"/>
            </a:pPr>
            <a:r>
              <a:rPr lang="en-US" sz="3333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\X</a:t>
            </a:r>
            <a:r>
              <a:rPr lang="en-US" sz="3333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 - match special character </a:t>
            </a:r>
            <a:r>
              <a:rPr lang="en-US" sz="3333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X</a:t>
            </a:r>
          </a:p>
          <a:p>
            <a:pPr marL="762000" marR="0" lvl="1" indent="-26246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ct val="101010"/>
              <a:buFont typeface="Courier New"/>
              <a:buChar char="o"/>
            </a:pPr>
            <a:r>
              <a:rPr lang="en-US" sz="3333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escaping</a:t>
            </a:r>
            <a:r>
              <a:rPr lang="en-US" sz="3333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 </a:t>
            </a:r>
          </a:p>
          <a:p>
            <a:pPr marL="381000" marR="0" lvl="0" indent="-26246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ct val="168350"/>
              <a:buFont typeface="Arial"/>
              <a:buChar char="•"/>
            </a:pPr>
            <a:r>
              <a:rPr lang="en-US" sz="3333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.</a:t>
            </a:r>
            <a:r>
              <a:rPr lang="en-US" sz="3333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 - match any single character </a:t>
            </a:r>
          </a:p>
        </p:txBody>
      </p:sp>
      <p:sp>
        <p:nvSpPr>
          <p:cNvPr id="48" name="Shape 48"/>
          <p:cNvSpPr/>
          <p:nvPr/>
        </p:nvSpPr>
        <p:spPr>
          <a:xfrm>
            <a:off x="0" y="6096000"/>
            <a:ext cx="1270000" cy="1524000"/>
          </a:xfrm>
          <a:prstGeom prst="rect">
            <a:avLst/>
          </a:pr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 lang="sk-SK"/>
          </a:p>
        </p:txBody>
      </p:sp>
      <p:sp>
        <p:nvSpPr>
          <p:cNvPr id="2" name="BlokTextu 1">
            <a:extLst>
              <a:ext uri="{FF2B5EF4-FFF2-40B4-BE49-F238E27FC236}">
                <a16:creationId xmlns:a16="http://schemas.microsoft.com/office/drawing/2014/main" id="{29EDA87E-A9F2-089F-8092-74CF08084319}"/>
              </a:ext>
            </a:extLst>
          </p:cNvPr>
          <p:cNvSpPr txBox="1"/>
          <p:nvPr/>
        </p:nvSpPr>
        <p:spPr>
          <a:xfrm>
            <a:off x="1954399" y="5726668"/>
            <a:ext cx="7872575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sk-SK" sz="200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echo "ako Ako </a:t>
            </a:r>
            <a:r>
              <a:rPr lang="sk-SK" sz="2000" dirty="0" err="1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dko</a:t>
            </a:r>
            <a:r>
              <a:rPr lang="sk-SK" sz="200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" | </a:t>
            </a:r>
            <a:r>
              <a:rPr lang="sk-SK" sz="2000" dirty="0" err="1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egrep</a:t>
            </a:r>
            <a:r>
              <a:rPr lang="sk-SK" sz="200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--</a:t>
            </a:r>
            <a:r>
              <a:rPr lang="sk-SK" sz="2000" dirty="0" err="1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colour</a:t>
            </a:r>
            <a:r>
              <a:rPr lang="sk-SK" sz="200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=</a:t>
            </a:r>
            <a:r>
              <a:rPr lang="sk-SK" sz="2000" dirty="0" err="1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always</a:t>
            </a:r>
            <a:r>
              <a:rPr lang="sk-SK" sz="200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"\&lt;A"</a:t>
            </a:r>
          </a:p>
          <a:p>
            <a:r>
              <a:rPr lang="sk-SK" sz="200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echo "ako Ako </a:t>
            </a:r>
            <a:r>
              <a:rPr lang="sk-SK" sz="2000" dirty="0" err="1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dko</a:t>
            </a:r>
            <a:r>
              <a:rPr lang="sk-SK" sz="200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" | </a:t>
            </a:r>
            <a:r>
              <a:rPr lang="sk-SK" sz="2000" dirty="0" err="1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egrep</a:t>
            </a:r>
            <a:r>
              <a:rPr lang="sk-SK" sz="200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--</a:t>
            </a:r>
            <a:r>
              <a:rPr lang="sk-SK" sz="2000" dirty="0" err="1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colour</a:t>
            </a:r>
            <a:r>
              <a:rPr lang="sk-SK" sz="200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=</a:t>
            </a:r>
            <a:r>
              <a:rPr lang="sk-SK" sz="2000" dirty="0" err="1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always</a:t>
            </a:r>
            <a:r>
              <a:rPr lang="sk-SK" sz="200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"</a:t>
            </a:r>
            <a:r>
              <a:rPr lang="sk-SK" sz="2000" dirty="0" err="1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ko</a:t>
            </a:r>
            <a:r>
              <a:rPr lang="sk-SK" sz="200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\&gt;“</a:t>
            </a:r>
          </a:p>
          <a:p>
            <a:r>
              <a:rPr lang="sk-SK" sz="2000" dirty="0">
                <a:latin typeface="Menlo" panose="020B0609030804020204" pitchFamily="49" charset="0"/>
              </a:rPr>
              <a:t>echo "ako Ako </a:t>
            </a:r>
            <a:r>
              <a:rPr lang="sk-SK" sz="2000" dirty="0" err="1">
                <a:latin typeface="Menlo" panose="020B0609030804020204" pitchFamily="49" charset="0"/>
              </a:rPr>
              <a:t>dko</a:t>
            </a:r>
            <a:r>
              <a:rPr lang="sk-SK" sz="2000" dirty="0">
                <a:latin typeface="Menlo" panose="020B0609030804020204" pitchFamily="49" charset="0"/>
              </a:rPr>
              <a:t>" | </a:t>
            </a:r>
            <a:r>
              <a:rPr lang="sk-SK" sz="2000" dirty="0" err="1">
                <a:latin typeface="Menlo" panose="020B0609030804020204" pitchFamily="49" charset="0"/>
              </a:rPr>
              <a:t>egrep</a:t>
            </a:r>
            <a:r>
              <a:rPr lang="sk-SK" sz="2000" dirty="0">
                <a:latin typeface="Menlo" panose="020B0609030804020204" pitchFamily="49" charset="0"/>
              </a:rPr>
              <a:t> --</a:t>
            </a:r>
            <a:r>
              <a:rPr lang="sk-SK" sz="2000" dirty="0" err="1">
                <a:latin typeface="Menlo" panose="020B0609030804020204" pitchFamily="49" charset="0"/>
              </a:rPr>
              <a:t>colour</a:t>
            </a:r>
            <a:r>
              <a:rPr lang="sk-SK" sz="2000" dirty="0">
                <a:latin typeface="Menlo" panose="020B0609030804020204" pitchFamily="49" charset="0"/>
              </a:rPr>
              <a:t>=</a:t>
            </a:r>
            <a:r>
              <a:rPr lang="sk-SK" sz="2000" dirty="0" err="1">
                <a:latin typeface="Menlo" panose="020B0609030804020204" pitchFamily="49" charset="0"/>
              </a:rPr>
              <a:t>always</a:t>
            </a:r>
            <a:r>
              <a:rPr lang="sk-SK" sz="2000" dirty="0">
                <a:latin typeface="Menlo" panose="020B0609030804020204" pitchFamily="49" charset="0"/>
              </a:rPr>
              <a:t> ".k"</a:t>
            </a:r>
          </a:p>
        </p:txBody>
      </p:sp>
    </p:spTree>
  </p:cSld>
  <p:clrMapOvr>
    <a:masterClrMapping/>
  </p:clrMapOvr>
  <p:transition spd="slow">
    <p:cut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/>
          <a:stretch>
            <a:fillRect/>
          </a:stretch>
        </a:blipFill>
        <a:effectLst/>
      </p:bgPr>
    </p:bg>
    <p:spTree>
      <p:nvGrpSpPr>
        <p:cNvPr id="1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Shape 53"/>
          <p:cNvSpPr txBox="1">
            <a:spLocks noGrp="1"/>
          </p:cNvSpPr>
          <p:nvPr>
            <p:ph type="title"/>
          </p:nvPr>
        </p:nvSpPr>
        <p:spPr>
          <a:xfrm>
            <a:off x="1705675" y="0"/>
            <a:ext cx="8121299" cy="1275599"/>
          </a:xfrm>
          <a:prstGeom prst="rect">
            <a:avLst/>
          </a:prstGeom>
        </p:spPr>
        <p:txBody>
          <a:bodyPr lIns="38100" tIns="38100" rIns="38100" bIns="38100" anchor="ctr" anchorCtr="0">
            <a:noAutofit/>
          </a:bodyPr>
          <a:lstStyle/>
          <a:p>
            <a:pPr marL="0" marR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00" b="1">
                <a:solidFill>
                  <a:srgbClr val="444444"/>
                </a:solidFill>
                <a:latin typeface="Arial"/>
                <a:ea typeface="Arial"/>
                <a:cs typeface="Arial"/>
                <a:sym typeface="Arial"/>
              </a:rPr>
              <a:t>RE Character Classes I.</a:t>
            </a:r>
          </a:p>
        </p:txBody>
      </p:sp>
      <p:sp>
        <p:nvSpPr>
          <p:cNvPr id="54" name="Shape 54"/>
          <p:cNvSpPr txBox="1"/>
          <p:nvPr/>
        </p:nvSpPr>
        <p:spPr>
          <a:xfrm>
            <a:off x="1930400" y="1524000"/>
            <a:ext cx="7872575" cy="5632425"/>
          </a:xfrm>
          <a:prstGeom prst="rect">
            <a:avLst/>
          </a:prstGeom>
        </p:spPr>
        <p:txBody>
          <a:bodyPr lIns="38100" tIns="38100" rIns="38100" bIns="38100" anchor="t" anchorCtr="0">
            <a:noAutofit/>
          </a:bodyPr>
          <a:lstStyle/>
          <a:p>
            <a:pPr marL="381000" marR="0" lvl="0" indent="-26225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ct val="168350"/>
              <a:buFont typeface="Arial"/>
              <a:buChar char="•"/>
            </a:pPr>
            <a:r>
              <a:rPr lang="en-US" sz="3333" b="1" dirty="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character class</a:t>
            </a:r>
            <a:r>
              <a:rPr lang="en-US" sz="3333" b="0" dirty="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 or </a:t>
            </a:r>
            <a:r>
              <a:rPr lang="en-US" sz="3333" b="1" dirty="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character set</a:t>
            </a:r>
            <a:r>
              <a:rPr lang="en-US" sz="3333" b="0" dirty="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 is enclosed inside of </a:t>
            </a:r>
            <a:r>
              <a:rPr lang="en-US" sz="3333" b="0" dirty="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[</a:t>
            </a:r>
            <a:r>
              <a:rPr lang="en-US" sz="3333" b="0" dirty="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 and </a:t>
            </a:r>
            <a:r>
              <a:rPr lang="en-US" sz="3333" b="0" dirty="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]</a:t>
            </a:r>
            <a:endParaRPr lang="en-US" dirty="0"/>
          </a:p>
          <a:p>
            <a:pPr marL="381000" marR="0" lvl="0" indent="-26225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ct val="168350"/>
              <a:buFont typeface="Arial"/>
              <a:buChar char="•"/>
            </a:pPr>
            <a:r>
              <a:rPr lang="en-US" sz="3333" b="0" dirty="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match, if any character from character class was found</a:t>
            </a:r>
            <a:endParaRPr lang="en-US" sz="3333" b="0" dirty="0">
              <a:solidFill>
                <a:srgbClr val="666666"/>
              </a:solidFill>
              <a:latin typeface="Arial"/>
              <a:ea typeface="Arial"/>
              <a:cs typeface="Arial"/>
            </a:endParaRPr>
          </a:p>
          <a:p>
            <a:pPr marL="381000" marR="0" lvl="0" indent="-26225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ct val="168350"/>
              <a:buFont typeface="Arial"/>
              <a:buChar char="•"/>
            </a:pPr>
            <a:r>
              <a:rPr lang="en-US" sz="3333" b="0" dirty="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order is insignificant </a:t>
            </a:r>
            <a:endParaRPr lang="en-US" sz="3333" b="0" dirty="0">
              <a:solidFill>
                <a:srgbClr val="666666"/>
              </a:solidFill>
              <a:latin typeface="Arial"/>
              <a:ea typeface="Arial"/>
              <a:cs typeface="Arial"/>
            </a:endParaRPr>
          </a:p>
          <a:p>
            <a:pPr marL="381000" marR="0" lvl="0" indent="-26225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ct val="168350"/>
              <a:buFont typeface="Arial"/>
              <a:buChar char="•"/>
            </a:pPr>
            <a:r>
              <a:rPr lang="en-US" sz="3333" b="0" dirty="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source: </a:t>
            </a:r>
            <a:r>
              <a:rPr lang="en-US" sz="3333" b="0" dirty="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"</a:t>
            </a:r>
            <a:r>
              <a:rPr lang="en-US" sz="3333" b="0" dirty="0">
                <a:solidFill>
                  <a:schemeClr val="tx1"/>
                </a:solidFill>
                <a:latin typeface="Courier New"/>
                <a:ea typeface="Courier New"/>
                <a:cs typeface="Courier New"/>
                <a:sym typeface="courier new"/>
              </a:rPr>
              <a:t>How are you?„</a:t>
            </a:r>
            <a:endParaRPr lang="sk-SK" sz="3333" b="0" dirty="0">
              <a:solidFill>
                <a:schemeClr val="tx1"/>
              </a:solidFill>
              <a:latin typeface="Courier New"/>
              <a:ea typeface="Courier New"/>
              <a:cs typeface="Courier New"/>
            </a:endParaRPr>
          </a:p>
          <a:p>
            <a:pPr marL="118110">
              <a:buClr>
                <a:srgbClr val="666666"/>
              </a:buClr>
              <a:buSzPct val="168350"/>
            </a:pPr>
            <a:r>
              <a:rPr lang="en-US" sz="3300" b="0" dirty="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"[</a:t>
            </a:r>
            <a:r>
              <a:rPr lang="en-US" sz="3300" b="0" dirty="0" err="1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oyu</a:t>
            </a:r>
            <a:r>
              <a:rPr lang="en-US" sz="3300" b="0" dirty="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]" -&gt; "H</a:t>
            </a:r>
            <a:r>
              <a:rPr lang="en-US" sz="3300" b="0" dirty="0">
                <a:solidFill>
                  <a:srgbClr val="FF0000"/>
                </a:solidFill>
                <a:latin typeface="Courier New"/>
                <a:ea typeface="Courier New"/>
                <a:cs typeface="Courier New"/>
                <a:sym typeface="courier new"/>
              </a:rPr>
              <a:t>o</a:t>
            </a:r>
            <a:r>
              <a:rPr lang="en-US" sz="3300" b="0" dirty="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w are </a:t>
            </a:r>
            <a:r>
              <a:rPr lang="en-US" sz="3300" b="0" dirty="0">
                <a:solidFill>
                  <a:srgbClr val="FF0000"/>
                </a:solidFill>
                <a:latin typeface="Courier New"/>
                <a:ea typeface="Courier New"/>
                <a:cs typeface="Courier New"/>
                <a:sym typeface="courier new"/>
              </a:rPr>
              <a:t>you</a:t>
            </a:r>
            <a:r>
              <a:rPr lang="en-US" sz="3300" b="0" dirty="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?"</a:t>
            </a:r>
            <a:r>
              <a:rPr lang="en-US" sz="3300" b="0" dirty="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3300" b="0" dirty="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"[</a:t>
            </a:r>
            <a:r>
              <a:rPr lang="en-US" sz="3300" b="0" dirty="0" err="1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aH</a:t>
            </a:r>
            <a:r>
              <a:rPr lang="en-US" sz="3300" b="0" dirty="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]." -&gt; "</a:t>
            </a:r>
            <a:r>
              <a:rPr lang="en-US" sz="3300" b="0" dirty="0">
                <a:solidFill>
                  <a:srgbClr val="FF0000"/>
                </a:solidFill>
                <a:latin typeface="Courier New"/>
                <a:ea typeface="Courier New"/>
                <a:cs typeface="Courier New"/>
                <a:sym typeface="courier new"/>
              </a:rPr>
              <a:t>Ho</a:t>
            </a:r>
            <a:r>
              <a:rPr lang="en-US" sz="3300" b="0" dirty="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w </a:t>
            </a:r>
            <a:r>
              <a:rPr lang="en-US" sz="3300" b="0" dirty="0">
                <a:solidFill>
                  <a:srgbClr val="FF0000"/>
                </a:solidFill>
                <a:latin typeface="Courier New"/>
                <a:ea typeface="Courier New"/>
                <a:cs typeface="Courier New"/>
                <a:sym typeface="courier new"/>
              </a:rPr>
              <a:t>ar</a:t>
            </a:r>
            <a:r>
              <a:rPr lang="en-US" sz="3300" b="0" dirty="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e you?"</a:t>
            </a:r>
            <a:r>
              <a:rPr lang="en-US" sz="3300" dirty="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-US" sz="2000" dirty="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- </a:t>
            </a:r>
            <a:r>
              <a:rPr lang="en-US" sz="2000" b="1" dirty="0" err="1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aH</a:t>
            </a:r>
            <a:r>
              <a:rPr lang="en-US" sz="2000" b="1" dirty="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 a </a:t>
            </a:r>
            <a:r>
              <a:rPr lang="en-US" sz="2000" b="1" dirty="0" err="1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jeden</a:t>
            </a:r>
            <a:r>
              <a:rPr lang="en-US" sz="2000" b="1" dirty="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-US" sz="2000" b="1" dirty="0" err="1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znak</a:t>
            </a:r>
            <a:r>
              <a:rPr lang="en-US" sz="2000" b="1" dirty="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 za </a:t>
            </a:r>
            <a:r>
              <a:rPr lang="en-US" sz="2000" b="1" dirty="0" err="1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ním</a:t>
            </a:r>
            <a:br>
              <a:rPr lang="en-US" sz="2000" b="1" dirty="0">
                <a:latin typeface="Courier New"/>
                <a:ea typeface="Courier New"/>
                <a:cs typeface="Courier New"/>
              </a:rPr>
            </a:br>
            <a:r>
              <a:rPr lang="en-US" sz="3300" b="0" dirty="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"[or][wu]" -&gt; "H</a:t>
            </a:r>
            <a:r>
              <a:rPr lang="en-US" sz="3300" b="0" dirty="0">
                <a:solidFill>
                  <a:srgbClr val="FF0000"/>
                </a:solidFill>
                <a:latin typeface="Courier New"/>
                <a:ea typeface="Courier New"/>
                <a:cs typeface="Courier New"/>
                <a:sym typeface="courier new"/>
              </a:rPr>
              <a:t>ow</a:t>
            </a:r>
            <a:r>
              <a:rPr lang="en-US" sz="3300" b="0" dirty="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 are y</a:t>
            </a:r>
            <a:r>
              <a:rPr lang="en-US" sz="3300" b="0" dirty="0">
                <a:solidFill>
                  <a:srgbClr val="FF0000"/>
                </a:solidFill>
                <a:latin typeface="Courier New"/>
                <a:ea typeface="Courier New"/>
                <a:cs typeface="Courier New"/>
                <a:sym typeface="courier new"/>
              </a:rPr>
              <a:t>ou</a:t>
            </a:r>
            <a:r>
              <a:rPr lang="en-US" sz="3300" b="0" dirty="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?"</a:t>
            </a:r>
            <a:r>
              <a:rPr lang="en-US" sz="3300" dirty="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-US" sz="2000" b="1" dirty="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- </a:t>
            </a:r>
            <a:r>
              <a:rPr lang="en-US" sz="2000" b="1" dirty="0" err="1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jeden</a:t>
            </a:r>
            <a:r>
              <a:rPr lang="en-US" sz="2000" b="1" dirty="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-US" sz="2000" b="1" dirty="0" err="1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znak</a:t>
            </a:r>
            <a:r>
              <a:rPr lang="en-US" sz="2000" b="1" dirty="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 z </a:t>
            </a:r>
            <a:r>
              <a:rPr lang="en-US" sz="2000" b="1" dirty="0" err="1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prvej</a:t>
            </a:r>
            <a:r>
              <a:rPr lang="en-US" sz="2000" b="1" dirty="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-US" sz="2000" b="1" dirty="0" err="1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nasledovany</a:t>
            </a:r>
            <a:r>
              <a:rPr lang="en-US" sz="2000" b="1" dirty="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-US" sz="2000" b="1" dirty="0" err="1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jedným</a:t>
            </a:r>
            <a:r>
              <a:rPr lang="en-US" sz="2000" b="1" dirty="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-US" sz="2000" b="1" dirty="0" err="1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znakom</a:t>
            </a:r>
            <a:r>
              <a:rPr lang="en-US" sz="2000" b="1" dirty="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 z </a:t>
            </a:r>
            <a:r>
              <a:rPr lang="en-US" sz="2000" b="1" dirty="0" err="1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druhej</a:t>
            </a:r>
            <a:r>
              <a:rPr lang="en-US" sz="2000" b="1" dirty="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-US" sz="2000" b="1" dirty="0" err="1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skupiny</a:t>
            </a:r>
            <a:endParaRPr lang="en-US" sz="2800" b="1" dirty="0">
              <a:solidFill>
                <a:srgbClr val="666666"/>
              </a:solidFill>
              <a:latin typeface="Courier New"/>
              <a:ea typeface="Courier New"/>
              <a:cs typeface="Courier New"/>
            </a:endParaRPr>
          </a:p>
        </p:txBody>
      </p:sp>
      <p:sp>
        <p:nvSpPr>
          <p:cNvPr id="55" name="Shape 55"/>
          <p:cNvSpPr/>
          <p:nvPr/>
        </p:nvSpPr>
        <p:spPr>
          <a:xfrm>
            <a:off x="0" y="6096000"/>
            <a:ext cx="1270000" cy="1524000"/>
          </a:xfrm>
          <a:prstGeom prst="rect">
            <a:avLst/>
          </a:pr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 lang="sk-SK"/>
          </a:p>
        </p:txBody>
      </p:sp>
    </p:spTree>
  </p:cSld>
  <p:clrMapOvr>
    <a:masterClrMapping/>
  </p:clrMapOvr>
  <p:transition spd="slow">
    <p:cut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/>
          <a:stretch>
            <a:fillRect/>
          </a:stretch>
        </a:blipFill>
        <a:effectLst/>
      </p:bgPr>
    </p:bg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Shape 60"/>
          <p:cNvSpPr txBox="1">
            <a:spLocks noGrp="1"/>
          </p:cNvSpPr>
          <p:nvPr>
            <p:ph type="title"/>
          </p:nvPr>
        </p:nvSpPr>
        <p:spPr>
          <a:xfrm>
            <a:off x="1705675" y="0"/>
            <a:ext cx="8121299" cy="1275599"/>
          </a:xfrm>
          <a:prstGeom prst="rect">
            <a:avLst/>
          </a:prstGeom>
        </p:spPr>
        <p:txBody>
          <a:bodyPr lIns="38100" tIns="38100" rIns="38100" bIns="38100" anchor="ctr" anchorCtr="0">
            <a:noAutofit/>
          </a:bodyPr>
          <a:lstStyle/>
          <a:p>
            <a:pPr marL="0" marR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00" b="1">
                <a:solidFill>
                  <a:srgbClr val="444444"/>
                </a:solidFill>
                <a:latin typeface="Arial"/>
                <a:ea typeface="Arial"/>
                <a:cs typeface="Arial"/>
                <a:sym typeface="Arial"/>
              </a:rPr>
              <a:t>RE Character Classes II.</a:t>
            </a:r>
          </a:p>
        </p:txBody>
      </p:sp>
      <p:sp>
        <p:nvSpPr>
          <p:cNvPr id="61" name="Shape 61"/>
          <p:cNvSpPr txBox="1"/>
          <p:nvPr/>
        </p:nvSpPr>
        <p:spPr>
          <a:xfrm>
            <a:off x="1930400" y="1524000"/>
            <a:ext cx="7872575" cy="5632425"/>
          </a:xfrm>
          <a:prstGeom prst="rect">
            <a:avLst/>
          </a:prstGeom>
        </p:spPr>
        <p:txBody>
          <a:bodyPr lIns="38100" tIns="38100" rIns="38100" bIns="38100" anchor="t" anchorCtr="0">
            <a:noAutofit/>
          </a:bodyPr>
          <a:lstStyle/>
          <a:p>
            <a:pPr marL="381000" marR="0" lvl="0" indent="-26246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ct val="168350"/>
              <a:buFont typeface="Arial"/>
              <a:buChar char="•"/>
            </a:pPr>
            <a:r>
              <a:rPr lang="en-US" sz="3333" dirty="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range of characters can be specified with </a:t>
            </a:r>
            <a:r>
              <a:rPr lang="en-US" sz="3333" dirty="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[ - ]</a:t>
            </a:r>
          </a:p>
          <a:p>
            <a:pPr marL="381000" marR="0" lvl="0" indent="-26246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ct val="168350"/>
              <a:buFont typeface="Arial"/>
              <a:buChar char="•"/>
            </a:pPr>
            <a:r>
              <a:rPr lang="en-US" sz="3333" dirty="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several ranges can be specified in one expression</a:t>
            </a:r>
          </a:p>
          <a:p>
            <a:pPr marL="381000" marR="0" lvl="0" indent="-26246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ct val="168350"/>
              <a:buFont typeface="Arial"/>
              <a:buChar char="•"/>
            </a:pPr>
            <a:r>
              <a:rPr lang="en-US" sz="3333" dirty="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examples: </a:t>
            </a:r>
            <a:r>
              <a:rPr lang="en-US" sz="3333" dirty="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a-z</a:t>
            </a:r>
            <a:r>
              <a:rPr lang="en-US" sz="3333" dirty="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, </a:t>
            </a:r>
            <a:r>
              <a:rPr lang="en-US" sz="3333" dirty="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A-Z</a:t>
            </a:r>
            <a:r>
              <a:rPr lang="en-US" sz="3333" dirty="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, </a:t>
            </a:r>
            <a:r>
              <a:rPr lang="en-US" sz="3333" dirty="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A-z</a:t>
            </a:r>
            <a:r>
              <a:rPr lang="en-US" sz="3333" dirty="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, </a:t>
            </a:r>
            <a:r>
              <a:rPr lang="en-US" sz="3333" dirty="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0-9</a:t>
            </a:r>
          </a:p>
          <a:p>
            <a:pPr marL="381000" marR="0" lvl="0" indent="-26246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ct val="168350"/>
              <a:buFont typeface="Arial"/>
              <a:buChar char="•"/>
            </a:pPr>
            <a:r>
              <a:rPr lang="en-US" sz="3333" dirty="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notice: </a:t>
            </a:r>
            <a:r>
              <a:rPr lang="en-US" sz="3333" dirty="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[a-d]</a:t>
            </a:r>
            <a:r>
              <a:rPr lang="en-US" sz="3333" dirty="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 is not always </a:t>
            </a:r>
            <a:r>
              <a:rPr lang="en-US" sz="3333" dirty="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[</a:t>
            </a:r>
            <a:r>
              <a:rPr lang="en-US" sz="3333" dirty="0" err="1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abcd</a:t>
            </a:r>
            <a:r>
              <a:rPr lang="en-US" sz="3333" dirty="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]</a:t>
            </a:r>
          </a:p>
          <a:p>
            <a:pPr marL="762000" marR="0" lvl="1" indent="-26246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ct val="101010"/>
              <a:buFont typeface="Courier New"/>
              <a:buChar char="o"/>
            </a:pPr>
            <a:r>
              <a:rPr lang="en-US" sz="3333" dirty="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depends on locale</a:t>
            </a:r>
          </a:p>
          <a:p>
            <a:pPr marL="762000" marR="0" lvl="1" indent="-26246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ct val="101010"/>
              <a:buFont typeface="Courier New"/>
              <a:buChar char="o"/>
            </a:pPr>
            <a:r>
              <a:rPr lang="en-US" sz="3333" dirty="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[a-d]</a:t>
            </a:r>
            <a:r>
              <a:rPr lang="en-US" sz="3333" dirty="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 can be </a:t>
            </a:r>
            <a:r>
              <a:rPr lang="en-US" sz="3333" dirty="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[</a:t>
            </a:r>
            <a:r>
              <a:rPr lang="en-US" sz="3333" dirty="0" err="1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aBbCcDd</a:t>
            </a:r>
            <a:r>
              <a:rPr lang="en-US" sz="3333" dirty="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]</a:t>
            </a:r>
          </a:p>
          <a:p>
            <a:pPr marL="762000" marR="0" lvl="1" indent="-26246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ct val="101010"/>
              <a:buFont typeface="Courier New"/>
              <a:buChar char="o"/>
            </a:pPr>
            <a:r>
              <a:rPr lang="en-US" sz="3333" dirty="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[A-z]</a:t>
            </a:r>
            <a:r>
              <a:rPr lang="en-US" sz="3333" dirty="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 is then different to </a:t>
            </a:r>
            <a:r>
              <a:rPr lang="en-US" sz="3333" dirty="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[a-Z]</a:t>
            </a:r>
          </a:p>
          <a:p>
            <a:pPr marL="381000" marR="0" lvl="0" indent="-26246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ct val="168350"/>
              <a:buFont typeface="Arial"/>
              <a:buChar char="•"/>
            </a:pPr>
            <a:r>
              <a:rPr lang="en-US" sz="3333" dirty="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source:</a:t>
            </a:r>
            <a:r>
              <a:rPr lang="en-US" sz="3333" dirty="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 "abcde01234567</a:t>
            </a:r>
            <a:r>
              <a:rPr lang="en-US" sz="3333" dirty="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„</a:t>
            </a:r>
            <a:endParaRPr lang="sk-SK" sz="3333" dirty="0">
              <a:solidFill>
                <a:srgbClr val="666666"/>
              </a:solidFill>
              <a:latin typeface="Arial"/>
              <a:ea typeface="Arial"/>
              <a:cs typeface="Arial"/>
              <a:sym typeface="Arial"/>
            </a:endParaRPr>
          </a:p>
          <a:p>
            <a:pPr marL="118534" marR="0"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ct val="168350"/>
            </a:pPr>
            <a:r>
              <a:rPr lang="en-US" sz="3333" dirty="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"[c-k2-6]"-&gt;</a:t>
            </a:r>
            <a:r>
              <a:rPr lang="en-US" sz="3333" dirty="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"</a:t>
            </a:r>
            <a:r>
              <a:rPr lang="en-US" sz="3333" dirty="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ab</a:t>
            </a:r>
            <a:r>
              <a:rPr lang="en-US" sz="3333" dirty="0">
                <a:solidFill>
                  <a:srgbClr val="FF0000"/>
                </a:solidFill>
                <a:latin typeface="Courier New"/>
                <a:ea typeface="Courier New"/>
                <a:cs typeface="Courier New"/>
                <a:sym typeface="courier new"/>
              </a:rPr>
              <a:t>cde</a:t>
            </a:r>
            <a:r>
              <a:rPr lang="en-US" sz="3333" dirty="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01</a:t>
            </a:r>
            <a:r>
              <a:rPr lang="en-US" sz="3333" dirty="0">
                <a:solidFill>
                  <a:srgbClr val="FF0000"/>
                </a:solidFill>
                <a:latin typeface="Courier New"/>
                <a:ea typeface="Courier New"/>
                <a:cs typeface="Courier New"/>
                <a:sym typeface="courier new"/>
              </a:rPr>
              <a:t>23456</a:t>
            </a:r>
            <a:r>
              <a:rPr lang="en-US" sz="3333" dirty="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7"</a:t>
            </a:r>
          </a:p>
        </p:txBody>
      </p:sp>
      <p:sp>
        <p:nvSpPr>
          <p:cNvPr id="62" name="Shape 62"/>
          <p:cNvSpPr/>
          <p:nvPr/>
        </p:nvSpPr>
        <p:spPr>
          <a:xfrm>
            <a:off x="0" y="6096000"/>
            <a:ext cx="1270000" cy="1524000"/>
          </a:xfrm>
          <a:prstGeom prst="rect">
            <a:avLst/>
          </a:pr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 lang="sk-SK"/>
          </a:p>
        </p:txBody>
      </p:sp>
    </p:spTree>
  </p:cSld>
  <p:clrMapOvr>
    <a:masterClrMapping/>
  </p:clrMapOvr>
  <p:transition spd="slow">
    <p:cut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/>
          <a:stretch>
            <a:fillRect/>
          </a:stretch>
        </a:blipFill>
        <a:effectLst/>
      </p:bgPr>
    </p:bg>
    <p:spTree>
      <p:nvGrpSpPr>
        <p:cNvPr id="1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Shape 67"/>
          <p:cNvSpPr txBox="1">
            <a:spLocks noGrp="1"/>
          </p:cNvSpPr>
          <p:nvPr>
            <p:ph type="title"/>
          </p:nvPr>
        </p:nvSpPr>
        <p:spPr>
          <a:xfrm>
            <a:off x="1705675" y="0"/>
            <a:ext cx="8121299" cy="1275599"/>
          </a:xfrm>
          <a:prstGeom prst="rect">
            <a:avLst/>
          </a:prstGeom>
        </p:spPr>
        <p:txBody>
          <a:bodyPr lIns="38100" tIns="38100" rIns="38100" bIns="38100" anchor="ctr" anchorCtr="0">
            <a:noAutofit/>
          </a:bodyPr>
          <a:lstStyle/>
          <a:p>
            <a:pPr marL="0" marR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00" b="1">
                <a:solidFill>
                  <a:srgbClr val="444444"/>
                </a:solidFill>
                <a:latin typeface="Arial"/>
                <a:ea typeface="Arial"/>
                <a:cs typeface="Arial"/>
                <a:sym typeface="Arial"/>
              </a:rPr>
              <a:t>RE Character Classes III.</a:t>
            </a:r>
          </a:p>
        </p:txBody>
      </p:sp>
      <p:sp>
        <p:nvSpPr>
          <p:cNvPr id="68" name="Shape 68"/>
          <p:cNvSpPr txBox="1"/>
          <p:nvPr/>
        </p:nvSpPr>
        <p:spPr>
          <a:xfrm>
            <a:off x="1930400" y="1524000"/>
            <a:ext cx="7872575" cy="5632425"/>
          </a:xfrm>
          <a:prstGeom prst="rect">
            <a:avLst/>
          </a:prstGeom>
        </p:spPr>
        <p:txBody>
          <a:bodyPr lIns="38100" tIns="38100" rIns="38100" bIns="38100" anchor="t" anchorCtr="0">
            <a:noAutofit/>
          </a:bodyPr>
          <a:lstStyle/>
          <a:p>
            <a:pPr marL="381000" indent="-262466">
              <a:buClr>
                <a:srgbClr val="666666"/>
              </a:buClr>
              <a:buSzPct val="168350"/>
              <a:buFont typeface="Arial"/>
              <a:buChar char="•"/>
            </a:pPr>
            <a:r>
              <a:rPr lang="sk-SK" sz="3333" dirty="0" err="1">
                <a:solidFill>
                  <a:srgbClr val="666666"/>
                </a:solidFill>
              </a:rPr>
              <a:t>negation</a:t>
            </a:r>
            <a:r>
              <a:rPr lang="sk-SK" sz="3333" dirty="0">
                <a:solidFill>
                  <a:srgbClr val="666666"/>
                </a:solidFill>
              </a:rPr>
              <a:t> </a:t>
            </a:r>
            <a:r>
              <a:rPr lang="sk-SK" sz="3333" dirty="0" err="1">
                <a:solidFill>
                  <a:srgbClr val="666666"/>
                </a:solidFill>
              </a:rPr>
              <a:t>operator</a:t>
            </a:r>
            <a:r>
              <a:rPr lang="en-US" sz="3333" dirty="0">
                <a:solidFill>
                  <a:srgbClr val="666666"/>
                </a:solidFill>
              </a:rPr>
              <a:t> </a:t>
            </a:r>
            <a:r>
              <a:rPr lang="en-US" sz="3333" dirty="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^</a:t>
            </a:r>
            <a:r>
              <a:rPr lang="en-US" sz="3333" dirty="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 char</a:t>
            </a:r>
          </a:p>
          <a:p>
            <a:pPr marL="381000" marR="0" lvl="0" indent="-26246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ct val="168350"/>
              <a:buFont typeface="Arial"/>
              <a:buChar char="•"/>
            </a:pPr>
            <a:r>
              <a:rPr lang="en-US" sz="3333" dirty="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source:</a:t>
            </a:r>
            <a:r>
              <a:rPr lang="en-US" sz="3333" dirty="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 "abcde01234567</a:t>
            </a:r>
            <a:r>
              <a:rPr lang="en-US" sz="3333" dirty="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„</a:t>
            </a:r>
            <a:endParaRPr lang="sk-SK" sz="3333" dirty="0">
              <a:solidFill>
                <a:srgbClr val="666666"/>
              </a:solidFill>
              <a:latin typeface="Arial"/>
              <a:ea typeface="Arial"/>
              <a:cs typeface="Arial"/>
              <a:sym typeface="Arial"/>
            </a:endParaRPr>
          </a:p>
          <a:p>
            <a:pPr marL="118534" marR="0"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ct val="168350"/>
            </a:pPr>
            <a:r>
              <a:rPr lang="en-US" sz="3333" dirty="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"[^c-k2-6]"-&gt;"</a:t>
            </a:r>
            <a:r>
              <a:rPr lang="en-US" sz="3333" dirty="0">
                <a:solidFill>
                  <a:srgbClr val="FF0000"/>
                </a:solidFill>
                <a:latin typeface="Courier New"/>
                <a:ea typeface="Courier New"/>
                <a:cs typeface="Courier New"/>
                <a:sym typeface="courier new"/>
              </a:rPr>
              <a:t>ab</a:t>
            </a:r>
            <a:r>
              <a:rPr lang="en-US" sz="3333" dirty="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cde</a:t>
            </a:r>
            <a:r>
              <a:rPr lang="en-US" sz="3333" dirty="0">
                <a:solidFill>
                  <a:srgbClr val="FF0000"/>
                </a:solidFill>
                <a:latin typeface="Courier New"/>
                <a:ea typeface="Courier New"/>
                <a:cs typeface="Courier New"/>
                <a:sym typeface="courier new"/>
              </a:rPr>
              <a:t>01</a:t>
            </a:r>
            <a:r>
              <a:rPr lang="en-US" sz="3333" dirty="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23456</a:t>
            </a:r>
            <a:r>
              <a:rPr lang="en-US" sz="3333" dirty="0">
                <a:solidFill>
                  <a:srgbClr val="FF0000"/>
                </a:solidFill>
                <a:latin typeface="Courier New"/>
                <a:ea typeface="Courier New"/>
                <a:cs typeface="Courier New"/>
                <a:sym typeface="courier new"/>
              </a:rPr>
              <a:t>7</a:t>
            </a:r>
            <a:r>
              <a:rPr lang="en-US" sz="3333" dirty="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"</a:t>
            </a:r>
          </a:p>
        </p:txBody>
      </p:sp>
      <p:sp>
        <p:nvSpPr>
          <p:cNvPr id="69" name="Shape 69"/>
          <p:cNvSpPr/>
          <p:nvPr/>
        </p:nvSpPr>
        <p:spPr>
          <a:xfrm>
            <a:off x="0" y="6096000"/>
            <a:ext cx="1270000" cy="1524000"/>
          </a:xfrm>
          <a:prstGeom prst="rect">
            <a:avLst/>
          </a:pr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 lang="sk-SK"/>
          </a:p>
        </p:txBody>
      </p:sp>
    </p:spTree>
  </p:cSld>
  <p:clrMapOvr>
    <a:masterClrMapping/>
  </p:clrMapOvr>
  <p:transition spd="slow">
    <p:cut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/>
          <a:stretch>
            <a:fillRect/>
          </a:stretch>
        </a:blipFill>
        <a:effectLst/>
      </p:bgPr>
    </p:bg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Shape 88"/>
          <p:cNvSpPr txBox="1">
            <a:spLocks noGrp="1"/>
          </p:cNvSpPr>
          <p:nvPr>
            <p:ph type="title"/>
          </p:nvPr>
        </p:nvSpPr>
        <p:spPr>
          <a:xfrm>
            <a:off x="1705675" y="0"/>
            <a:ext cx="8121299" cy="1275599"/>
          </a:xfrm>
          <a:prstGeom prst="rect">
            <a:avLst/>
          </a:prstGeom>
        </p:spPr>
        <p:txBody>
          <a:bodyPr lIns="38100" tIns="38100" rIns="38100" bIns="38100" anchor="ctr" anchorCtr="0">
            <a:noAutofit/>
          </a:bodyPr>
          <a:lstStyle/>
          <a:p>
            <a:pPr marL="0" marR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00" b="1">
                <a:solidFill>
                  <a:srgbClr val="444444"/>
                </a:solidFill>
                <a:latin typeface="Arial"/>
                <a:ea typeface="Arial"/>
                <a:cs typeface="Arial"/>
                <a:sym typeface="Arial"/>
              </a:rPr>
              <a:t>RE Quantifiers</a:t>
            </a:r>
          </a:p>
        </p:txBody>
      </p:sp>
      <p:sp>
        <p:nvSpPr>
          <p:cNvPr id="89" name="Shape 89"/>
          <p:cNvSpPr txBox="1"/>
          <p:nvPr/>
        </p:nvSpPr>
        <p:spPr>
          <a:xfrm>
            <a:off x="1930400" y="1524000"/>
            <a:ext cx="7872575" cy="5632425"/>
          </a:xfrm>
          <a:prstGeom prst="rect">
            <a:avLst/>
          </a:prstGeom>
        </p:spPr>
        <p:txBody>
          <a:bodyPr lIns="38100" tIns="38100" rIns="38100" bIns="38100" anchor="t" anchorCtr="0">
            <a:noAutofit/>
          </a:bodyPr>
          <a:lstStyle/>
          <a:p>
            <a:pPr marL="381000" marR="0" lvl="0" indent="-26246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ct val="168350"/>
              <a:buFont typeface="Arial"/>
              <a:buChar char="•"/>
            </a:pPr>
            <a:r>
              <a:rPr lang="en-US" sz="3333" b="1" dirty="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star</a:t>
            </a:r>
            <a:r>
              <a:rPr lang="en-US" sz="3333" b="0" dirty="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3333" b="0" dirty="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'*'</a:t>
            </a:r>
            <a:r>
              <a:rPr lang="en-US" sz="3333" b="0" dirty="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 matches zero or more times</a:t>
            </a:r>
          </a:p>
          <a:p>
            <a:pPr marL="381000" marR="0" lvl="0" indent="-26246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ct val="168350"/>
              <a:buFont typeface="Arial"/>
              <a:buChar char="•"/>
            </a:pPr>
            <a:r>
              <a:rPr lang="en-US" sz="3333" b="1" dirty="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plus</a:t>
            </a:r>
            <a:r>
              <a:rPr lang="en-US" sz="3333" b="0" dirty="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3333" b="0" dirty="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'+'</a:t>
            </a:r>
            <a:r>
              <a:rPr lang="en-US" sz="3333" b="0" dirty="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 matches once or more times </a:t>
            </a:r>
          </a:p>
          <a:p>
            <a:pPr marL="381000" marR="0" lvl="0" indent="-26246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ct val="168350"/>
              <a:buFont typeface="Arial"/>
              <a:buChar char="•"/>
            </a:pPr>
            <a:r>
              <a:rPr lang="en-US" sz="3333" b="1" dirty="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question mark</a:t>
            </a:r>
            <a:r>
              <a:rPr lang="en-US" sz="3333" b="0" dirty="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3333" b="0" dirty="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'?'</a:t>
            </a:r>
            <a:r>
              <a:rPr lang="en-US" sz="3333" b="0" dirty="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 matches zero or once</a:t>
            </a:r>
          </a:p>
          <a:p>
            <a:pPr marL="381000" marR="0" lvl="0" indent="-26246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ct val="168350"/>
              <a:buFont typeface="Arial"/>
              <a:buChar char="•"/>
            </a:pPr>
            <a:r>
              <a:rPr lang="en-US" sz="3333" b="0" dirty="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source: </a:t>
            </a:r>
            <a:r>
              <a:rPr lang="en-US" sz="3333" b="0" dirty="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"</a:t>
            </a:r>
            <a:r>
              <a:rPr lang="en-US" sz="3333" b="0" dirty="0" err="1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aabc</a:t>
            </a:r>
            <a:r>
              <a:rPr lang="en-US" sz="3333" b="0" dirty="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-US" sz="3333" b="0" dirty="0" err="1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abc</a:t>
            </a:r>
            <a:r>
              <a:rPr lang="en-US" sz="3333" b="0" dirty="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-US" sz="3333" b="0" dirty="0" err="1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bc</a:t>
            </a:r>
            <a:r>
              <a:rPr lang="en-US" sz="3333" b="0" dirty="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"</a:t>
            </a:r>
            <a:br>
              <a:rPr lang="en-US" sz="3333" b="0" dirty="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</a:br>
            <a:r>
              <a:rPr lang="en-US" sz="3333" b="0" dirty="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"a*b" -&gt; "</a:t>
            </a:r>
            <a:r>
              <a:rPr lang="en-US" sz="3333" b="0" dirty="0" err="1">
                <a:solidFill>
                  <a:srgbClr val="FF0000"/>
                </a:solidFill>
                <a:latin typeface="Courier New"/>
                <a:ea typeface="Courier New"/>
                <a:cs typeface="Courier New"/>
                <a:sym typeface="courier new"/>
              </a:rPr>
              <a:t>aab</a:t>
            </a:r>
            <a:r>
              <a:rPr lang="en-US" sz="3333" b="0" dirty="0" err="1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c</a:t>
            </a:r>
            <a:r>
              <a:rPr lang="en-US" sz="3333" b="0" dirty="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-US" sz="3333" b="0" dirty="0" err="1">
                <a:solidFill>
                  <a:srgbClr val="FF0000"/>
                </a:solidFill>
                <a:latin typeface="Courier New"/>
                <a:ea typeface="Courier New"/>
                <a:cs typeface="Courier New"/>
                <a:sym typeface="courier new"/>
              </a:rPr>
              <a:t>ab</a:t>
            </a:r>
            <a:r>
              <a:rPr lang="en-US" sz="3333" b="0" dirty="0" err="1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c</a:t>
            </a:r>
            <a:r>
              <a:rPr lang="en-US" sz="3333" b="0" dirty="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-US" sz="3333" b="0" dirty="0" err="1">
                <a:solidFill>
                  <a:srgbClr val="FF0000"/>
                </a:solidFill>
                <a:latin typeface="Courier New"/>
                <a:ea typeface="Courier New"/>
                <a:cs typeface="Courier New"/>
                <a:sym typeface="courier new"/>
              </a:rPr>
              <a:t>b</a:t>
            </a:r>
            <a:r>
              <a:rPr lang="en-US" sz="3333" b="0" dirty="0" err="1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c</a:t>
            </a:r>
            <a:r>
              <a:rPr lang="en-US" sz="3333" b="0" dirty="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"</a:t>
            </a:r>
            <a:br>
              <a:rPr lang="en-US" sz="3333" b="0" dirty="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</a:br>
            <a:r>
              <a:rPr lang="en-US" sz="3333" b="0" dirty="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"</a:t>
            </a:r>
            <a:r>
              <a:rPr lang="en-US" sz="3333" b="0" dirty="0" err="1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a+b</a:t>
            </a:r>
            <a:r>
              <a:rPr lang="en-US" sz="3333" b="0" dirty="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" -&gt; "</a:t>
            </a:r>
            <a:r>
              <a:rPr lang="en-US" sz="3333" b="0" dirty="0" err="1">
                <a:solidFill>
                  <a:srgbClr val="FF0000"/>
                </a:solidFill>
                <a:latin typeface="Courier New"/>
                <a:ea typeface="Courier New"/>
                <a:cs typeface="Courier New"/>
                <a:sym typeface="courier new"/>
              </a:rPr>
              <a:t>aab</a:t>
            </a:r>
            <a:r>
              <a:rPr lang="en-US" sz="3333" b="0" dirty="0" err="1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c</a:t>
            </a:r>
            <a:r>
              <a:rPr lang="en-US" sz="3333" b="0" dirty="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-US" sz="3333" b="0" dirty="0" err="1">
                <a:solidFill>
                  <a:srgbClr val="FF0000"/>
                </a:solidFill>
                <a:latin typeface="Courier New"/>
                <a:ea typeface="Courier New"/>
                <a:cs typeface="Courier New"/>
                <a:sym typeface="courier new"/>
              </a:rPr>
              <a:t>ab</a:t>
            </a:r>
            <a:r>
              <a:rPr lang="en-US" sz="3333" b="0" dirty="0" err="1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c</a:t>
            </a:r>
            <a:r>
              <a:rPr lang="en-US" sz="3333" b="0" dirty="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-US" sz="3333" b="0" dirty="0" err="1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bc</a:t>
            </a:r>
            <a:r>
              <a:rPr lang="en-US" sz="3333" b="0" dirty="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" </a:t>
            </a:r>
            <a:br>
              <a:rPr lang="en-US" sz="3333" b="0" dirty="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</a:br>
            <a:r>
              <a:rPr lang="en-US" sz="3333" b="0" dirty="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"</a:t>
            </a:r>
            <a:r>
              <a:rPr lang="en-US" sz="3333" b="0" dirty="0" err="1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a?b</a:t>
            </a:r>
            <a:r>
              <a:rPr lang="en-US" sz="3333" b="0" dirty="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" -&gt; "</a:t>
            </a:r>
            <a:r>
              <a:rPr lang="en-US" sz="3333" b="0" dirty="0" err="1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a</a:t>
            </a:r>
            <a:r>
              <a:rPr lang="en-US" sz="3333" b="0" dirty="0" err="1">
                <a:solidFill>
                  <a:srgbClr val="FF0000"/>
                </a:solidFill>
                <a:latin typeface="Courier New"/>
                <a:ea typeface="Courier New"/>
                <a:cs typeface="Courier New"/>
                <a:sym typeface="courier new"/>
              </a:rPr>
              <a:t>ab</a:t>
            </a:r>
            <a:r>
              <a:rPr lang="en-US" sz="3333" b="0" dirty="0" err="1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c</a:t>
            </a:r>
            <a:r>
              <a:rPr lang="en-US" sz="3333" b="0" dirty="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-US" sz="3333" b="0" dirty="0" err="1">
                <a:solidFill>
                  <a:srgbClr val="FF0000"/>
                </a:solidFill>
                <a:latin typeface="Courier New"/>
                <a:ea typeface="Courier New"/>
                <a:cs typeface="Courier New"/>
                <a:sym typeface="courier new"/>
              </a:rPr>
              <a:t>ab</a:t>
            </a:r>
            <a:r>
              <a:rPr lang="en-US" sz="3333" b="0" dirty="0" err="1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c</a:t>
            </a:r>
            <a:r>
              <a:rPr lang="en-US" sz="3333" b="0" dirty="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-US" sz="3333" b="0" dirty="0" err="1">
                <a:solidFill>
                  <a:srgbClr val="FF0000"/>
                </a:solidFill>
                <a:latin typeface="Courier New"/>
                <a:ea typeface="Courier New"/>
                <a:cs typeface="Courier New"/>
                <a:sym typeface="courier new"/>
              </a:rPr>
              <a:t>b</a:t>
            </a:r>
            <a:r>
              <a:rPr lang="en-US" sz="3333" b="0" dirty="0" err="1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c</a:t>
            </a:r>
            <a:r>
              <a:rPr lang="en-US" sz="3333" b="0" dirty="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" </a:t>
            </a:r>
            <a:r>
              <a:rPr lang="en-US" sz="3333" b="0" dirty="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</a:p>
        </p:txBody>
      </p:sp>
      <p:sp>
        <p:nvSpPr>
          <p:cNvPr id="90" name="Shape 90"/>
          <p:cNvSpPr/>
          <p:nvPr/>
        </p:nvSpPr>
        <p:spPr>
          <a:xfrm>
            <a:off x="0" y="6096000"/>
            <a:ext cx="1270000" cy="1524000"/>
          </a:xfrm>
          <a:prstGeom prst="rect">
            <a:avLst/>
          </a:pr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 lang="sk-SK"/>
          </a:p>
        </p:txBody>
      </p:sp>
    </p:spTree>
  </p:cSld>
  <p:clrMapOvr>
    <a:masterClrMapping/>
  </p:clrMapOvr>
  <p:transition spd="slow">
    <p:cut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/>
          <a:stretch>
            <a:fillRect/>
          </a:stretch>
        </a:blipFill>
        <a:effectLst/>
      </p:bgPr>
    </p:bg>
    <p:spTree>
      <p:nvGrpSpPr>
        <p:cNvPr id="1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Shape 95"/>
          <p:cNvSpPr txBox="1">
            <a:spLocks noGrp="1"/>
          </p:cNvSpPr>
          <p:nvPr>
            <p:ph type="title"/>
          </p:nvPr>
        </p:nvSpPr>
        <p:spPr>
          <a:xfrm>
            <a:off x="1705675" y="0"/>
            <a:ext cx="8121299" cy="1270799"/>
          </a:xfrm>
          <a:prstGeom prst="rect">
            <a:avLst/>
          </a:prstGeom>
        </p:spPr>
        <p:txBody>
          <a:bodyPr lIns="38100" tIns="38100" rIns="38100" bIns="38100" anchor="ctr" anchorCtr="0">
            <a:noAutofit/>
          </a:bodyPr>
          <a:lstStyle/>
          <a:p>
            <a:pPr marL="0" marR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00" b="1">
                <a:solidFill>
                  <a:srgbClr val="444444"/>
                </a:solidFill>
                <a:latin typeface="Arial"/>
                <a:ea typeface="Arial"/>
                <a:cs typeface="Arial"/>
                <a:sym typeface="Arial"/>
              </a:rPr>
              <a:t>Matching Alternatives</a:t>
            </a:r>
          </a:p>
        </p:txBody>
      </p:sp>
      <p:sp>
        <p:nvSpPr>
          <p:cNvPr id="96" name="Shape 96"/>
          <p:cNvSpPr txBox="1"/>
          <p:nvPr/>
        </p:nvSpPr>
        <p:spPr>
          <a:xfrm>
            <a:off x="1930400" y="1524000"/>
            <a:ext cx="7872575" cy="5632425"/>
          </a:xfrm>
          <a:prstGeom prst="rect">
            <a:avLst/>
          </a:prstGeom>
        </p:spPr>
        <p:txBody>
          <a:bodyPr lIns="38100" tIns="38100" rIns="38100" bIns="38100" anchor="t" anchorCtr="0">
            <a:noAutofit/>
          </a:bodyPr>
          <a:lstStyle/>
          <a:p>
            <a:pPr marL="381000" marR="0" lvl="0" indent="-26246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ct val="168350"/>
              <a:buFont typeface="Arial"/>
              <a:buChar char="•"/>
            </a:pPr>
            <a:r>
              <a:rPr lang="en-US" sz="3333" b="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parenthesis </a:t>
            </a:r>
            <a:r>
              <a:rPr lang="en-US" sz="3333" b="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()</a:t>
            </a:r>
            <a:r>
              <a:rPr lang="en-US" sz="3333" b="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 are used for</a:t>
            </a:r>
          </a:p>
          <a:p>
            <a:pPr marL="762000" marR="0" lvl="1" indent="-26246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ct val="101010"/>
              <a:buFont typeface="Courier New"/>
              <a:buChar char="o"/>
            </a:pPr>
            <a:r>
              <a:rPr lang="en-US" sz="3333" b="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grouping (and back-referencing)</a:t>
            </a:r>
          </a:p>
          <a:p>
            <a:pPr marL="762000" marR="0" lvl="1" indent="-26246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ct val="101010"/>
              <a:buFont typeface="Courier New"/>
              <a:buChar char="o"/>
            </a:pPr>
            <a:r>
              <a:rPr lang="en-US" sz="3333" b="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matching alternatives separated with </a:t>
            </a:r>
            <a:r>
              <a:rPr lang="en-US" sz="3333" b="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'|'</a:t>
            </a:r>
          </a:p>
        </p:txBody>
      </p:sp>
      <p:sp>
        <p:nvSpPr>
          <p:cNvPr id="97" name="Shape 97"/>
          <p:cNvSpPr/>
          <p:nvPr/>
        </p:nvSpPr>
        <p:spPr>
          <a:xfrm>
            <a:off x="0" y="6096000"/>
            <a:ext cx="1270000" cy="1524000"/>
          </a:xfrm>
          <a:prstGeom prst="rect">
            <a:avLst/>
          </a:pr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 lang="sk-SK"/>
          </a:p>
        </p:txBody>
      </p:sp>
    </p:spTree>
  </p:cSld>
  <p:clrMapOvr>
    <a:masterClrMapping/>
  </p:clrMapOvr>
  <p:transition spd="slow">
    <p:cut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/>
          <a:stretch>
            <a:fillRect/>
          </a:stretch>
        </a:blipFill>
        <a:effectLst/>
      </p:bgPr>
    </p:bg>
    <p:spTree>
      <p:nvGrpSpPr>
        <p:cNvPr id="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Shape 102"/>
          <p:cNvSpPr txBox="1">
            <a:spLocks noGrp="1"/>
          </p:cNvSpPr>
          <p:nvPr>
            <p:ph type="title"/>
          </p:nvPr>
        </p:nvSpPr>
        <p:spPr>
          <a:xfrm>
            <a:off x="1705675" y="0"/>
            <a:ext cx="8121299" cy="1233300"/>
          </a:xfrm>
          <a:prstGeom prst="rect">
            <a:avLst/>
          </a:prstGeom>
        </p:spPr>
        <p:txBody>
          <a:bodyPr lIns="38100" tIns="38100" rIns="38100" bIns="38100" anchor="ctr" anchorCtr="0">
            <a:noAutofit/>
          </a:bodyPr>
          <a:lstStyle/>
          <a:p>
            <a:pPr marL="0" marR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00" b="1">
                <a:solidFill>
                  <a:srgbClr val="444444"/>
                </a:solidFill>
                <a:latin typeface="Arial"/>
                <a:ea typeface="Arial"/>
                <a:cs typeface="Arial"/>
                <a:sym typeface="Arial"/>
              </a:rPr>
              <a:t>Matching Alternatives Examples</a:t>
            </a:r>
          </a:p>
        </p:txBody>
      </p:sp>
      <p:sp>
        <p:nvSpPr>
          <p:cNvPr id="103" name="Shape 103"/>
          <p:cNvSpPr txBox="1"/>
          <p:nvPr/>
        </p:nvSpPr>
        <p:spPr>
          <a:xfrm>
            <a:off x="1645540" y="1524000"/>
            <a:ext cx="8173259" cy="5632425"/>
          </a:xfrm>
          <a:prstGeom prst="rect">
            <a:avLst/>
          </a:prstGeom>
        </p:spPr>
        <p:txBody>
          <a:bodyPr lIns="38100" tIns="38100" rIns="38100" bIns="38100" anchor="t" anchorCtr="0">
            <a:noAutofit/>
          </a:bodyPr>
          <a:lstStyle/>
          <a:p>
            <a:r>
              <a:rPr lang="en-US" sz="3300" dirty="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dni.txt</a:t>
            </a:r>
            <a:r>
              <a:rPr lang="en-US" sz="3300" b="0" dirty="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-US" sz="3200" dirty="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"</a:t>
            </a:r>
            <a:r>
              <a:rPr lang="en-US" sz="3200" dirty="0">
                <a:solidFill>
                  <a:srgbClr val="666666"/>
                </a:solidFill>
                <a:ea typeface="Courier New"/>
                <a:sym typeface="courier new"/>
              </a:rPr>
              <a:t>Monday, Tuesday, Wednesday, Thursday, Friday, Saturday, Sunday</a:t>
            </a:r>
            <a:r>
              <a:rPr lang="en-US" sz="3200" dirty="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"</a:t>
            </a:r>
            <a:br>
              <a:rPr lang="en-US" sz="3200" b="0" dirty="0">
                <a:latin typeface="Courier New"/>
                <a:ea typeface="Courier New"/>
                <a:cs typeface="Courier New"/>
              </a:rPr>
            </a:br>
            <a:r>
              <a:rPr lang="en-US" sz="3300" b="0" dirty="0" err="1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regexp</a:t>
            </a:r>
            <a:r>
              <a:rPr lang="en-US" sz="3300" b="0" dirty="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: "(</a:t>
            </a:r>
            <a:r>
              <a:rPr lang="en-US" sz="3300" b="0" dirty="0" err="1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on|ues|rida</a:t>
            </a:r>
            <a:r>
              <a:rPr lang="en-US" sz="3300" b="0" dirty="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)" </a:t>
            </a:r>
            <a:endParaRPr lang="en-US" sz="3300" dirty="0"/>
          </a:p>
          <a:p>
            <a:pPr rtl="0">
              <a:lnSpc>
                <a:spcPct val="100000"/>
              </a:lnSpc>
              <a:buNone/>
            </a:pPr>
            <a:r>
              <a:rPr lang="en-US" sz="3333" b="0" dirty="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match: "M</a:t>
            </a:r>
            <a:r>
              <a:rPr lang="en-US" sz="3333" b="0" dirty="0">
                <a:solidFill>
                  <a:srgbClr val="FF0000"/>
                </a:solidFill>
                <a:latin typeface="Courier New"/>
                <a:ea typeface="Courier New"/>
                <a:cs typeface="Courier New"/>
                <a:sym typeface="courier new"/>
              </a:rPr>
              <a:t>on</a:t>
            </a:r>
            <a:r>
              <a:rPr lang="en-US" sz="3333" b="0" dirty="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day T</a:t>
            </a:r>
            <a:r>
              <a:rPr lang="en-US" sz="3333" b="0" dirty="0">
                <a:solidFill>
                  <a:srgbClr val="FF0000"/>
                </a:solidFill>
                <a:latin typeface="Courier New"/>
                <a:ea typeface="Courier New"/>
                <a:cs typeface="Courier New"/>
                <a:sym typeface="courier new"/>
              </a:rPr>
              <a:t>ues</a:t>
            </a:r>
            <a:r>
              <a:rPr lang="en-US" sz="3333" b="0" dirty="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day F</a:t>
            </a:r>
            <a:r>
              <a:rPr lang="en-US" sz="3333" b="0" dirty="0">
                <a:solidFill>
                  <a:srgbClr val="FF0000"/>
                </a:solidFill>
                <a:latin typeface="Courier New"/>
                <a:ea typeface="Courier New"/>
                <a:cs typeface="Courier New"/>
                <a:sym typeface="courier new"/>
              </a:rPr>
              <a:t>rida</a:t>
            </a:r>
            <a:r>
              <a:rPr lang="en-US" sz="3333" b="0" dirty="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y" </a:t>
            </a:r>
          </a:p>
          <a:p>
            <a:pPr rtl="0">
              <a:lnSpc>
                <a:spcPct val="100000"/>
              </a:lnSpc>
              <a:buNone/>
            </a:pPr>
            <a:r>
              <a:rPr lang="en-US" sz="3300" b="0" dirty="0" err="1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regexp</a:t>
            </a:r>
            <a:r>
              <a:rPr lang="en-US" sz="3300" b="0" dirty="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: "(</a:t>
            </a:r>
            <a:r>
              <a:rPr lang="en-US" sz="3300" b="0" dirty="0" err="1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Mon|Tues|Fri</a:t>
            </a:r>
            <a:r>
              <a:rPr lang="en-US" sz="3300" b="0" dirty="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)day"</a:t>
            </a:r>
            <a:endParaRPr lang="en-US" sz="3300" b="0" dirty="0">
              <a:solidFill>
                <a:srgbClr val="666666"/>
              </a:solidFill>
              <a:latin typeface="Courier New"/>
              <a:ea typeface="Courier New"/>
              <a:cs typeface="Courier New"/>
            </a:endParaRPr>
          </a:p>
          <a:p>
            <a:pPr rtl="0">
              <a:lnSpc>
                <a:spcPct val="100000"/>
              </a:lnSpc>
              <a:buNone/>
            </a:pPr>
            <a:r>
              <a:rPr lang="en-US" sz="3333" b="0" dirty="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match: "</a:t>
            </a:r>
            <a:r>
              <a:rPr lang="en-US" sz="3333" b="0" dirty="0">
                <a:solidFill>
                  <a:srgbClr val="FF0000"/>
                </a:solidFill>
                <a:latin typeface="Courier New"/>
                <a:ea typeface="Courier New"/>
                <a:cs typeface="Courier New"/>
                <a:sym typeface="courier new"/>
              </a:rPr>
              <a:t>Monday Tuesday Friday</a:t>
            </a:r>
            <a:r>
              <a:rPr lang="en-US" sz="3333" b="0" dirty="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"</a:t>
            </a:r>
          </a:p>
          <a:p>
            <a:pPr rtl="0">
              <a:lnSpc>
                <a:spcPct val="100000"/>
              </a:lnSpc>
              <a:buNone/>
            </a:pPr>
            <a:r>
              <a:rPr lang="en-US" sz="3300" b="0" dirty="0" err="1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regexp</a:t>
            </a:r>
            <a:r>
              <a:rPr lang="en-US" sz="3300" b="0" dirty="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: </a:t>
            </a:r>
            <a:r>
              <a:rPr lang="en-US" sz="3300" dirty="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"..(</a:t>
            </a:r>
            <a:r>
              <a:rPr lang="en-US" sz="3300" dirty="0" err="1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i</a:t>
            </a:r>
            <a:r>
              <a:rPr lang="en-US" sz="3300" b="0" dirty="0" err="1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|</a:t>
            </a:r>
            <a:r>
              <a:rPr lang="en-US" sz="3300" dirty="0" err="1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es</a:t>
            </a:r>
            <a:r>
              <a:rPr lang="en-US" sz="3300" b="0" dirty="0" err="1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|</a:t>
            </a:r>
            <a:r>
              <a:rPr lang="en-US" sz="3300" dirty="0" err="1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n</a:t>
            </a:r>
            <a:r>
              <a:rPr lang="en-US" sz="3300" b="0" dirty="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)</a:t>
            </a:r>
            <a:r>
              <a:rPr lang="en-US" sz="3300" dirty="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day</a:t>
            </a:r>
            <a:r>
              <a:rPr lang="en-US" sz="3300" b="0" dirty="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"</a:t>
            </a:r>
            <a:endParaRPr lang="en-US" sz="3333" b="0" dirty="0">
              <a:solidFill>
                <a:srgbClr val="666666"/>
              </a:solidFill>
              <a:latin typeface="Courier New"/>
              <a:ea typeface="Courier New"/>
              <a:cs typeface="Courier New"/>
            </a:endParaRPr>
          </a:p>
          <a:p>
            <a:r>
              <a:rPr lang="en-US" sz="3300" b="0" dirty="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match: "</a:t>
            </a:r>
            <a:r>
              <a:rPr lang="en-US" sz="3300" dirty="0">
                <a:solidFill>
                  <a:srgbClr val="FF0000"/>
                </a:solidFill>
                <a:latin typeface="Courier New"/>
                <a:cs typeface="Courier New"/>
                <a:sym typeface="courier new"/>
              </a:rPr>
              <a:t>Monday Tuesday </a:t>
            </a:r>
            <a:r>
              <a:rPr lang="en-US" sz="3300" dirty="0">
                <a:solidFill>
                  <a:schemeClr val="tx1"/>
                </a:solidFill>
                <a:latin typeface="Courier New"/>
                <a:cs typeface="Courier New"/>
                <a:sym typeface="courier new"/>
              </a:rPr>
              <a:t>We</a:t>
            </a:r>
            <a:r>
              <a:rPr lang="en-US" sz="3300" dirty="0">
                <a:solidFill>
                  <a:srgbClr val="FF0000"/>
                </a:solidFill>
                <a:latin typeface="Courier New"/>
                <a:cs typeface="Courier New"/>
                <a:sym typeface="courier new"/>
              </a:rPr>
              <a:t>dnesday Friday Sunday</a:t>
            </a:r>
            <a:r>
              <a:rPr lang="en-US" sz="3300" dirty="0">
                <a:solidFill>
                  <a:srgbClr val="666666"/>
                </a:solidFill>
                <a:ea typeface="Courier New"/>
                <a:sym typeface="courier new"/>
              </a:rPr>
              <a:t>"</a:t>
            </a:r>
            <a:endParaRPr lang="en-US" dirty="0"/>
          </a:p>
          <a:p>
            <a:r>
              <a:rPr lang="en-US" sz="3300" dirty="0" err="1">
                <a:solidFill>
                  <a:srgbClr val="666666"/>
                </a:solidFill>
                <a:latin typeface="Courier New"/>
                <a:cs typeface="Courier New"/>
              </a:rPr>
              <a:t>regexp</a:t>
            </a:r>
            <a:r>
              <a:rPr lang="en-US" sz="3300" dirty="0">
                <a:solidFill>
                  <a:srgbClr val="666666"/>
                </a:solidFill>
                <a:latin typeface="Courier New"/>
                <a:cs typeface="Courier New"/>
              </a:rPr>
              <a:t>: "...(</a:t>
            </a:r>
            <a:r>
              <a:rPr lang="en-US" sz="3300" dirty="0" err="1">
                <a:solidFill>
                  <a:srgbClr val="666666"/>
                </a:solidFill>
                <a:latin typeface="Courier New"/>
                <a:cs typeface="Courier New"/>
              </a:rPr>
              <a:t>i|es|n</a:t>
            </a:r>
            <a:r>
              <a:rPr lang="en-US" sz="3300" dirty="0">
                <a:solidFill>
                  <a:srgbClr val="666666"/>
                </a:solidFill>
                <a:latin typeface="Courier New"/>
                <a:cs typeface="Courier New"/>
              </a:rPr>
              <a:t>)day"</a:t>
            </a:r>
          </a:p>
          <a:p>
            <a:r>
              <a:rPr lang="en-US" sz="3300" dirty="0">
                <a:solidFill>
                  <a:srgbClr val="666666"/>
                </a:solidFill>
                <a:latin typeface="Courier New"/>
                <a:cs typeface="Courier New"/>
              </a:rPr>
              <a:t>match: "</a:t>
            </a:r>
            <a:r>
              <a:rPr lang="en-US" sz="3300" dirty="0">
                <a:solidFill>
                  <a:srgbClr val="FF0000"/>
                </a:solidFill>
                <a:latin typeface="Courier New"/>
                <a:cs typeface="Courier New"/>
              </a:rPr>
              <a:t>Wednesday</a:t>
            </a:r>
            <a:r>
              <a:rPr lang="en-US" sz="3300" dirty="0">
                <a:solidFill>
                  <a:srgbClr val="666666"/>
                </a:solidFill>
              </a:rPr>
              <a:t>"</a:t>
            </a:r>
            <a:endParaRPr lang="en-US" dirty="0"/>
          </a:p>
        </p:txBody>
      </p:sp>
      <p:sp>
        <p:nvSpPr>
          <p:cNvPr id="104" name="Shape 104"/>
          <p:cNvSpPr/>
          <p:nvPr/>
        </p:nvSpPr>
        <p:spPr>
          <a:xfrm>
            <a:off x="0" y="6096000"/>
            <a:ext cx="1270000" cy="1524000"/>
          </a:xfrm>
          <a:prstGeom prst="rect">
            <a:avLst/>
          </a:pr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 lang="sk-SK"/>
          </a:p>
        </p:txBody>
      </p:sp>
    </p:spTree>
  </p:cSld>
  <p:clrMapOvr>
    <a:masterClrMapping/>
  </p:clrMapOvr>
  <p:transition spd="slow">
    <p:cut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0C5BF01C-44B1-5736-33C1-2CAEC6C8BA18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3543" t="7109" r="47101" b="36730"/>
          <a:stretch/>
        </p:blipFill>
        <p:spPr>
          <a:xfrm>
            <a:off x="120493" y="1802630"/>
            <a:ext cx="9909142" cy="3820187"/>
          </a:xfrm>
          <a:prstGeom prst="rect">
            <a:avLst/>
          </a:prstGeo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CFBB14D7-399B-9221-8211-B841EBBBBD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4250" dirty="0" err="1"/>
              <a:t>Egrep</a:t>
            </a:r>
            <a:r>
              <a:rPr lang="en-US" sz="4250" dirty="0"/>
              <a:t> </a:t>
            </a:r>
            <a:r>
              <a:rPr lang="en-US" sz="4250" dirty="0" err="1"/>
              <a:t>výstup</a:t>
            </a:r>
            <a:endParaRPr lang="en-US" dirty="0" err="1"/>
          </a:p>
        </p:txBody>
      </p:sp>
    </p:spTree>
    <p:extLst>
      <p:ext uri="{BB962C8B-B14F-4D97-AF65-F5344CB8AC3E}">
        <p14:creationId xmlns:p14="http://schemas.microsoft.com/office/powerpoint/2010/main" val="271005673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/>
          <a:stretch>
            <a:fillRect/>
          </a:stretch>
        </a:blipFill>
        <a:effectLst/>
      </p:bgPr>
    </p:bg>
    <p:spTree>
      <p:nvGrpSpPr>
        <p:cNvPr id="1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Shape 109"/>
          <p:cNvSpPr txBox="1">
            <a:spLocks noGrp="1"/>
          </p:cNvSpPr>
          <p:nvPr>
            <p:ph type="title"/>
          </p:nvPr>
        </p:nvSpPr>
        <p:spPr>
          <a:xfrm>
            <a:off x="1705675" y="0"/>
            <a:ext cx="8121299" cy="1195800"/>
          </a:xfrm>
          <a:prstGeom prst="rect">
            <a:avLst/>
          </a:prstGeom>
        </p:spPr>
        <p:txBody>
          <a:bodyPr lIns="38100" tIns="38100" rIns="38100" bIns="38100" anchor="ctr" anchorCtr="0">
            <a:noAutofit/>
          </a:bodyPr>
          <a:lstStyle/>
          <a:p>
            <a:pPr marL="0" marR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00" b="1">
                <a:solidFill>
                  <a:srgbClr val="444444"/>
                </a:solidFill>
                <a:latin typeface="Arial"/>
                <a:ea typeface="Arial"/>
                <a:cs typeface="Arial"/>
                <a:sym typeface="Arial"/>
              </a:rPr>
              <a:t>Character Repetition</a:t>
            </a:r>
          </a:p>
        </p:txBody>
      </p:sp>
      <p:sp>
        <p:nvSpPr>
          <p:cNvPr id="110" name="Shape 110"/>
          <p:cNvSpPr txBox="1"/>
          <p:nvPr/>
        </p:nvSpPr>
        <p:spPr>
          <a:xfrm>
            <a:off x="1930400" y="1524000"/>
            <a:ext cx="7872575" cy="5632425"/>
          </a:xfrm>
          <a:prstGeom prst="rect">
            <a:avLst/>
          </a:prstGeom>
        </p:spPr>
        <p:txBody>
          <a:bodyPr lIns="38100" tIns="38100" rIns="38100" bIns="38100" anchor="t" anchorCtr="0">
            <a:noAutofit/>
          </a:bodyPr>
          <a:lstStyle/>
          <a:p>
            <a:pPr marL="381000" marR="0" lvl="0" indent="-26246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ct val="168350"/>
              <a:buFont typeface="Arial"/>
              <a:buChar char="•"/>
            </a:pPr>
            <a:r>
              <a:rPr lang="en-US" sz="3333" b="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{m}</a:t>
            </a:r>
            <a:r>
              <a:rPr lang="en-US" sz="3333" b="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 - matches exactly </a:t>
            </a:r>
            <a:r>
              <a:rPr lang="en-US" sz="3333" b="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m</a:t>
            </a:r>
            <a:r>
              <a:rPr lang="en-US" sz="3333" b="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 times</a:t>
            </a:r>
          </a:p>
          <a:p>
            <a:pPr marL="381000" marR="0" lvl="0" indent="-26246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ct val="168350"/>
              <a:buFont typeface="Arial"/>
              <a:buChar char="•"/>
            </a:pPr>
            <a:r>
              <a:rPr lang="en-US" sz="3333" b="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{m,n}</a:t>
            </a:r>
            <a:r>
              <a:rPr lang="en-US" sz="3333" b="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 - matches min. </a:t>
            </a:r>
            <a:r>
              <a:rPr lang="en-US" sz="3333" b="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m</a:t>
            </a:r>
            <a:r>
              <a:rPr lang="en-US" sz="3333" b="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 times and max. </a:t>
            </a:r>
            <a:r>
              <a:rPr lang="en-US" sz="3333" b="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n</a:t>
            </a:r>
            <a:r>
              <a:rPr lang="en-US" sz="3333" b="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 times</a:t>
            </a:r>
          </a:p>
          <a:p>
            <a:pPr marL="381000" marR="0" lvl="0" indent="-26246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ct val="168350"/>
              <a:buFont typeface="Arial"/>
              <a:buChar char="•"/>
            </a:pPr>
            <a:r>
              <a:rPr lang="en-US" sz="3333" b="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{m,}</a:t>
            </a:r>
            <a:r>
              <a:rPr lang="en-US" sz="3333" b="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 - matches min. </a:t>
            </a:r>
            <a:r>
              <a:rPr lang="en-US" sz="3333" b="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m</a:t>
            </a:r>
            <a:r>
              <a:rPr lang="en-US" sz="3333" b="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 times</a:t>
            </a:r>
          </a:p>
          <a:p>
            <a:pPr marL="381000" marR="0" lvl="0" indent="-26246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ct val="168350"/>
              <a:buFont typeface="Arial"/>
              <a:buChar char="•"/>
            </a:pPr>
            <a:r>
              <a:rPr lang="en-US" sz="3333" b="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{,n}</a:t>
            </a:r>
            <a:r>
              <a:rPr lang="en-US" sz="3333" b="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 - matches max. n times</a:t>
            </a:r>
          </a:p>
        </p:txBody>
      </p:sp>
      <p:sp>
        <p:nvSpPr>
          <p:cNvPr id="111" name="Shape 111"/>
          <p:cNvSpPr/>
          <p:nvPr/>
        </p:nvSpPr>
        <p:spPr>
          <a:xfrm>
            <a:off x="0" y="6096000"/>
            <a:ext cx="1270000" cy="1524000"/>
          </a:xfrm>
          <a:prstGeom prst="rect">
            <a:avLst/>
          </a:pr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 lang="sk-SK"/>
          </a:p>
        </p:txBody>
      </p:sp>
    </p:spTree>
  </p:cSld>
  <p:clrMapOvr>
    <a:masterClrMapping/>
  </p:clrMapOvr>
  <p:transition spd="slow">
    <p:cut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/>
          <a:stretch>
            <a:fillRect/>
          </a:stretch>
        </a:blipFill>
        <a:effectLst/>
      </p:bgPr>
    </p:bg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Shape 116"/>
          <p:cNvSpPr txBox="1">
            <a:spLocks noGrp="1"/>
          </p:cNvSpPr>
          <p:nvPr>
            <p:ph type="title"/>
          </p:nvPr>
        </p:nvSpPr>
        <p:spPr>
          <a:xfrm>
            <a:off x="1705675" y="0"/>
            <a:ext cx="8121299" cy="1195800"/>
          </a:xfrm>
          <a:prstGeom prst="rect">
            <a:avLst/>
          </a:prstGeom>
        </p:spPr>
        <p:txBody>
          <a:bodyPr lIns="38100" tIns="38100" rIns="38100" bIns="38100" anchor="ctr" anchorCtr="0">
            <a:noAutofit/>
          </a:bodyPr>
          <a:lstStyle/>
          <a:p>
            <a:pPr marL="0" marR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00" b="1">
                <a:solidFill>
                  <a:srgbClr val="444444"/>
                </a:solidFill>
                <a:latin typeface="Arial"/>
                <a:ea typeface="Arial"/>
                <a:cs typeface="Arial"/>
                <a:sym typeface="Arial"/>
              </a:rPr>
              <a:t>Character Repetition Examples</a:t>
            </a:r>
          </a:p>
        </p:txBody>
      </p:sp>
      <p:sp>
        <p:nvSpPr>
          <p:cNvPr id="117" name="Shape 117"/>
          <p:cNvSpPr txBox="1"/>
          <p:nvPr/>
        </p:nvSpPr>
        <p:spPr>
          <a:xfrm>
            <a:off x="1930400" y="1524000"/>
            <a:ext cx="7872575" cy="5632425"/>
          </a:xfrm>
          <a:prstGeom prst="rect">
            <a:avLst/>
          </a:prstGeom>
        </p:spPr>
        <p:txBody>
          <a:bodyPr lIns="38100" tIns="38100" rIns="38100" bIns="38100" anchor="t" anchorCtr="0">
            <a:noAutofit/>
          </a:bodyPr>
          <a:lstStyle/>
          <a:p>
            <a:pPr rtl="0">
              <a:lnSpc>
                <a:spcPct val="100000"/>
              </a:lnSpc>
              <a:buNone/>
            </a:pPr>
            <a:r>
              <a:rPr lang="en-US" sz="3333" dirty="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source: "Regular expressions"</a:t>
            </a:r>
          </a:p>
          <a:p>
            <a:pPr rtl="0">
              <a:lnSpc>
                <a:spcPct val="100000"/>
              </a:lnSpc>
              <a:buNone/>
            </a:pPr>
            <a:endParaRPr lang="en-US" sz="3333" dirty="0">
              <a:solidFill>
                <a:srgbClr val="666666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rtl="0">
              <a:lnSpc>
                <a:spcPct val="100000"/>
              </a:lnSpc>
              <a:buNone/>
            </a:pPr>
            <a:r>
              <a:rPr lang="en-US" sz="3300" dirty="0" err="1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regexp</a:t>
            </a:r>
            <a:r>
              <a:rPr lang="en-US" sz="3300" dirty="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: "s{2}" </a:t>
            </a:r>
            <a:endParaRPr lang="en-US" sz="3300" dirty="0">
              <a:solidFill>
                <a:srgbClr val="666666"/>
              </a:solidFill>
              <a:latin typeface="Courier New"/>
              <a:ea typeface="Courier New"/>
              <a:cs typeface="Courier New"/>
            </a:endParaRPr>
          </a:p>
          <a:p>
            <a:pPr rtl="0">
              <a:lnSpc>
                <a:spcPct val="100000"/>
              </a:lnSpc>
              <a:buNone/>
            </a:pPr>
            <a:r>
              <a:rPr lang="en-US" sz="3300" dirty="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match: "</a:t>
            </a:r>
            <a:r>
              <a:rPr lang="en-US" sz="3300" dirty="0">
                <a:solidFill>
                  <a:schemeClr val="tx1"/>
                </a:solidFill>
                <a:latin typeface="Courier New"/>
                <a:ea typeface="Courier New"/>
                <a:cs typeface="Courier New"/>
                <a:sym typeface="courier new"/>
              </a:rPr>
              <a:t>Regular expre</a:t>
            </a:r>
            <a:r>
              <a:rPr lang="en-US" sz="3300" dirty="0">
                <a:solidFill>
                  <a:srgbClr val="FF0000"/>
                </a:solidFill>
                <a:latin typeface="Courier New"/>
                <a:ea typeface="Courier New"/>
                <a:cs typeface="Courier New"/>
                <a:sym typeface="courier new"/>
              </a:rPr>
              <a:t>ss</a:t>
            </a:r>
            <a:r>
              <a:rPr lang="en-US" sz="3300" dirty="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ions"</a:t>
            </a:r>
            <a:br>
              <a:rPr lang="en-US" sz="3300" dirty="0">
                <a:latin typeface="Courier New"/>
                <a:ea typeface="Courier New"/>
                <a:cs typeface="Courier New"/>
              </a:rPr>
            </a:br>
            <a:br>
              <a:rPr lang="en-US" sz="3300" dirty="0">
                <a:latin typeface="Courier New"/>
                <a:ea typeface="Courier New"/>
                <a:cs typeface="Courier New"/>
              </a:rPr>
            </a:br>
            <a:r>
              <a:rPr lang="en-US" sz="3300" dirty="0" err="1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regexp</a:t>
            </a:r>
            <a:r>
              <a:rPr lang="en-US" sz="3300" dirty="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: "[</a:t>
            </a:r>
            <a:r>
              <a:rPr lang="en-US" sz="3300" dirty="0" err="1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esr</a:t>
            </a:r>
            <a:r>
              <a:rPr lang="en-US" sz="3300" dirty="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]{1,3}"</a:t>
            </a:r>
            <a:endParaRPr lang="en-US" sz="3300" dirty="0">
              <a:solidFill>
                <a:srgbClr val="666666"/>
              </a:solidFill>
              <a:latin typeface="Courier New"/>
              <a:ea typeface="Courier New"/>
              <a:cs typeface="Courier New"/>
            </a:endParaRPr>
          </a:p>
          <a:p>
            <a:pPr rtl="0">
              <a:lnSpc>
                <a:spcPct val="100000"/>
              </a:lnSpc>
              <a:buNone/>
            </a:pPr>
            <a:r>
              <a:rPr lang="en-US" sz="3333" dirty="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match: "R</a:t>
            </a:r>
            <a:r>
              <a:rPr lang="en-US" sz="3333" dirty="0">
                <a:solidFill>
                  <a:srgbClr val="FF0000"/>
                </a:solidFill>
                <a:latin typeface="Courier New"/>
                <a:ea typeface="Courier New"/>
                <a:cs typeface="Courier New"/>
                <a:sym typeface="courier new"/>
              </a:rPr>
              <a:t>e</a:t>
            </a:r>
            <a:r>
              <a:rPr lang="en-US" sz="3333" dirty="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gula</a:t>
            </a:r>
            <a:r>
              <a:rPr lang="en-US" sz="3333" dirty="0">
                <a:solidFill>
                  <a:srgbClr val="FF0000"/>
                </a:solidFill>
                <a:latin typeface="Courier New"/>
                <a:ea typeface="Courier New"/>
                <a:cs typeface="Courier New"/>
                <a:sym typeface="courier new"/>
              </a:rPr>
              <a:t>r</a:t>
            </a:r>
            <a:r>
              <a:rPr lang="en-US" sz="3333" dirty="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-US" sz="3333" dirty="0">
                <a:solidFill>
                  <a:srgbClr val="FF0000"/>
                </a:solidFill>
                <a:latin typeface="Courier New"/>
                <a:ea typeface="Courier New"/>
                <a:cs typeface="Courier New"/>
                <a:sym typeface="courier new"/>
              </a:rPr>
              <a:t>e</a:t>
            </a:r>
            <a:r>
              <a:rPr lang="en-US" sz="3333" dirty="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xp</a:t>
            </a:r>
            <a:r>
              <a:rPr lang="en-US" sz="3333" dirty="0">
                <a:solidFill>
                  <a:srgbClr val="FF0000"/>
                </a:solidFill>
                <a:latin typeface="Courier New"/>
                <a:ea typeface="Courier New"/>
                <a:cs typeface="Courier New"/>
                <a:sym typeface="courier new"/>
              </a:rPr>
              <a:t>ress</a:t>
            </a:r>
            <a:r>
              <a:rPr lang="en-US" sz="3333" dirty="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ion</a:t>
            </a:r>
            <a:r>
              <a:rPr lang="en-US" sz="3333" dirty="0">
                <a:solidFill>
                  <a:srgbClr val="FF0000"/>
                </a:solidFill>
                <a:latin typeface="Courier New"/>
                <a:ea typeface="Courier New"/>
                <a:cs typeface="Courier New"/>
                <a:sym typeface="courier new"/>
              </a:rPr>
              <a:t>s</a:t>
            </a:r>
            <a:r>
              <a:rPr lang="en-US" sz="3333" dirty="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"</a:t>
            </a:r>
            <a:br>
              <a:rPr lang="en-US" sz="3333" dirty="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</a:br>
            <a:r>
              <a:rPr lang="en-US" sz="3333" dirty="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 </a:t>
            </a:r>
          </a:p>
          <a:p>
            <a:pPr rtl="0">
              <a:lnSpc>
                <a:spcPct val="100000"/>
              </a:lnSpc>
              <a:buNone/>
            </a:pPr>
            <a:r>
              <a:rPr lang="en-US" sz="3333" dirty="0" err="1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regexp</a:t>
            </a:r>
            <a:r>
              <a:rPr lang="en-US" sz="3333" dirty="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: "[a-z]{3,}"</a:t>
            </a:r>
          </a:p>
          <a:p>
            <a:pPr rtl="0">
              <a:lnSpc>
                <a:spcPct val="100000"/>
              </a:lnSpc>
              <a:buNone/>
            </a:pPr>
            <a:r>
              <a:rPr lang="en-US" sz="3300" dirty="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match: "</a:t>
            </a:r>
            <a:r>
              <a:rPr lang="en-US" sz="3300" dirty="0">
                <a:solidFill>
                  <a:schemeClr val="tx1"/>
                </a:solidFill>
                <a:latin typeface="Courier New"/>
                <a:ea typeface="Courier New"/>
                <a:cs typeface="Courier New"/>
                <a:sym typeface="courier new"/>
              </a:rPr>
              <a:t>R</a:t>
            </a:r>
            <a:r>
              <a:rPr lang="en-US" sz="3300" dirty="0">
                <a:solidFill>
                  <a:srgbClr val="FF0000"/>
                </a:solidFill>
                <a:latin typeface="Courier New"/>
                <a:ea typeface="Courier New"/>
                <a:cs typeface="Courier New"/>
                <a:sym typeface="courier new"/>
              </a:rPr>
              <a:t>egular expressions</a:t>
            </a:r>
            <a:r>
              <a:rPr lang="en-US" sz="3300" dirty="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"</a:t>
            </a:r>
            <a:endParaRPr lang="en-US" sz="3300" dirty="0">
              <a:solidFill>
                <a:srgbClr val="666666"/>
              </a:solidFill>
              <a:latin typeface="Courier New"/>
              <a:ea typeface="Courier New"/>
              <a:cs typeface="Courier New"/>
            </a:endParaRPr>
          </a:p>
        </p:txBody>
      </p:sp>
      <p:sp>
        <p:nvSpPr>
          <p:cNvPr id="118" name="Shape 118"/>
          <p:cNvSpPr/>
          <p:nvPr/>
        </p:nvSpPr>
        <p:spPr>
          <a:xfrm>
            <a:off x="0" y="6096000"/>
            <a:ext cx="1270000" cy="1524000"/>
          </a:xfrm>
          <a:prstGeom prst="rect">
            <a:avLst/>
          </a:pr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 lang="sk-SK"/>
          </a:p>
        </p:txBody>
      </p:sp>
    </p:spTree>
  </p:cSld>
  <p:clrMapOvr>
    <a:masterClrMapping/>
  </p:clrMapOvr>
  <p:transition spd="slow">
    <p:cut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/>
          <a:stretch>
            <a:fillRect/>
          </a:stretch>
        </a:blipFill>
        <a:effectLst/>
      </p:bgPr>
    </p:bg>
    <p:spTree>
      <p:nvGrpSpPr>
        <p:cNvPr id="1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Shape 123"/>
          <p:cNvSpPr txBox="1">
            <a:spLocks noGrp="1"/>
          </p:cNvSpPr>
          <p:nvPr>
            <p:ph type="title"/>
          </p:nvPr>
        </p:nvSpPr>
        <p:spPr>
          <a:xfrm>
            <a:off x="1727200" y="0"/>
            <a:ext cx="8093399" cy="1209899"/>
          </a:xfrm>
          <a:prstGeom prst="rect">
            <a:avLst/>
          </a:prstGeom>
        </p:spPr>
        <p:txBody>
          <a:bodyPr lIns="38100" tIns="38100" rIns="38100" bIns="38100" anchor="ctr" anchorCtr="0">
            <a:noAutofit/>
          </a:bodyPr>
          <a:lstStyle/>
          <a:p>
            <a:pPr marL="0" marR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00" b="1">
                <a:solidFill>
                  <a:srgbClr val="444444"/>
                </a:solidFill>
                <a:latin typeface="Arial"/>
                <a:ea typeface="Arial"/>
                <a:cs typeface="Arial"/>
                <a:sym typeface="Arial"/>
              </a:rPr>
              <a:t>Back-Referencing</a:t>
            </a:r>
          </a:p>
        </p:txBody>
      </p:sp>
      <p:sp>
        <p:nvSpPr>
          <p:cNvPr id="124" name="Shape 124"/>
          <p:cNvSpPr txBox="1"/>
          <p:nvPr/>
        </p:nvSpPr>
        <p:spPr>
          <a:xfrm>
            <a:off x="1930400" y="1524000"/>
            <a:ext cx="7872575" cy="5632425"/>
          </a:xfrm>
          <a:prstGeom prst="rect">
            <a:avLst/>
          </a:prstGeom>
        </p:spPr>
        <p:txBody>
          <a:bodyPr lIns="38100" tIns="38100" rIns="38100" bIns="38100" anchor="t" anchorCtr="0">
            <a:noAutofit/>
          </a:bodyPr>
          <a:lstStyle/>
          <a:p>
            <a:pPr marL="381000" marR="0" lvl="0" indent="-26246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ct val="168350"/>
              <a:buFont typeface="Arial"/>
              <a:buChar char="•"/>
            </a:pPr>
            <a:r>
              <a:rPr lang="en-US" sz="3333" dirty="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re-using of a part of a Regular Expression selected by grouping</a:t>
            </a:r>
          </a:p>
          <a:p>
            <a:pPr marL="381000" marR="0" lvl="0" indent="-26246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ct val="168350"/>
              <a:buFont typeface="Arial"/>
              <a:buChar char="•"/>
            </a:pPr>
            <a:r>
              <a:rPr lang="en-US" sz="3333" dirty="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can be used in </a:t>
            </a:r>
            <a:r>
              <a:rPr lang="en-US" sz="3333" dirty="0" err="1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sed</a:t>
            </a:r>
            <a:r>
              <a:rPr lang="en-US" sz="3333" dirty="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 in the replacement part of the substitute command</a:t>
            </a:r>
          </a:p>
          <a:p>
            <a:pPr marL="381000" marR="0" lvl="0" indent="-26246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ct val="168350"/>
              <a:buFont typeface="Arial"/>
              <a:buChar char="•"/>
            </a:pPr>
            <a:r>
              <a:rPr lang="en-US" sz="3333" dirty="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example:</a:t>
            </a:r>
          </a:p>
          <a:p>
            <a:pPr marL="381000" marR="0" lvl="0" indent="-26246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ct val="168350"/>
              <a:buFont typeface="Arial"/>
              <a:buChar char="•"/>
            </a:pPr>
            <a:r>
              <a:rPr lang="en-US" sz="3333" dirty="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echo "12:34" | sed -E 's/([0-9]{2})\:([0-9]{2})/It is \1 hours and \2 minutes/’</a:t>
            </a:r>
            <a:endParaRPr lang="en-US" sz="3333" dirty="0">
              <a:solidFill>
                <a:srgbClr val="666666"/>
              </a:solidFill>
              <a:ea typeface="Courier New"/>
            </a:endParaRPr>
          </a:p>
          <a:p>
            <a:pPr marL="381000" marR="0" lvl="0" indent="-26246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ct val="168350"/>
              <a:buFont typeface="Arial"/>
              <a:buChar char="•"/>
            </a:pPr>
            <a:r>
              <a:rPr lang="en-US" sz="3333" dirty="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Output:</a:t>
            </a:r>
          </a:p>
          <a:p>
            <a:pPr marL="118534">
              <a:buClr>
                <a:srgbClr val="666666"/>
              </a:buClr>
              <a:buSzPct val="168350"/>
            </a:pPr>
            <a:r>
              <a:rPr lang="sk-SK" sz="4400" dirty="0" err="1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It</a:t>
            </a:r>
            <a:r>
              <a:rPr lang="sk-SK" sz="440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sk-SK" sz="4400" dirty="0" err="1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is</a:t>
            </a:r>
            <a:r>
              <a:rPr lang="sk-SK" sz="440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12 </a:t>
            </a:r>
            <a:r>
              <a:rPr lang="sk-SK" sz="4400" dirty="0" err="1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hours</a:t>
            </a:r>
            <a:r>
              <a:rPr lang="sk-SK" sz="440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and 34 </a:t>
            </a:r>
            <a:r>
              <a:rPr lang="sk-SK" sz="4400" dirty="0" err="1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minutes</a:t>
            </a:r>
            <a:endParaRPr lang="sk-SK" sz="4400" dirty="0">
              <a:solidFill>
                <a:srgbClr val="000000"/>
              </a:solidFill>
              <a:effectLst/>
              <a:latin typeface="Menlo" panose="020B0609030804020204" pitchFamily="49" charset="0"/>
            </a:endParaRPr>
          </a:p>
          <a:p>
            <a:pPr marL="118534" marR="0"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ct val="168350"/>
            </a:pPr>
            <a:endParaRPr lang="en-US" sz="3333" dirty="0">
              <a:solidFill>
                <a:srgbClr val="666666"/>
              </a:solidFill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125" name="Shape 125"/>
          <p:cNvSpPr/>
          <p:nvPr/>
        </p:nvSpPr>
        <p:spPr>
          <a:xfrm>
            <a:off x="0" y="6096000"/>
            <a:ext cx="1270000" cy="1524000"/>
          </a:xfrm>
          <a:prstGeom prst="rect">
            <a:avLst/>
          </a:pr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 lang="sk-SK"/>
          </a:p>
        </p:txBody>
      </p:sp>
    </p:spTree>
  </p:cSld>
  <p:clrMapOvr>
    <a:masterClrMapping/>
  </p:clrMapOvr>
  <p:transition spd="slow">
    <p:cut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/>
          <a:stretch>
            <a:fillRect/>
          </a:stretch>
        </a:blipFill>
        <a:effectLst/>
      </p:bgPr>
    </p:bg>
    <p:spTree>
      <p:nvGrpSpPr>
        <p:cNvPr id="1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Shape 130"/>
          <p:cNvSpPr txBox="1">
            <a:spLocks noGrp="1"/>
          </p:cNvSpPr>
          <p:nvPr>
            <p:ph type="title"/>
          </p:nvPr>
        </p:nvSpPr>
        <p:spPr>
          <a:xfrm>
            <a:off x="1727200" y="0"/>
            <a:ext cx="8078099" cy="1237800"/>
          </a:xfrm>
          <a:prstGeom prst="rect">
            <a:avLst/>
          </a:prstGeom>
        </p:spPr>
        <p:txBody>
          <a:bodyPr lIns="38100" tIns="38100" rIns="38100" bIns="38100" anchor="ctr" anchorCtr="0">
            <a:noAutofit/>
          </a:bodyPr>
          <a:lstStyle/>
          <a:p>
            <a:pPr marL="0" marR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00" b="1" dirty="0">
                <a:solidFill>
                  <a:srgbClr val="444444"/>
                </a:solidFill>
                <a:latin typeface="Arial"/>
                <a:ea typeface="Arial"/>
                <a:cs typeface="Arial"/>
                <a:sym typeface="Arial"/>
              </a:rPr>
              <a:t>grep Options For </a:t>
            </a:r>
            <a:r>
              <a:rPr lang="en-US" sz="4000" b="1" dirty="0" err="1">
                <a:solidFill>
                  <a:srgbClr val="444444"/>
                </a:solidFill>
                <a:latin typeface="Arial"/>
                <a:ea typeface="Arial"/>
                <a:cs typeface="Arial"/>
                <a:sym typeface="Arial"/>
              </a:rPr>
              <a:t>RegExps</a:t>
            </a:r>
          </a:p>
        </p:txBody>
      </p:sp>
      <p:sp>
        <p:nvSpPr>
          <p:cNvPr id="131" name="Shape 131"/>
          <p:cNvSpPr txBox="1"/>
          <p:nvPr/>
        </p:nvSpPr>
        <p:spPr>
          <a:xfrm>
            <a:off x="1930400" y="1524000"/>
            <a:ext cx="7872575" cy="5632425"/>
          </a:xfrm>
          <a:prstGeom prst="rect">
            <a:avLst/>
          </a:prstGeom>
        </p:spPr>
        <p:txBody>
          <a:bodyPr lIns="38100" tIns="38100" rIns="38100" bIns="38100" anchor="t" anchorCtr="0">
            <a:noAutofit/>
          </a:bodyPr>
          <a:lstStyle/>
          <a:p>
            <a:pPr marL="381000" marR="0" lvl="0" indent="-25973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ct val="166177"/>
              <a:buFont typeface="Arial"/>
              <a:buChar char="•"/>
            </a:pPr>
            <a:r>
              <a:rPr lang="en-US" sz="329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use </a:t>
            </a:r>
            <a:r>
              <a:rPr lang="en-US" sz="329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egrep</a:t>
            </a:r>
            <a:r>
              <a:rPr lang="en-US" sz="329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 instead of </a:t>
            </a:r>
            <a:r>
              <a:rPr lang="en-US" sz="329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grep</a:t>
            </a:r>
          </a:p>
          <a:p>
            <a:pPr marL="762000" marR="0" lvl="1" indent="-25973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ct val="99706"/>
              <a:buFont typeface="Courier New"/>
              <a:buChar char="o"/>
            </a:pPr>
            <a:r>
              <a:rPr lang="en-US" sz="329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egrep</a:t>
            </a:r>
            <a:r>
              <a:rPr lang="en-US" sz="329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 is </a:t>
            </a:r>
            <a:r>
              <a:rPr lang="en-US" sz="329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grep -E</a:t>
            </a:r>
          </a:p>
          <a:p>
            <a:pPr marL="381000" marR="0" lvl="0" indent="-25973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ct val="166177"/>
              <a:buFont typeface="Arial"/>
              <a:buChar char="•"/>
            </a:pPr>
            <a:r>
              <a:rPr lang="en-US" sz="329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-i</a:t>
            </a:r>
            <a:r>
              <a:rPr lang="en-US" sz="329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 - ignore case</a:t>
            </a:r>
          </a:p>
          <a:p>
            <a:pPr marL="381000" marR="0" lvl="0" indent="-25973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ct val="166177"/>
              <a:buFont typeface="Arial"/>
              <a:buChar char="•"/>
            </a:pPr>
            <a:r>
              <a:rPr lang="en-US" sz="329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-o</a:t>
            </a:r>
            <a:r>
              <a:rPr lang="en-US" sz="329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 - print only matched parts of a matching line</a:t>
            </a:r>
          </a:p>
          <a:p>
            <a:pPr marL="381000" marR="0" lvl="0" indent="-25973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ct val="166177"/>
              <a:buFont typeface="Arial"/>
              <a:buChar char="•"/>
            </a:pPr>
            <a:r>
              <a:rPr lang="en-US" sz="3290">
                <a:solidFill>
                  <a:srgbClr val="666666"/>
                </a:solidFill>
                <a:latin typeface="Courier New"/>
                <a:ea typeface="Courier New"/>
                <a:cs typeface="Courier New"/>
                <a:sym typeface="courier new"/>
              </a:rPr>
              <a:t>--color=auto</a:t>
            </a:r>
            <a:r>
              <a:rPr lang="en-US" sz="329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 - display the matched strings in colors</a:t>
            </a:r>
          </a:p>
        </p:txBody>
      </p:sp>
      <p:sp>
        <p:nvSpPr>
          <p:cNvPr id="132" name="Shape 132"/>
          <p:cNvSpPr/>
          <p:nvPr/>
        </p:nvSpPr>
        <p:spPr>
          <a:xfrm>
            <a:off x="0" y="6096000"/>
            <a:ext cx="1270000" cy="1524000"/>
          </a:xfrm>
          <a:prstGeom prst="rect">
            <a:avLst/>
          </a:pr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 lang="sk-SK"/>
          </a:p>
        </p:txBody>
      </p:sp>
    </p:spTree>
  </p:cSld>
  <p:clrMapOvr>
    <a:masterClrMapping/>
  </p:clrMapOvr>
  <p:transition spd="slow">
    <p:cut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951590-0E27-672F-23A3-46A641BB18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4250" dirty="0" err="1"/>
              <a:t>Egrep</a:t>
            </a:r>
            <a:r>
              <a:rPr lang="en-US" sz="4250" dirty="0"/>
              <a:t> </a:t>
            </a:r>
            <a:r>
              <a:rPr lang="en-US" sz="4250" dirty="0" err="1"/>
              <a:t>príklad</a:t>
            </a:r>
            <a:endParaRPr lang="en-US" dirty="0" err="1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D8FAB66-205C-93C0-C547-0814BCD352C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04800" y="1828800"/>
            <a:ext cx="9550400" cy="564655"/>
          </a:xfrm>
        </p:spPr>
        <p:txBody>
          <a:bodyPr/>
          <a:lstStyle/>
          <a:p>
            <a:r>
              <a:rPr lang="en-US" sz="2000" dirty="0" err="1"/>
              <a:t>egrep</a:t>
            </a:r>
            <a:r>
              <a:rPr lang="en-US" sz="2000" dirty="0"/>
              <a:t> -</a:t>
            </a:r>
            <a:r>
              <a:rPr lang="en-US" sz="2000" dirty="0" err="1"/>
              <a:t>i</a:t>
            </a:r>
            <a:r>
              <a:rPr lang="en-US" sz="2000" dirty="0"/>
              <a:t> "\&lt;an" osoby.txt</a:t>
            </a:r>
            <a:endParaRPr lang="en-US" dirty="0"/>
          </a:p>
          <a:p>
            <a:endParaRPr lang="en-US" sz="2000" b="1" dirty="0"/>
          </a:p>
          <a:p>
            <a:endParaRPr lang="en-US" sz="2000" b="1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DE6F42E-3830-A463-1DC5-8FDDE0AB6F28}"/>
              </a:ext>
            </a:extLst>
          </p:cNvPr>
          <p:cNvSpPr txBox="1"/>
          <p:nvPr/>
        </p:nvSpPr>
        <p:spPr>
          <a:xfrm>
            <a:off x="388483" y="6016006"/>
            <a:ext cx="9025940" cy="40011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000" dirty="0" err="1"/>
              <a:t>egrep</a:t>
            </a:r>
            <a:r>
              <a:rPr lang="en-US" sz="2000" dirty="0"/>
              <a:t> -</a:t>
            </a:r>
            <a:r>
              <a:rPr lang="en-US" sz="2000" dirty="0" err="1"/>
              <a:t>i</a:t>
            </a:r>
            <a:r>
              <a:rPr lang="en-US" sz="2000" dirty="0"/>
              <a:t> "</a:t>
            </a:r>
            <a:r>
              <a:rPr lang="en-US" sz="2000" dirty="0" err="1"/>
              <a:t>na</a:t>
            </a:r>
            <a:r>
              <a:rPr lang="en-US" sz="2000" dirty="0"/>
              <a:t>\&gt;" osoby.txt     #aký </a:t>
            </a:r>
            <a:r>
              <a:rPr lang="en-US" sz="2000" dirty="0" err="1"/>
              <a:t>bude</a:t>
            </a:r>
            <a:r>
              <a:rPr lang="en-US" sz="2000" dirty="0"/>
              <a:t> </a:t>
            </a:r>
            <a:r>
              <a:rPr lang="en-US" sz="2000" dirty="0" err="1"/>
              <a:t>výstup</a:t>
            </a:r>
            <a:r>
              <a:rPr lang="en-US" sz="2000" dirty="0"/>
              <a:t>?</a:t>
            </a:r>
          </a:p>
        </p:txBody>
      </p:sp>
      <p:pic>
        <p:nvPicPr>
          <p:cNvPr id="7" name="Obrázok 6" descr="Obrázok, na ktorom je text, písmo, číslo, softvér&#10;&#10;Obsah vygenerovaný umelou inteligenciou môže byť nesprávny.">
            <a:extLst>
              <a:ext uri="{FF2B5EF4-FFF2-40B4-BE49-F238E27FC236}">
                <a16:creationId xmlns:a16="http://schemas.microsoft.com/office/drawing/2014/main" id="{C2E1F55B-6F50-7370-FB8B-82B516B737F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8483" y="2050997"/>
            <a:ext cx="7772400" cy="43074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9982304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/>
          <a:stretch>
            <a:fillRect/>
          </a:stretch>
        </a:blipFill>
        <a:effectLst/>
      </p:bgPr>
    </p:bg>
    <p:spTree>
      <p:nvGrpSpPr>
        <p:cNvPr id="1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Shape 143"/>
          <p:cNvSpPr txBox="1">
            <a:spLocks noGrp="1"/>
          </p:cNvSpPr>
          <p:nvPr>
            <p:ph type="title"/>
          </p:nvPr>
        </p:nvSpPr>
        <p:spPr>
          <a:xfrm>
            <a:off x="1705675" y="0"/>
            <a:ext cx="8121299" cy="1275599"/>
          </a:xfrm>
          <a:prstGeom prst="rect">
            <a:avLst/>
          </a:prstGeom>
        </p:spPr>
        <p:txBody>
          <a:bodyPr lIns="38100" tIns="38100" rIns="38100" bIns="38100" anchor="ctr" anchorCtr="0">
            <a:noAutofit/>
          </a:bodyPr>
          <a:lstStyle/>
          <a:p>
            <a:pPr marL="0" marR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00" b="1">
                <a:solidFill>
                  <a:srgbClr val="444444"/>
                </a:solidFill>
                <a:latin typeface="Arial"/>
                <a:ea typeface="Arial"/>
                <a:cs typeface="Arial"/>
                <a:sym typeface="Arial"/>
              </a:rPr>
              <a:t>Links and Resources</a:t>
            </a:r>
          </a:p>
        </p:txBody>
      </p:sp>
      <p:sp>
        <p:nvSpPr>
          <p:cNvPr id="144" name="Shape 144"/>
          <p:cNvSpPr txBox="1"/>
          <p:nvPr/>
        </p:nvSpPr>
        <p:spPr>
          <a:xfrm>
            <a:off x="1954375" y="1621000"/>
            <a:ext cx="7872575" cy="5574225"/>
          </a:xfrm>
          <a:prstGeom prst="rect">
            <a:avLst/>
          </a:prstGeom>
        </p:spPr>
        <p:txBody>
          <a:bodyPr lIns="38100" tIns="38100" rIns="38100" bIns="38100" anchor="t" anchorCtr="0">
            <a:noAutofit/>
          </a:bodyPr>
          <a:lstStyle/>
          <a:p>
            <a:pPr marL="381000" marR="0" lvl="0" indent="-262255" algn="l" rtl="0">
              <a:lnSpc>
                <a:spcPct val="100000"/>
              </a:lnSpc>
              <a:spcBef>
                <a:spcPts val="604"/>
              </a:spcBef>
              <a:spcAft>
                <a:spcPts val="0"/>
              </a:spcAft>
              <a:buClr>
                <a:srgbClr val="0000FF"/>
              </a:buClr>
              <a:buSzPct val="168350"/>
              <a:buFont typeface="Arial"/>
              <a:buChar char="•"/>
            </a:pPr>
            <a:endParaRPr lang="en-US" sz="3300" u="sng" dirty="0">
              <a:solidFill>
                <a:srgbClr val="0000FF"/>
              </a:solidFill>
            </a:endParaRPr>
          </a:p>
          <a:p>
            <a:pPr marL="381000" marR="0" lvl="0" indent="-26225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FF"/>
              </a:buClr>
              <a:buSzPct val="168350"/>
              <a:buFont typeface="Arial"/>
              <a:buChar char="•"/>
            </a:pPr>
            <a:r>
              <a:rPr lang="en-US" sz="3300" u="sng" dirty="0">
                <a:solidFill>
                  <a:srgbClr val="0000FF"/>
                </a:solidFill>
              </a:rPr>
              <a:t>http://www.regular-expressions.info/</a:t>
            </a:r>
            <a:endParaRPr lang="en-US" sz="3300" u="sng" dirty="0">
              <a:solidFill>
                <a:srgbClr val="0000FF"/>
              </a:solidFill>
              <a:latin typeface="Arial"/>
              <a:ea typeface="Arial"/>
              <a:cs typeface="Arial"/>
            </a:endParaRPr>
          </a:p>
          <a:p>
            <a:pPr marL="381000" indent="-262255">
              <a:buClr>
                <a:srgbClr val="0000FF"/>
              </a:buClr>
              <a:buSzPct val="168350"/>
              <a:buFont typeface="Arial"/>
              <a:buChar char="•"/>
            </a:pPr>
            <a:endParaRPr lang="en-US" sz="3300" u="sng" dirty="0">
              <a:solidFill>
                <a:srgbClr val="0000FF"/>
              </a:solidFill>
            </a:endParaRPr>
          </a:p>
          <a:p>
            <a:pPr marL="381000" indent="-262255">
              <a:buClr>
                <a:srgbClr val="0000FF"/>
              </a:buClr>
              <a:buSzPct val="168350"/>
              <a:buFont typeface="Arial"/>
              <a:buChar char="•"/>
            </a:pPr>
            <a:r>
              <a:rPr lang="en-US" sz="3300" dirty="0">
                <a:solidFill>
                  <a:srgbClr val="0000FF"/>
                </a:solidFill>
                <a:hlinkClick r:id="rId4"/>
              </a:rPr>
              <a:t>RegExr: Learn, Build, &amp; Test RegEx</a:t>
            </a:r>
          </a:p>
          <a:p>
            <a:pPr marL="381000" lvl="3" indent="-262255">
              <a:buClr>
                <a:srgbClr val="0000FF"/>
              </a:buClr>
              <a:buSzPct val="168350"/>
              <a:buFont typeface="Arial"/>
              <a:buChar char="•"/>
            </a:pPr>
            <a:r>
              <a:rPr lang="en-US" sz="3300" dirty="0">
                <a:solidFill>
                  <a:srgbClr val="0000FF"/>
                </a:solidFill>
              </a:rPr>
              <a:t>https://regexr.com/</a:t>
            </a:r>
          </a:p>
          <a:p>
            <a:pPr marL="381000" indent="-262255">
              <a:buClr>
                <a:srgbClr val="0000FF"/>
              </a:buClr>
              <a:buSzPct val="168350"/>
              <a:buFont typeface="Arial"/>
              <a:buChar char="•"/>
            </a:pPr>
            <a:endParaRPr lang="en-US" sz="3300" dirty="0">
              <a:solidFill>
                <a:srgbClr val="0000FF"/>
              </a:solidFill>
            </a:endParaRPr>
          </a:p>
          <a:p>
            <a:pPr marL="381000" indent="-262255">
              <a:buClr>
                <a:srgbClr val="0000FF"/>
              </a:buClr>
              <a:buSzPct val="168350"/>
              <a:buFont typeface="Arial"/>
              <a:buChar char="•"/>
            </a:pPr>
            <a:endParaRPr lang="en-US" sz="3300" dirty="0">
              <a:solidFill>
                <a:srgbClr val="0000FF"/>
              </a:solidFill>
            </a:endParaRPr>
          </a:p>
          <a:p>
            <a:pPr marL="118745" algn="ctr">
              <a:buClr>
                <a:srgbClr val="0000FF"/>
              </a:buClr>
              <a:buSzPct val="168350"/>
            </a:pPr>
            <a:r>
              <a:rPr lang="en-US" sz="4000" b="1" dirty="0">
                <a:solidFill>
                  <a:srgbClr val="444444"/>
                </a:solidFill>
              </a:rPr>
              <a:t>Questions?</a:t>
            </a:r>
            <a:endParaRPr lang="en-US" sz="3300" dirty="0">
              <a:solidFill>
                <a:srgbClr val="0000FF"/>
              </a:solidFill>
            </a:endParaRPr>
          </a:p>
        </p:txBody>
      </p:sp>
      <p:sp>
        <p:nvSpPr>
          <p:cNvPr id="145" name="Shape 145"/>
          <p:cNvSpPr/>
          <p:nvPr/>
        </p:nvSpPr>
        <p:spPr>
          <a:xfrm>
            <a:off x="0" y="6098625"/>
            <a:ext cx="1270000" cy="1524000"/>
          </a:xfrm>
          <a:prstGeom prst="rect">
            <a:avLst/>
          </a:prstGeom>
          <a:blipFill>
            <a:blip r:embed="rId5"/>
            <a:stretch>
              <a:fillRect/>
            </a:stretch>
          </a:blipFill>
        </p:spPr>
        <p:txBody>
          <a:bodyPr/>
          <a:lstStyle/>
          <a:p>
            <a:endParaRPr lang="sk-SK"/>
          </a:p>
        </p:txBody>
      </p:sp>
    </p:spTree>
  </p:cSld>
  <p:clrMapOvr>
    <a:masterClrMapping/>
  </p:clrMapOvr>
  <p:transition spd="slow">
    <p:cut/>
  </p:transition>
</p:sld>
</file>

<file path=ppt/theme/theme1.xml><?xml version="1.0" encoding="utf-8"?>
<a:theme xmlns:a="http://schemas.openxmlformats.org/drawingml/2006/main" name="Custom Theme">
  <a:themeElements>
    <a:clrScheme name="blank">
      <a:dk1>
        <a:srgbClr val="000000"/>
      </a:dk1>
      <a:lt1>
        <a:srgbClr val="FFFFFF"/>
      </a:lt1>
      <a:dk2>
        <a:srgbClr val="073763"/>
      </a:dk2>
      <a:lt2>
        <a:srgbClr val="CFE2F3"/>
      </a:lt2>
      <a:accent1>
        <a:srgbClr val="404040"/>
      </a:accent1>
      <a:accent2>
        <a:srgbClr val="808080"/>
      </a:accent2>
      <a:accent3>
        <a:srgbClr val="C0C0C0"/>
      </a:accent3>
      <a:accent4>
        <a:srgbClr val="396187"/>
      </a:accent4>
      <a:accent5>
        <a:srgbClr val="6B8CAB"/>
      </a:accent5>
      <a:accent6>
        <a:srgbClr val="9DB7CF"/>
      </a:accent6>
      <a:hlink>
        <a:srgbClr val="0000EE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181</TotalTime>
  <Words>966</Words>
  <Application>Microsoft Macintosh PowerPoint</Application>
  <PresentationFormat>Vlastná</PresentationFormat>
  <Paragraphs>129</Paragraphs>
  <Slides>18</Slides>
  <Notes>16</Notes>
  <HiddenSlides>0</HiddenSlides>
  <MMClips>0</MMClips>
  <ScaleCrop>false</ScaleCrop>
  <HeadingPairs>
    <vt:vector size="6" baseType="variant">
      <vt:variant>
        <vt:lpstr>Použité písma</vt:lpstr>
      </vt:variant>
      <vt:variant>
        <vt:i4>4</vt:i4>
      </vt:variant>
      <vt:variant>
        <vt:lpstr>Motív</vt:lpstr>
      </vt:variant>
      <vt:variant>
        <vt:i4>1</vt:i4>
      </vt:variant>
      <vt:variant>
        <vt:lpstr>Nadpisy snímok</vt:lpstr>
      </vt:variant>
      <vt:variant>
        <vt:i4>18</vt:i4>
      </vt:variant>
    </vt:vector>
  </HeadingPairs>
  <TitlesOfParts>
    <vt:vector size="23" baseType="lpstr">
      <vt:lpstr>Arial</vt:lpstr>
      <vt:lpstr>Arial</vt:lpstr>
      <vt:lpstr>Courier New</vt:lpstr>
      <vt:lpstr>Menlo</vt:lpstr>
      <vt:lpstr>Custom Theme</vt:lpstr>
      <vt:lpstr>Regular Expressions</vt:lpstr>
      <vt:lpstr>Regular Expressions I.</vt:lpstr>
      <vt:lpstr>Regular Expressions II.</vt:lpstr>
      <vt:lpstr>The Basics</vt:lpstr>
      <vt:lpstr>Main Metacharacters</vt:lpstr>
      <vt:lpstr>RE Character Classes I.</vt:lpstr>
      <vt:lpstr>RE Character Classes II.</vt:lpstr>
      <vt:lpstr>RE Character Classes III.</vt:lpstr>
      <vt:lpstr>RE Quantifiers</vt:lpstr>
      <vt:lpstr>Matching Alternatives</vt:lpstr>
      <vt:lpstr>Matching Alternatives Examples</vt:lpstr>
      <vt:lpstr>Egrep výstup</vt:lpstr>
      <vt:lpstr>Character Repetition</vt:lpstr>
      <vt:lpstr>Character Repetition Examples</vt:lpstr>
      <vt:lpstr>Back-Referencing</vt:lpstr>
      <vt:lpstr>grep Options For RegExps</vt:lpstr>
      <vt:lpstr>Egrep príklad</vt:lpstr>
      <vt:lpstr>Links and Resources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Regular Expressions</dc:title>
  <cp:lastModifiedBy>Július Baráth</cp:lastModifiedBy>
  <cp:revision>130</cp:revision>
  <dcterms:modified xsi:type="dcterms:W3CDTF">2025-03-28T09:39:41Z</dcterms:modified>
</cp:coreProperties>
</file>