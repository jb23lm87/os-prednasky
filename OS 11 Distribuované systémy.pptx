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4"/>
  </p:notesMasterIdLst>
  <p:handoutMasterIdLst>
    <p:handoutMasterId r:id="rId45"/>
  </p:handoutMasterIdLst>
  <p:sldIdLst>
    <p:sldId id="321" r:id="rId2"/>
    <p:sldId id="270" r:id="rId3"/>
    <p:sldId id="319" r:id="rId4"/>
    <p:sldId id="323" r:id="rId5"/>
    <p:sldId id="342" r:id="rId6"/>
    <p:sldId id="324" r:id="rId7"/>
    <p:sldId id="305" r:id="rId8"/>
    <p:sldId id="306" r:id="rId9"/>
    <p:sldId id="307" r:id="rId10"/>
    <p:sldId id="280" r:id="rId11"/>
    <p:sldId id="281" r:id="rId12"/>
    <p:sldId id="282" r:id="rId13"/>
    <p:sldId id="302" r:id="rId14"/>
    <p:sldId id="283" r:id="rId15"/>
    <p:sldId id="284" r:id="rId16"/>
    <p:sldId id="285" r:id="rId17"/>
    <p:sldId id="286" r:id="rId18"/>
    <p:sldId id="343" r:id="rId19"/>
    <p:sldId id="287" r:id="rId20"/>
    <p:sldId id="290" r:id="rId21"/>
    <p:sldId id="291" r:id="rId22"/>
    <p:sldId id="294" r:id="rId23"/>
    <p:sldId id="295" r:id="rId24"/>
    <p:sldId id="325" r:id="rId25"/>
    <p:sldId id="326" r:id="rId26"/>
    <p:sldId id="340" r:id="rId27"/>
    <p:sldId id="341" r:id="rId28"/>
    <p:sldId id="308" r:id="rId29"/>
    <p:sldId id="311" r:id="rId30"/>
    <p:sldId id="313" r:id="rId31"/>
    <p:sldId id="312" r:id="rId32"/>
    <p:sldId id="309" r:id="rId33"/>
    <p:sldId id="327" r:id="rId34"/>
    <p:sldId id="329" r:id="rId35"/>
    <p:sldId id="330" r:id="rId36"/>
    <p:sldId id="331" r:id="rId37"/>
    <p:sldId id="332" r:id="rId38"/>
    <p:sldId id="333" r:id="rId39"/>
    <p:sldId id="334" r:id="rId40"/>
    <p:sldId id="335" r:id="rId41"/>
    <p:sldId id="337" r:id="rId42"/>
    <p:sldId id="322" r:id="rId43"/>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813">
          <p15:clr>
            <a:srgbClr val="A4A3A4"/>
          </p15:clr>
        </p15:guide>
        <p15:guide id="2" pos="5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478EC4-42C6-D343-A970-9DCD7C2988CF}" v="3" dt="2024-04-25T05:28:21.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56"/>
    <p:restoredTop sz="96327"/>
  </p:normalViewPr>
  <p:slideViewPr>
    <p:cSldViewPr snapToGrid="0">
      <p:cViewPr varScale="1">
        <p:scale>
          <a:sx n="128" d="100"/>
          <a:sy n="128" d="100"/>
        </p:scale>
        <p:origin x="1536" y="176"/>
      </p:cViewPr>
      <p:guideLst>
        <p:guide orient="horz" pos="813"/>
        <p:guide pos="5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61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0F478EC4-42C6-D343-A970-9DCD7C2988CF}"/>
    <pc:docChg chg="custSel modSld">
      <pc:chgData name="Baráth, Július" userId="aebde9b9-dccc-4475-a9ac-c05e78323d7a" providerId="ADAL" clId="{0F478EC4-42C6-D343-A970-9DCD7C2988CF}" dt="2024-04-25T05:36:20.334" v="34" actId="1076"/>
      <pc:docMkLst>
        <pc:docMk/>
      </pc:docMkLst>
      <pc:sldChg chg="addSp modSp mod modNotesTx">
        <pc:chgData name="Baráth, Július" userId="aebde9b9-dccc-4475-a9ac-c05e78323d7a" providerId="ADAL" clId="{0F478EC4-42C6-D343-A970-9DCD7C2988CF}" dt="2024-04-25T05:21:07.479" v="25"/>
        <pc:sldMkLst>
          <pc:docMk/>
          <pc:sldMk cId="0" sldId="280"/>
        </pc:sldMkLst>
        <pc:spChg chg="add mod">
          <ac:chgData name="Baráth, Július" userId="aebde9b9-dccc-4475-a9ac-c05e78323d7a" providerId="ADAL" clId="{0F478EC4-42C6-D343-A970-9DCD7C2988CF}" dt="2024-04-25T05:19:36.772" v="22" actId="164"/>
          <ac:spMkLst>
            <pc:docMk/>
            <pc:sldMk cId="0" sldId="280"/>
            <ac:spMk id="2" creationId="{86831FF4-4A9B-05FC-FDC4-5D1247573DBE}"/>
          </ac:spMkLst>
        </pc:spChg>
        <pc:grpChg chg="add mod">
          <ac:chgData name="Baráth, Július" userId="aebde9b9-dccc-4475-a9ac-c05e78323d7a" providerId="ADAL" clId="{0F478EC4-42C6-D343-A970-9DCD7C2988CF}" dt="2024-04-25T05:19:36.772" v="22" actId="164"/>
          <ac:grpSpMkLst>
            <pc:docMk/>
            <pc:sldMk cId="0" sldId="280"/>
            <ac:grpSpMk id="3" creationId="{34D92231-794B-5F40-6CF1-ECAF0B53427F}"/>
          </ac:grpSpMkLst>
        </pc:grpChg>
        <pc:picChg chg="mod">
          <ac:chgData name="Baráth, Július" userId="aebde9b9-dccc-4475-a9ac-c05e78323d7a" providerId="ADAL" clId="{0F478EC4-42C6-D343-A970-9DCD7C2988CF}" dt="2024-04-25T05:19:36.772" v="22" actId="164"/>
          <ac:picMkLst>
            <pc:docMk/>
            <pc:sldMk cId="0" sldId="280"/>
            <ac:picMk id="23555" creationId="{E73E2186-05C1-46A7-D4D5-BD41A216AC67}"/>
          </ac:picMkLst>
        </pc:picChg>
      </pc:sldChg>
      <pc:sldChg chg="addSp modSp mod">
        <pc:chgData name="Baráth, Július" userId="aebde9b9-dccc-4475-a9ac-c05e78323d7a" providerId="ADAL" clId="{0F478EC4-42C6-D343-A970-9DCD7C2988CF}" dt="2024-04-25T05:36:20.334" v="34" actId="1076"/>
        <pc:sldMkLst>
          <pc:docMk/>
          <pc:sldMk cId="0" sldId="331"/>
        </pc:sldMkLst>
        <pc:spChg chg="add mod">
          <ac:chgData name="Baráth, Július" userId="aebde9b9-dccc-4475-a9ac-c05e78323d7a" providerId="ADAL" clId="{0F478EC4-42C6-D343-A970-9DCD7C2988CF}" dt="2024-04-25T05:36:20.334" v="34" actId="1076"/>
          <ac:spMkLst>
            <pc:docMk/>
            <pc:sldMk cId="0" sldId="331"/>
            <ac:spMk id="2" creationId="{03F7D14E-FA6D-E5F1-A306-3C6B202CAD7C}"/>
          </ac:spMkLst>
        </pc:spChg>
      </pc:sldChg>
      <pc:sldChg chg="addSp modSp mod">
        <pc:chgData name="Baráth, Július" userId="aebde9b9-dccc-4475-a9ac-c05e78323d7a" providerId="ADAL" clId="{0F478EC4-42C6-D343-A970-9DCD7C2988CF}" dt="2024-04-25T05:28:49.019" v="32" actId="20577"/>
        <pc:sldMkLst>
          <pc:docMk/>
          <pc:sldMk cId="0" sldId="341"/>
        </pc:sldMkLst>
        <pc:spChg chg="add mod">
          <ac:chgData name="Baráth, Július" userId="aebde9b9-dccc-4475-a9ac-c05e78323d7a" providerId="ADAL" clId="{0F478EC4-42C6-D343-A970-9DCD7C2988CF}" dt="2024-04-25T05:28:49.019" v="32" actId="20577"/>
          <ac:spMkLst>
            <pc:docMk/>
            <pc:sldMk cId="0" sldId="341"/>
            <ac:spMk id="2" creationId="{33141743-161D-C335-E88E-0CA350F2D5E1}"/>
          </ac:spMkLst>
        </pc:spChg>
      </pc:sldChg>
    </pc:docChg>
  </pc:docChgLst>
  <pc:docChgLst>
    <pc:chgData name="Baráth, Július" userId="aebde9b9-dccc-4475-a9ac-c05e78323d7a" providerId="ADAL" clId="{AE024997-958B-9440-9014-BECE460F16A7}"/>
    <pc:docChg chg="modSld">
      <pc:chgData name="Baráth, Július" userId="aebde9b9-dccc-4475-a9ac-c05e78323d7a" providerId="ADAL" clId="{AE024997-958B-9440-9014-BECE460F16A7}" dt="2023-05-31T09:34:33.241" v="4" actId="20577"/>
      <pc:docMkLst>
        <pc:docMk/>
      </pc:docMkLst>
      <pc:sldChg chg="modSp mod">
        <pc:chgData name="Baráth, Július" userId="aebde9b9-dccc-4475-a9ac-c05e78323d7a" providerId="ADAL" clId="{AE024997-958B-9440-9014-BECE460F16A7}" dt="2023-05-31T09:34:33.241" v="4" actId="20577"/>
        <pc:sldMkLst>
          <pc:docMk/>
          <pc:sldMk cId="0" sldId="341"/>
        </pc:sldMkLst>
        <pc:spChg chg="mod">
          <ac:chgData name="Baráth, Július" userId="aebde9b9-dccc-4475-a9ac-c05e78323d7a" providerId="ADAL" clId="{AE024997-958B-9440-9014-BECE460F16A7}" dt="2023-05-31T09:34:33.241" v="4" actId="20577"/>
          <ac:spMkLst>
            <pc:docMk/>
            <pc:sldMk cId="0" sldId="341"/>
            <ac:spMk id="58369" creationId="{4453D575-F138-3D76-F5D8-B6C3E0C2428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C27A2A1E-24EF-FC89-C10D-486B5F5B7C02}"/>
              </a:ext>
            </a:extLst>
          </p:cNvPr>
          <p:cNvSpPr>
            <a:spLocks noGrp="1" noChangeArrowheads="1"/>
          </p:cNvSpPr>
          <p:nvPr>
            <p:ph type="hdr" sz="quarter"/>
          </p:nvPr>
        </p:nvSpPr>
        <p:spPr bwMode="auto">
          <a:xfrm>
            <a:off x="0" y="0"/>
            <a:ext cx="3206750" cy="457200"/>
          </a:xfrm>
          <a:prstGeom prst="rect">
            <a:avLst/>
          </a:prstGeom>
          <a:noFill/>
          <a:ln w="9525">
            <a:noFill/>
            <a:miter lim="800000"/>
            <a:headEnd/>
            <a:tailEnd/>
          </a:ln>
          <a:effectLst/>
        </p:spPr>
        <p:txBody>
          <a:bodyPr vert="horz" wrap="none" lIns="91571" tIns="45786" rIns="91571" bIns="45786" numCol="1" anchor="ctr" anchorCtr="0" compatLnSpc="1">
            <a:prstTxWarp prst="textNoShape">
              <a:avLst/>
            </a:prstTxWarp>
          </a:bodyPr>
          <a:lstStyle>
            <a:lvl1pPr defTabSz="915988">
              <a:defRPr sz="1200">
                <a:latin typeface="Helvetica" charset="0"/>
                <a:ea typeface="ＭＳ Ｐゴシック" charset="-128"/>
                <a:cs typeface="+mn-cs"/>
              </a:defRPr>
            </a:lvl1pPr>
          </a:lstStyle>
          <a:p>
            <a:pPr>
              <a:defRPr/>
            </a:pPr>
            <a:endParaRPr lang="en-US"/>
          </a:p>
        </p:txBody>
      </p:sp>
      <p:sp>
        <p:nvSpPr>
          <p:cNvPr id="91139" name="Rectangle 3">
            <a:extLst>
              <a:ext uri="{FF2B5EF4-FFF2-40B4-BE49-F238E27FC236}">
                <a16:creationId xmlns:a16="http://schemas.microsoft.com/office/drawing/2014/main" id="{ABBC01EE-D870-4FEF-5442-E5EE39232246}"/>
              </a:ext>
            </a:extLst>
          </p:cNvPr>
          <p:cNvSpPr>
            <a:spLocks noGrp="1" noChangeArrowheads="1"/>
          </p:cNvSpPr>
          <p:nvPr>
            <p:ph type="dt" sz="quarter" idx="1"/>
          </p:nvPr>
        </p:nvSpPr>
        <p:spPr bwMode="auto">
          <a:xfrm>
            <a:off x="4122738" y="0"/>
            <a:ext cx="3205162" cy="457200"/>
          </a:xfrm>
          <a:prstGeom prst="rect">
            <a:avLst/>
          </a:prstGeom>
          <a:noFill/>
          <a:ln w="9525">
            <a:noFill/>
            <a:miter lim="800000"/>
            <a:headEnd/>
            <a:tailEnd/>
          </a:ln>
          <a:effectLst/>
        </p:spPr>
        <p:txBody>
          <a:bodyPr vert="horz" wrap="none" lIns="91571" tIns="45786" rIns="91571" bIns="45786" numCol="1" anchor="ctr" anchorCtr="0" compatLnSpc="1">
            <a:prstTxWarp prst="textNoShape">
              <a:avLst/>
            </a:prstTxWarp>
          </a:bodyPr>
          <a:lstStyle>
            <a:lvl1pPr algn="r" defTabSz="915988">
              <a:defRPr sz="1200">
                <a:latin typeface="Helvetica" charset="0"/>
                <a:ea typeface="ＭＳ Ｐゴシック" charset="-128"/>
                <a:cs typeface="+mn-cs"/>
              </a:defRPr>
            </a:lvl1pPr>
          </a:lstStyle>
          <a:p>
            <a:pPr>
              <a:defRPr/>
            </a:pPr>
            <a:endParaRPr lang="en-US"/>
          </a:p>
        </p:txBody>
      </p:sp>
      <p:sp>
        <p:nvSpPr>
          <p:cNvPr id="91140" name="Rectangle 4">
            <a:extLst>
              <a:ext uri="{FF2B5EF4-FFF2-40B4-BE49-F238E27FC236}">
                <a16:creationId xmlns:a16="http://schemas.microsoft.com/office/drawing/2014/main" id="{CC499279-8BD2-552C-877C-A1D22E73BA58}"/>
              </a:ext>
            </a:extLst>
          </p:cNvPr>
          <p:cNvSpPr>
            <a:spLocks noGrp="1" noChangeArrowheads="1"/>
          </p:cNvSpPr>
          <p:nvPr>
            <p:ph type="ftr" sz="quarter" idx="2"/>
          </p:nvPr>
        </p:nvSpPr>
        <p:spPr bwMode="auto">
          <a:xfrm>
            <a:off x="0" y="9156700"/>
            <a:ext cx="3206750" cy="457200"/>
          </a:xfrm>
          <a:prstGeom prst="rect">
            <a:avLst/>
          </a:prstGeom>
          <a:noFill/>
          <a:ln w="9525">
            <a:noFill/>
            <a:miter lim="800000"/>
            <a:headEnd/>
            <a:tailEnd/>
          </a:ln>
          <a:effectLst/>
        </p:spPr>
        <p:txBody>
          <a:bodyPr vert="horz" wrap="none" lIns="91571" tIns="45786" rIns="91571" bIns="45786" numCol="1" anchor="b" anchorCtr="0" compatLnSpc="1">
            <a:prstTxWarp prst="textNoShape">
              <a:avLst/>
            </a:prstTxWarp>
          </a:bodyPr>
          <a:lstStyle>
            <a:lvl1pPr defTabSz="915988">
              <a:defRPr sz="1200">
                <a:latin typeface="Helvetica" charset="0"/>
                <a:ea typeface="ＭＳ Ｐゴシック" charset="-128"/>
                <a:cs typeface="+mn-cs"/>
              </a:defRPr>
            </a:lvl1pPr>
          </a:lstStyle>
          <a:p>
            <a:pPr>
              <a:defRPr/>
            </a:pPr>
            <a:endParaRPr lang="en-US"/>
          </a:p>
        </p:txBody>
      </p:sp>
      <p:sp>
        <p:nvSpPr>
          <p:cNvPr id="91141" name="Rectangle 5">
            <a:extLst>
              <a:ext uri="{FF2B5EF4-FFF2-40B4-BE49-F238E27FC236}">
                <a16:creationId xmlns:a16="http://schemas.microsoft.com/office/drawing/2014/main" id="{130AA7A3-F4E1-509B-2E0E-5F170C7699B1}"/>
              </a:ext>
            </a:extLst>
          </p:cNvPr>
          <p:cNvSpPr>
            <a:spLocks noGrp="1" noChangeArrowheads="1"/>
          </p:cNvSpPr>
          <p:nvPr>
            <p:ph type="sldNum" sz="quarter" idx="3"/>
          </p:nvPr>
        </p:nvSpPr>
        <p:spPr bwMode="auto">
          <a:xfrm>
            <a:off x="4122738" y="9156700"/>
            <a:ext cx="3205162" cy="457200"/>
          </a:xfrm>
          <a:prstGeom prst="rect">
            <a:avLst/>
          </a:prstGeom>
          <a:noFill/>
          <a:ln w="9525">
            <a:noFill/>
            <a:miter lim="800000"/>
            <a:headEnd/>
            <a:tailEnd/>
          </a:ln>
          <a:effectLst/>
        </p:spPr>
        <p:txBody>
          <a:bodyPr vert="horz" wrap="none" lIns="91571" tIns="45786" rIns="91571" bIns="45786" numCol="1" anchor="b" anchorCtr="0" compatLnSpc="1">
            <a:prstTxWarp prst="textNoShape">
              <a:avLst/>
            </a:prstTxWarp>
          </a:bodyPr>
          <a:lstStyle>
            <a:lvl1pPr algn="r" defTabSz="915988">
              <a:defRPr sz="1200">
                <a:latin typeface="Helvetica" pitchFamily="2" charset="0"/>
              </a:defRPr>
            </a:lvl1pPr>
          </a:lstStyle>
          <a:p>
            <a:pPr>
              <a:defRPr/>
            </a:pPr>
            <a:fld id="{B41208E1-B2C8-C749-A444-11E1C94A1D5D}" type="slidenum">
              <a:rPr lang="en-US" altLang="sk-SK"/>
              <a:pPr>
                <a:defRPr/>
              </a:pPr>
              <a:t>‹#›</a:t>
            </a:fld>
            <a:endParaRPr lang="en-US" altLang="sk-SK"/>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8105783-F493-C9F6-EBB4-55C4E09913B7}"/>
              </a:ext>
            </a:extLst>
          </p:cNvPr>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654" tIns="48326" rIns="96654" bIns="48326" numCol="1" anchor="ctr" anchorCtr="0" compatLnSpc="1">
            <a:prstTxWarp prst="textNoShape">
              <a:avLst/>
            </a:prstTxWarp>
          </a:bodyPr>
          <a:lstStyle>
            <a:lvl1pPr defTabSz="966788">
              <a:defRPr sz="1400">
                <a:latin typeface="Helvetica" charset="0"/>
                <a:ea typeface="ＭＳ Ｐゴシック" charset="-128"/>
                <a:cs typeface="+mn-cs"/>
              </a:defRPr>
            </a:lvl1pPr>
          </a:lstStyle>
          <a:p>
            <a:pPr>
              <a:defRPr/>
            </a:pPr>
            <a:endParaRPr lang="en-US"/>
          </a:p>
        </p:txBody>
      </p:sp>
      <p:sp>
        <p:nvSpPr>
          <p:cNvPr id="82947" name="Rectangle 3">
            <a:extLst>
              <a:ext uri="{FF2B5EF4-FFF2-40B4-BE49-F238E27FC236}">
                <a16:creationId xmlns:a16="http://schemas.microsoft.com/office/drawing/2014/main" id="{DE6183AE-4972-CE78-537F-E4AA0549A10E}"/>
              </a:ext>
            </a:extLst>
          </p:cNvPr>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none" lIns="96654" tIns="48326" rIns="96654" bIns="48326" numCol="1" anchor="ctr" anchorCtr="0" compatLnSpc="1">
            <a:prstTxWarp prst="textNoShape">
              <a:avLst/>
            </a:prstTxWarp>
          </a:bodyPr>
          <a:lstStyle>
            <a:lvl1pPr algn="r" defTabSz="966788">
              <a:defRPr sz="1400">
                <a:latin typeface="Helvetica" charset="0"/>
                <a:ea typeface="ＭＳ Ｐゴシック" charset="-128"/>
                <a:cs typeface="+mn-cs"/>
              </a:defRPr>
            </a:lvl1pPr>
          </a:lstStyle>
          <a:p>
            <a:pPr>
              <a:defRPr/>
            </a:pPr>
            <a:endParaRPr lang="en-US"/>
          </a:p>
        </p:txBody>
      </p:sp>
      <p:sp>
        <p:nvSpPr>
          <p:cNvPr id="3076" name="Rectangle 4">
            <a:extLst>
              <a:ext uri="{FF2B5EF4-FFF2-40B4-BE49-F238E27FC236}">
                <a16:creationId xmlns:a16="http://schemas.microsoft.com/office/drawing/2014/main" id="{99637C5D-7D45-0822-7EB1-04983FA2D779}"/>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9" name="Rectangle 5">
            <a:extLst>
              <a:ext uri="{FF2B5EF4-FFF2-40B4-BE49-F238E27FC236}">
                <a16:creationId xmlns:a16="http://schemas.microsoft.com/office/drawing/2014/main" id="{50DCCDBF-F50D-2D88-89EA-E4D7968CE421}"/>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none" lIns="96654" tIns="48326" rIns="96654" bIns="48326"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2950" name="Rectangle 6">
            <a:extLst>
              <a:ext uri="{FF2B5EF4-FFF2-40B4-BE49-F238E27FC236}">
                <a16:creationId xmlns:a16="http://schemas.microsoft.com/office/drawing/2014/main" id="{C198C071-1A05-DB68-AB19-9A5633542CC6}"/>
              </a:ext>
            </a:extLst>
          </p:cNvPr>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none" lIns="96654" tIns="48326" rIns="96654" bIns="48326" numCol="1" anchor="b" anchorCtr="0" compatLnSpc="1">
            <a:prstTxWarp prst="textNoShape">
              <a:avLst/>
            </a:prstTxWarp>
          </a:bodyPr>
          <a:lstStyle>
            <a:lvl1pPr defTabSz="966788">
              <a:defRPr sz="1400">
                <a:latin typeface="Helvetica" charset="0"/>
                <a:ea typeface="ＭＳ Ｐゴシック" charset="-128"/>
                <a:cs typeface="+mn-cs"/>
              </a:defRPr>
            </a:lvl1pPr>
          </a:lstStyle>
          <a:p>
            <a:pPr>
              <a:defRPr/>
            </a:pPr>
            <a:endParaRPr lang="en-US"/>
          </a:p>
        </p:txBody>
      </p:sp>
      <p:sp>
        <p:nvSpPr>
          <p:cNvPr id="82951" name="Rectangle 7">
            <a:extLst>
              <a:ext uri="{FF2B5EF4-FFF2-40B4-BE49-F238E27FC236}">
                <a16:creationId xmlns:a16="http://schemas.microsoft.com/office/drawing/2014/main" id="{D77571F5-29B8-CA64-7292-99666C86EB2F}"/>
              </a:ext>
            </a:extLst>
          </p:cNvPr>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none" lIns="96654" tIns="48326" rIns="96654" bIns="48326" numCol="1" anchor="b" anchorCtr="0" compatLnSpc="1">
            <a:prstTxWarp prst="textNoShape">
              <a:avLst/>
            </a:prstTxWarp>
          </a:bodyPr>
          <a:lstStyle>
            <a:lvl1pPr algn="r" defTabSz="966788">
              <a:defRPr sz="1400">
                <a:latin typeface="Helvetica" pitchFamily="2" charset="0"/>
              </a:defRPr>
            </a:lvl1pPr>
          </a:lstStyle>
          <a:p>
            <a:pPr>
              <a:defRPr/>
            </a:pPr>
            <a:fld id="{287C9D23-C2BC-3C40-AE2A-40B4F4783DDC}" type="slidenum">
              <a:rPr lang="en-US" altLang="sk-SK"/>
              <a:pPr>
                <a:defRPr/>
              </a:pPr>
              <a:t>‹#›</a:t>
            </a:fld>
            <a:endParaRPr lang="en-US" altLang="sk-SK"/>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4F7F6634-BCD6-D279-C010-20B233ECBB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D6735F2-78E3-FE45-B3D6-1106DBD151EB}" type="slidenum">
              <a:rPr lang="en-US" altLang="sk-SK" smtClean="0">
                <a:latin typeface="Helvetica" pitchFamily="2" charset="0"/>
              </a:rPr>
              <a:pPr/>
              <a:t>1</a:t>
            </a:fld>
            <a:endParaRPr lang="en-US" altLang="sk-SK">
              <a:latin typeface="Helvetica" pitchFamily="2" charset="0"/>
            </a:endParaRPr>
          </a:p>
        </p:txBody>
      </p:sp>
      <p:sp>
        <p:nvSpPr>
          <p:cNvPr id="6146" name="Rectangle 2">
            <a:extLst>
              <a:ext uri="{FF2B5EF4-FFF2-40B4-BE49-F238E27FC236}">
                <a16:creationId xmlns:a16="http://schemas.microsoft.com/office/drawing/2014/main" id="{931C9388-11A5-C6B7-43C3-703121DFA026}"/>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DB4C5520-44E2-17A3-FD93-B76902BD09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160A8B0-1106-7A74-60CD-D547552665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AFC0406-1333-5E4C-B49C-362354D15C50}" type="slidenum">
              <a:rPr lang="en-US" altLang="sk-SK" smtClean="0">
                <a:latin typeface="Helvetica" pitchFamily="2" charset="0"/>
              </a:rPr>
              <a:pPr/>
              <a:t>2</a:t>
            </a:fld>
            <a:endParaRPr lang="en-US" altLang="sk-SK">
              <a:latin typeface="Helvetica" pitchFamily="2" charset="0"/>
            </a:endParaRPr>
          </a:p>
        </p:txBody>
      </p:sp>
      <p:sp>
        <p:nvSpPr>
          <p:cNvPr id="8194" name="Rectangle 2">
            <a:extLst>
              <a:ext uri="{FF2B5EF4-FFF2-40B4-BE49-F238E27FC236}">
                <a16:creationId xmlns:a16="http://schemas.microsoft.com/office/drawing/2014/main" id="{8B45CFDF-03D5-5DB5-CDF6-0E87F4591753}"/>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446F139D-B47B-05D1-9E20-68D69F502A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D4176C8A-596E-22B0-D7BA-741121192F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6F6A45B-A632-954B-BC94-CFD5B0E6EC07}" type="slidenum">
              <a:rPr lang="en-US" altLang="sk-SK" smtClean="0">
                <a:latin typeface="Helvetica" pitchFamily="2" charset="0"/>
              </a:rPr>
              <a:pPr/>
              <a:t>3</a:t>
            </a:fld>
            <a:endParaRPr lang="en-US" altLang="sk-SK">
              <a:latin typeface="Helvetica" pitchFamily="2" charset="0"/>
            </a:endParaRPr>
          </a:p>
        </p:txBody>
      </p:sp>
      <p:sp>
        <p:nvSpPr>
          <p:cNvPr id="10242" name="Rectangle 2">
            <a:extLst>
              <a:ext uri="{FF2B5EF4-FFF2-40B4-BE49-F238E27FC236}">
                <a16:creationId xmlns:a16="http://schemas.microsoft.com/office/drawing/2014/main" id="{3F5CBCDF-1A91-EE7E-7E43-DDD6ED0B1EBB}"/>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0A9A5FFC-3FD0-F324-3F08-0325763961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83F8F1A7-8291-629B-A2D1-45B0A547B3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10A49A0-0DD0-434B-978B-56E2C8E3B058}" type="slidenum">
              <a:rPr lang="en-US" altLang="sk-SK" smtClean="0">
                <a:latin typeface="Helvetica" pitchFamily="2" charset="0"/>
              </a:rPr>
              <a:pPr/>
              <a:t>4</a:t>
            </a:fld>
            <a:endParaRPr lang="en-US" altLang="sk-SK">
              <a:latin typeface="Helvetica" pitchFamily="2" charset="0"/>
            </a:endParaRPr>
          </a:p>
        </p:txBody>
      </p:sp>
      <p:sp>
        <p:nvSpPr>
          <p:cNvPr id="12290" name="Rectangle 2">
            <a:extLst>
              <a:ext uri="{FF2B5EF4-FFF2-40B4-BE49-F238E27FC236}">
                <a16:creationId xmlns:a16="http://schemas.microsoft.com/office/drawing/2014/main" id="{D90E50A3-2AF7-DB0C-60FF-B1499574E099}"/>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937C1B26-6B49-89C3-E2B3-7D31064482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FFA2DB28-69FB-4211-66B1-78A7C92A94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6D8A450-62D5-374C-8D64-78E84134FDB2}" type="slidenum">
              <a:rPr lang="en-US" altLang="sk-SK" smtClean="0">
                <a:latin typeface="Helvetica" pitchFamily="2" charset="0"/>
              </a:rPr>
              <a:pPr/>
              <a:t>5</a:t>
            </a:fld>
            <a:endParaRPr lang="en-US" altLang="sk-SK">
              <a:latin typeface="Helvetica" pitchFamily="2" charset="0"/>
            </a:endParaRPr>
          </a:p>
        </p:txBody>
      </p:sp>
      <p:sp>
        <p:nvSpPr>
          <p:cNvPr id="14338" name="Rectangle 2">
            <a:extLst>
              <a:ext uri="{FF2B5EF4-FFF2-40B4-BE49-F238E27FC236}">
                <a16:creationId xmlns:a16="http://schemas.microsoft.com/office/drawing/2014/main" id="{EE04B359-987D-DD9E-3AA2-316A8854F7D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79752ABE-2A87-44E6-715A-BC3743E951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55C86D31-FB57-8715-B233-D553255825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F3D729F-AE01-DD40-9EF0-69676AD5A215}" type="slidenum">
              <a:rPr lang="en-US" altLang="sk-SK" smtClean="0">
                <a:latin typeface="Helvetica" pitchFamily="2" charset="0"/>
              </a:rPr>
              <a:pPr/>
              <a:t>6</a:t>
            </a:fld>
            <a:endParaRPr lang="en-US" altLang="sk-SK">
              <a:latin typeface="Helvetica" pitchFamily="2" charset="0"/>
            </a:endParaRPr>
          </a:p>
        </p:txBody>
      </p:sp>
      <p:sp>
        <p:nvSpPr>
          <p:cNvPr id="16386" name="Rectangle 2">
            <a:extLst>
              <a:ext uri="{FF2B5EF4-FFF2-40B4-BE49-F238E27FC236}">
                <a16:creationId xmlns:a16="http://schemas.microsoft.com/office/drawing/2014/main" id="{5317406B-08C4-EA52-0AFA-59771DCC6CFB}"/>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5BF87FD3-F060-E90B-2EB5-4BA7D1ECD6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33D01DA4-8DA1-E09B-85E9-C24CB1CCC3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6D77708-B1B8-E242-98BA-AA34985F954A}" type="slidenum">
              <a:rPr lang="en-US" altLang="sk-SK" smtClean="0">
                <a:latin typeface="Helvetica" pitchFamily="2" charset="0"/>
              </a:rPr>
              <a:pPr/>
              <a:t>7</a:t>
            </a:fld>
            <a:endParaRPr lang="en-US" altLang="sk-SK">
              <a:latin typeface="Helvetica" pitchFamily="2" charset="0"/>
            </a:endParaRPr>
          </a:p>
        </p:txBody>
      </p:sp>
      <p:sp>
        <p:nvSpPr>
          <p:cNvPr id="18434" name="Rectangle 2">
            <a:extLst>
              <a:ext uri="{FF2B5EF4-FFF2-40B4-BE49-F238E27FC236}">
                <a16:creationId xmlns:a16="http://schemas.microsoft.com/office/drawing/2014/main" id="{98D4EB38-278D-8C47-6024-BFE19E988F88}"/>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79E3CBA8-9D17-4EA9-5924-6F17934F04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0A753682-E3A3-1B69-D74F-9F559EA84B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48C8011-AEB9-7C46-94BC-6F2EAC30C271}" type="slidenum">
              <a:rPr lang="en-US" altLang="sk-SK" smtClean="0">
                <a:latin typeface="Helvetica" pitchFamily="2" charset="0"/>
              </a:rPr>
              <a:pPr/>
              <a:t>8</a:t>
            </a:fld>
            <a:endParaRPr lang="en-US" altLang="sk-SK">
              <a:latin typeface="Helvetica" pitchFamily="2" charset="0"/>
            </a:endParaRPr>
          </a:p>
        </p:txBody>
      </p:sp>
      <p:sp>
        <p:nvSpPr>
          <p:cNvPr id="20482" name="Rectangle 2">
            <a:extLst>
              <a:ext uri="{FF2B5EF4-FFF2-40B4-BE49-F238E27FC236}">
                <a16:creationId xmlns:a16="http://schemas.microsoft.com/office/drawing/2014/main" id="{8AC30CBC-26EF-2E25-2F85-AB33BD86ED20}"/>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F437B482-9372-8D1A-EA6C-EEC4D153A5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62B2891-1682-6245-21CC-86A8BEB4D5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00998E8-3806-F848-B625-62C21CD6B152}" type="slidenum">
              <a:rPr lang="en-US" altLang="sk-SK" smtClean="0">
                <a:latin typeface="Helvetica" pitchFamily="2" charset="0"/>
              </a:rPr>
              <a:pPr/>
              <a:t>9</a:t>
            </a:fld>
            <a:endParaRPr lang="en-US" altLang="sk-SK">
              <a:latin typeface="Helvetica" pitchFamily="2" charset="0"/>
            </a:endParaRPr>
          </a:p>
        </p:txBody>
      </p:sp>
      <p:sp>
        <p:nvSpPr>
          <p:cNvPr id="22530" name="Rectangle 2">
            <a:extLst>
              <a:ext uri="{FF2B5EF4-FFF2-40B4-BE49-F238E27FC236}">
                <a16:creationId xmlns:a16="http://schemas.microsoft.com/office/drawing/2014/main" id="{38D08BBC-83F1-28EF-C07F-DCF889AA5F24}"/>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AE759663-294E-EA40-3C74-E386A7D84A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7747A12A-9F61-13B8-29A1-587F3337F6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C514735-B487-EB48-98B4-62DF62AAD1B8}" type="slidenum">
              <a:rPr lang="en-US" altLang="sk-SK" smtClean="0">
                <a:latin typeface="Helvetica" pitchFamily="2" charset="0"/>
              </a:rPr>
              <a:pPr/>
              <a:t>10</a:t>
            </a:fld>
            <a:endParaRPr lang="en-US" altLang="sk-SK">
              <a:latin typeface="Helvetica" pitchFamily="2" charset="0"/>
            </a:endParaRPr>
          </a:p>
        </p:txBody>
      </p:sp>
      <p:sp>
        <p:nvSpPr>
          <p:cNvPr id="24578" name="Rectangle 2">
            <a:extLst>
              <a:ext uri="{FF2B5EF4-FFF2-40B4-BE49-F238E27FC236}">
                <a16:creationId xmlns:a16="http://schemas.microsoft.com/office/drawing/2014/main" id="{8EAECF7E-0A2A-CE5E-240D-B75827DBA394}"/>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72F55A67-93A9-85CB-A4EF-C4369AB0AC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sk-SK" altLang="sk-SK" dirty="0" err="1">
                <a:latin typeface="Times New Roman" panose="02020603050405020304" pitchFamily="18" charset="0"/>
                <a:ea typeface="ＭＳ Ｐゴシック" panose="020B0600070205080204" pitchFamily="34" charset="-128"/>
              </a:rPr>
              <a:t>https</a:t>
            </a:r>
            <a:r>
              <a:rPr lang="sk-SK" altLang="sk-SK" dirty="0">
                <a:latin typeface="Times New Roman" panose="02020603050405020304" pitchFamily="18" charset="0"/>
                <a:ea typeface="ＭＳ Ｐゴシック" panose="020B0600070205080204" pitchFamily="34" charset="-128"/>
              </a:rPr>
              <a:t>://ieee802.org/11/</a:t>
            </a:r>
            <a:r>
              <a:rPr lang="sk-SK" altLang="sk-SK" dirty="0" err="1">
                <a:latin typeface="Times New Roman" panose="02020603050405020304" pitchFamily="18" charset="0"/>
                <a:ea typeface="ＭＳ Ｐゴシック" panose="020B0600070205080204" pitchFamily="34" charset="-128"/>
              </a:rPr>
              <a:t>Reports</a:t>
            </a:r>
            <a:r>
              <a:rPr lang="sk-SK" altLang="sk-SK" dirty="0">
                <a:latin typeface="Times New Roman" panose="02020603050405020304" pitchFamily="18" charset="0"/>
                <a:ea typeface="ＭＳ Ｐゴシック" panose="020B0600070205080204" pitchFamily="34" charset="-128"/>
              </a:rPr>
              <a:t>/802.11_Timelines.htm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BB49CEF6-751D-0BE9-119E-4D1F7278DA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1BE538B6-5833-7445-93A1-2748BB7CEDE4}" type="slidenum">
              <a:rPr lang="en-US" altLang="sk-SK" smtClean="0">
                <a:latin typeface="Helvetica" pitchFamily="2" charset="0"/>
              </a:rPr>
              <a:pPr/>
              <a:t>11</a:t>
            </a:fld>
            <a:endParaRPr lang="en-US" altLang="sk-SK">
              <a:latin typeface="Helvetica" pitchFamily="2" charset="0"/>
            </a:endParaRPr>
          </a:p>
        </p:txBody>
      </p:sp>
      <p:sp>
        <p:nvSpPr>
          <p:cNvPr id="26626" name="Rectangle 2">
            <a:extLst>
              <a:ext uri="{FF2B5EF4-FFF2-40B4-BE49-F238E27FC236}">
                <a16:creationId xmlns:a16="http://schemas.microsoft.com/office/drawing/2014/main" id="{5AFF461B-E0A0-4AAC-0CBF-F525DD9955FB}"/>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7DBE9D29-1C56-00B7-857E-2E3BCDC56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3E753962-0F09-BBDE-E446-63E3FEFEB0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CDD8A3ED-B4BB-4A49-A16A-955F3419A988}" type="slidenum">
              <a:rPr lang="en-US" altLang="sk-SK" smtClean="0">
                <a:latin typeface="Helvetica" pitchFamily="2" charset="0"/>
              </a:rPr>
              <a:pPr/>
              <a:t>12</a:t>
            </a:fld>
            <a:endParaRPr lang="en-US" altLang="sk-SK">
              <a:latin typeface="Helvetica" pitchFamily="2" charset="0"/>
            </a:endParaRPr>
          </a:p>
        </p:txBody>
      </p:sp>
      <p:sp>
        <p:nvSpPr>
          <p:cNvPr id="28674" name="Rectangle 2">
            <a:extLst>
              <a:ext uri="{FF2B5EF4-FFF2-40B4-BE49-F238E27FC236}">
                <a16:creationId xmlns:a16="http://schemas.microsoft.com/office/drawing/2014/main" id="{80D14CF3-40AA-8DCC-ADE9-977CAEA899C6}"/>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256DBB-E259-BF05-6078-C648359F0B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BCAC1A79-9932-138E-33B2-95F63D9C73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3F83178-C2D8-0F49-B165-B1FB9292AFCB}" type="slidenum">
              <a:rPr lang="en-US" altLang="sk-SK" smtClean="0">
                <a:latin typeface="Helvetica" pitchFamily="2" charset="0"/>
              </a:rPr>
              <a:pPr/>
              <a:t>13</a:t>
            </a:fld>
            <a:endParaRPr lang="en-US" altLang="sk-SK">
              <a:latin typeface="Helvetica" pitchFamily="2" charset="0"/>
            </a:endParaRPr>
          </a:p>
        </p:txBody>
      </p:sp>
      <p:sp>
        <p:nvSpPr>
          <p:cNvPr id="30722" name="Rectangle 2">
            <a:extLst>
              <a:ext uri="{FF2B5EF4-FFF2-40B4-BE49-F238E27FC236}">
                <a16:creationId xmlns:a16="http://schemas.microsoft.com/office/drawing/2014/main" id="{3111C964-60C5-15D5-18C6-DE26348DFCDC}"/>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89D64A0C-5781-CD2B-6CDC-8F329F455D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D0BFA2C9-0E22-37E4-3E38-315661F747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98937D2-377D-8948-8656-1A6861F2AC9C}" type="slidenum">
              <a:rPr lang="en-US" altLang="sk-SK" smtClean="0">
                <a:latin typeface="Helvetica" pitchFamily="2" charset="0"/>
              </a:rPr>
              <a:pPr/>
              <a:t>14</a:t>
            </a:fld>
            <a:endParaRPr lang="en-US" altLang="sk-SK">
              <a:latin typeface="Helvetica" pitchFamily="2" charset="0"/>
            </a:endParaRPr>
          </a:p>
        </p:txBody>
      </p:sp>
      <p:sp>
        <p:nvSpPr>
          <p:cNvPr id="32770" name="Rectangle 2">
            <a:extLst>
              <a:ext uri="{FF2B5EF4-FFF2-40B4-BE49-F238E27FC236}">
                <a16:creationId xmlns:a16="http://schemas.microsoft.com/office/drawing/2014/main" id="{3A9BDE42-B828-0119-CF4D-E6DFF6385398}"/>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14E68FF3-756D-FB19-6835-D0CF47B0AC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F2A213A8-21D1-723C-3983-DFED9A7E91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9E3331A-B0DC-3942-A7A9-14919C5AFB3F}" type="slidenum">
              <a:rPr lang="en-US" altLang="sk-SK" smtClean="0">
                <a:latin typeface="Helvetica" pitchFamily="2" charset="0"/>
              </a:rPr>
              <a:pPr/>
              <a:t>15</a:t>
            </a:fld>
            <a:endParaRPr lang="en-US" altLang="sk-SK">
              <a:latin typeface="Helvetica" pitchFamily="2" charset="0"/>
            </a:endParaRPr>
          </a:p>
        </p:txBody>
      </p:sp>
      <p:sp>
        <p:nvSpPr>
          <p:cNvPr id="34818" name="Rectangle 2">
            <a:extLst>
              <a:ext uri="{FF2B5EF4-FFF2-40B4-BE49-F238E27FC236}">
                <a16:creationId xmlns:a16="http://schemas.microsoft.com/office/drawing/2014/main" id="{03F82DE7-57EF-CAED-EFEA-AC90DEA8799C}"/>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D5B4BB2B-2161-AE1D-64BB-7D6EEA7E87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2B4E1DE7-C30E-AC3C-A774-2CA3695019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359FB88-BA49-4145-807F-6F40B44E858B}" type="slidenum">
              <a:rPr lang="en-US" altLang="sk-SK" smtClean="0">
                <a:latin typeface="Helvetica" pitchFamily="2" charset="0"/>
              </a:rPr>
              <a:pPr/>
              <a:t>16</a:t>
            </a:fld>
            <a:endParaRPr lang="en-US" altLang="sk-SK">
              <a:latin typeface="Helvetica" pitchFamily="2" charset="0"/>
            </a:endParaRPr>
          </a:p>
        </p:txBody>
      </p:sp>
      <p:sp>
        <p:nvSpPr>
          <p:cNvPr id="36866" name="Rectangle 2">
            <a:extLst>
              <a:ext uri="{FF2B5EF4-FFF2-40B4-BE49-F238E27FC236}">
                <a16:creationId xmlns:a16="http://schemas.microsoft.com/office/drawing/2014/main" id="{6B6B6C03-DBB9-A37F-E65E-7DCBB9165360}"/>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4FFD9C6-EE2F-BC0C-7FF0-E2CA8E20AC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8AAED936-9833-CDD5-FF2A-9F4994A1B9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0CC4E8E-F1D1-DA45-BD2B-ACA4245F104F}" type="slidenum">
              <a:rPr lang="en-US" altLang="sk-SK" smtClean="0">
                <a:latin typeface="Helvetica" pitchFamily="2" charset="0"/>
              </a:rPr>
              <a:pPr/>
              <a:t>17</a:t>
            </a:fld>
            <a:endParaRPr lang="en-US" altLang="sk-SK">
              <a:latin typeface="Helvetica" pitchFamily="2" charset="0"/>
            </a:endParaRPr>
          </a:p>
        </p:txBody>
      </p:sp>
      <p:sp>
        <p:nvSpPr>
          <p:cNvPr id="38914" name="Rectangle 2">
            <a:extLst>
              <a:ext uri="{FF2B5EF4-FFF2-40B4-BE49-F238E27FC236}">
                <a16:creationId xmlns:a16="http://schemas.microsoft.com/office/drawing/2014/main" id="{4C26942C-6B3E-62FE-CFD0-5D5A634499A3}"/>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9E593E6-70AA-B4BF-21BD-DE302B5D9B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E6AFF22-182A-4E8C-4BD1-40527BA838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44FEC5BC-3219-ED41-9FA2-65582DC8C346}" type="slidenum">
              <a:rPr lang="en-US" altLang="sk-SK" smtClean="0">
                <a:latin typeface="Helvetica" pitchFamily="2" charset="0"/>
              </a:rPr>
              <a:pPr/>
              <a:t>18</a:t>
            </a:fld>
            <a:endParaRPr lang="en-US" altLang="sk-SK">
              <a:latin typeface="Helvetica" pitchFamily="2" charset="0"/>
            </a:endParaRPr>
          </a:p>
        </p:txBody>
      </p:sp>
      <p:sp>
        <p:nvSpPr>
          <p:cNvPr id="40962" name="Rectangle 2">
            <a:extLst>
              <a:ext uri="{FF2B5EF4-FFF2-40B4-BE49-F238E27FC236}">
                <a16:creationId xmlns:a16="http://schemas.microsoft.com/office/drawing/2014/main" id="{D28D6DD0-EABE-ED04-E99F-AA3A2284E733}"/>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BD0F30C0-084D-BB3F-E19F-C6E95649C0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AE4E082A-5D36-1182-33E2-4DCA8273C9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C8C3E7C-35FB-F94B-83D1-86D3DCDCE625}" type="slidenum">
              <a:rPr lang="en-US" altLang="sk-SK" smtClean="0">
                <a:latin typeface="Helvetica" pitchFamily="2" charset="0"/>
              </a:rPr>
              <a:pPr/>
              <a:t>19</a:t>
            </a:fld>
            <a:endParaRPr lang="en-US" altLang="sk-SK">
              <a:latin typeface="Helvetica" pitchFamily="2" charset="0"/>
            </a:endParaRPr>
          </a:p>
        </p:txBody>
      </p:sp>
      <p:sp>
        <p:nvSpPr>
          <p:cNvPr id="43010" name="Rectangle 2">
            <a:extLst>
              <a:ext uri="{FF2B5EF4-FFF2-40B4-BE49-F238E27FC236}">
                <a16:creationId xmlns:a16="http://schemas.microsoft.com/office/drawing/2014/main" id="{F0F2B0F1-7CBF-678C-22E4-9645B96B72B4}"/>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F6CA2202-941A-D8F3-5599-2C54F5226D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02B8B8C2-F185-F5A7-52BF-6E428195C1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188825A9-2C59-F247-A9CD-FD9834553957}" type="slidenum">
              <a:rPr lang="en-US" altLang="sk-SK" smtClean="0">
                <a:latin typeface="Helvetica" pitchFamily="2" charset="0"/>
              </a:rPr>
              <a:pPr/>
              <a:t>20</a:t>
            </a:fld>
            <a:endParaRPr lang="en-US" altLang="sk-SK">
              <a:latin typeface="Helvetica" pitchFamily="2" charset="0"/>
            </a:endParaRPr>
          </a:p>
        </p:txBody>
      </p:sp>
      <p:sp>
        <p:nvSpPr>
          <p:cNvPr id="45058" name="Rectangle 2">
            <a:extLst>
              <a:ext uri="{FF2B5EF4-FFF2-40B4-BE49-F238E27FC236}">
                <a16:creationId xmlns:a16="http://schemas.microsoft.com/office/drawing/2014/main" id="{1C9F764E-702D-87AA-26A2-81A417DFBEF3}"/>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D0F68AAF-5512-C52F-B397-E18ABD3AF1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38E54C14-6B9F-D006-19DC-5948BE9CB9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456F19A9-C10C-C743-BAD3-826093D86308}" type="slidenum">
              <a:rPr lang="en-US" altLang="sk-SK" smtClean="0">
                <a:latin typeface="Helvetica" pitchFamily="2" charset="0"/>
              </a:rPr>
              <a:pPr/>
              <a:t>21</a:t>
            </a:fld>
            <a:endParaRPr lang="en-US" altLang="sk-SK">
              <a:latin typeface="Helvetica" pitchFamily="2" charset="0"/>
            </a:endParaRPr>
          </a:p>
        </p:txBody>
      </p:sp>
      <p:sp>
        <p:nvSpPr>
          <p:cNvPr id="47106" name="Rectangle 2">
            <a:extLst>
              <a:ext uri="{FF2B5EF4-FFF2-40B4-BE49-F238E27FC236}">
                <a16:creationId xmlns:a16="http://schemas.microsoft.com/office/drawing/2014/main" id="{8E478FCD-4D8B-CFBE-206F-586E6824DDD8}"/>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1107DE51-3129-A996-F7FF-8B88E60585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E432D318-A4F8-A649-5FCD-8902F3D3DC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3F69455-C95F-D34A-9F83-3147945AC664}" type="slidenum">
              <a:rPr lang="en-US" altLang="sk-SK" smtClean="0">
                <a:latin typeface="Helvetica" pitchFamily="2" charset="0"/>
              </a:rPr>
              <a:pPr/>
              <a:t>22</a:t>
            </a:fld>
            <a:endParaRPr lang="en-US" altLang="sk-SK">
              <a:latin typeface="Helvetica" pitchFamily="2" charset="0"/>
            </a:endParaRPr>
          </a:p>
        </p:txBody>
      </p:sp>
      <p:sp>
        <p:nvSpPr>
          <p:cNvPr id="49154" name="Rectangle 2">
            <a:extLst>
              <a:ext uri="{FF2B5EF4-FFF2-40B4-BE49-F238E27FC236}">
                <a16:creationId xmlns:a16="http://schemas.microsoft.com/office/drawing/2014/main" id="{1D8716F6-F1E8-3640-F417-9601A10A81B5}"/>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C64FDC89-7E49-2469-C306-B4F81165FF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16374F4-D356-29FD-A7C0-C229BA616E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864ABC5-4828-F941-BDCD-B2D3DE07A718}" type="slidenum">
              <a:rPr lang="en-US" altLang="sk-SK" smtClean="0">
                <a:latin typeface="Helvetica" pitchFamily="2" charset="0"/>
              </a:rPr>
              <a:pPr/>
              <a:t>23</a:t>
            </a:fld>
            <a:endParaRPr lang="en-US" altLang="sk-SK">
              <a:latin typeface="Helvetica" pitchFamily="2" charset="0"/>
            </a:endParaRPr>
          </a:p>
        </p:txBody>
      </p:sp>
      <p:sp>
        <p:nvSpPr>
          <p:cNvPr id="51202" name="Rectangle 2">
            <a:extLst>
              <a:ext uri="{FF2B5EF4-FFF2-40B4-BE49-F238E27FC236}">
                <a16:creationId xmlns:a16="http://schemas.microsoft.com/office/drawing/2014/main" id="{26307B2D-5D27-502B-BC31-99E92C431475}"/>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047173FA-EBBC-B51D-1BE1-6AECB5DB1A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D011434E-DDF2-0488-3D2F-9CE384051F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E2E92B3-C345-844C-AD80-C4AA6A0F092A}" type="slidenum">
              <a:rPr lang="en-US" altLang="sk-SK" smtClean="0">
                <a:latin typeface="Helvetica" pitchFamily="2" charset="0"/>
              </a:rPr>
              <a:pPr/>
              <a:t>24</a:t>
            </a:fld>
            <a:endParaRPr lang="en-US" altLang="sk-SK">
              <a:latin typeface="Helvetica" pitchFamily="2" charset="0"/>
            </a:endParaRPr>
          </a:p>
        </p:txBody>
      </p:sp>
      <p:sp>
        <p:nvSpPr>
          <p:cNvPr id="53250" name="Rectangle 2">
            <a:extLst>
              <a:ext uri="{FF2B5EF4-FFF2-40B4-BE49-F238E27FC236}">
                <a16:creationId xmlns:a16="http://schemas.microsoft.com/office/drawing/2014/main" id="{609629EB-81E9-DA63-5C0F-BEBD11406915}"/>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C6D0642D-B5FA-08E5-36E5-E6E713BFC7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21223B2F-2B09-8373-953D-061FD3A86C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78FE038-969B-CC46-8062-0E986BA9A7B3}" type="slidenum">
              <a:rPr lang="en-US" altLang="sk-SK" smtClean="0">
                <a:latin typeface="Helvetica" pitchFamily="2" charset="0"/>
              </a:rPr>
              <a:pPr/>
              <a:t>25</a:t>
            </a:fld>
            <a:endParaRPr lang="en-US" altLang="sk-SK">
              <a:latin typeface="Helvetica" pitchFamily="2" charset="0"/>
            </a:endParaRPr>
          </a:p>
        </p:txBody>
      </p:sp>
      <p:sp>
        <p:nvSpPr>
          <p:cNvPr id="55298" name="Rectangle 2">
            <a:extLst>
              <a:ext uri="{FF2B5EF4-FFF2-40B4-BE49-F238E27FC236}">
                <a16:creationId xmlns:a16="http://schemas.microsoft.com/office/drawing/2014/main" id="{2759E3B6-C047-5CDC-6FF3-1214B73D0F95}"/>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677C4446-998D-93BF-B2F7-808D8462B3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3D5A9536-E2C0-1161-50B1-597BDE951C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30AEAF4-54BD-2A45-A0B0-E97C21C63EB5}" type="slidenum">
              <a:rPr lang="en-US" altLang="sk-SK" smtClean="0">
                <a:latin typeface="Helvetica" pitchFamily="2" charset="0"/>
              </a:rPr>
              <a:pPr/>
              <a:t>26</a:t>
            </a:fld>
            <a:endParaRPr lang="en-US" altLang="sk-SK">
              <a:latin typeface="Helvetica" pitchFamily="2" charset="0"/>
            </a:endParaRPr>
          </a:p>
        </p:txBody>
      </p:sp>
      <p:sp>
        <p:nvSpPr>
          <p:cNvPr id="57346" name="Rectangle 2">
            <a:extLst>
              <a:ext uri="{FF2B5EF4-FFF2-40B4-BE49-F238E27FC236}">
                <a16:creationId xmlns:a16="http://schemas.microsoft.com/office/drawing/2014/main" id="{00521454-5F3C-0B34-AD96-89158D0A9C8B}"/>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E5BD8B5F-C915-8038-DC6E-E1964D5A9B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4AC96A0F-6970-9532-C5DE-15A21D9410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791557A-5112-B74A-BBD8-68A4AED981FC}" type="slidenum">
              <a:rPr lang="en-US" altLang="sk-SK" smtClean="0">
                <a:latin typeface="Helvetica" pitchFamily="2" charset="0"/>
              </a:rPr>
              <a:pPr/>
              <a:t>27</a:t>
            </a:fld>
            <a:endParaRPr lang="en-US" altLang="sk-SK">
              <a:latin typeface="Helvetica" pitchFamily="2" charset="0"/>
            </a:endParaRPr>
          </a:p>
        </p:txBody>
      </p:sp>
      <p:sp>
        <p:nvSpPr>
          <p:cNvPr id="59394" name="Rectangle 2">
            <a:extLst>
              <a:ext uri="{FF2B5EF4-FFF2-40B4-BE49-F238E27FC236}">
                <a16:creationId xmlns:a16="http://schemas.microsoft.com/office/drawing/2014/main" id="{88AA2C7D-7A35-2C45-0B04-20AF15F4E83B}"/>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337A4377-36EB-5A82-F3C3-750900B0C6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024FC105-3569-2B1A-3711-9C92339A6F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B18F4C6-78DA-FD43-B6FF-F2362DA8825E}" type="slidenum">
              <a:rPr lang="en-US" altLang="sk-SK" smtClean="0">
                <a:latin typeface="Helvetica" pitchFamily="2" charset="0"/>
              </a:rPr>
              <a:pPr/>
              <a:t>28</a:t>
            </a:fld>
            <a:endParaRPr lang="en-US" altLang="sk-SK">
              <a:latin typeface="Helvetica" pitchFamily="2" charset="0"/>
            </a:endParaRPr>
          </a:p>
        </p:txBody>
      </p:sp>
      <p:sp>
        <p:nvSpPr>
          <p:cNvPr id="61442" name="Rectangle 2">
            <a:extLst>
              <a:ext uri="{FF2B5EF4-FFF2-40B4-BE49-F238E27FC236}">
                <a16:creationId xmlns:a16="http://schemas.microsoft.com/office/drawing/2014/main" id="{BB7FE4FE-B582-600A-DD48-F9E9432CE0F7}"/>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4637F7DB-EB42-EE16-5CDD-BCD08072F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745DB32F-2FB2-8CA2-BFEC-85D9E04209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AA6F0CE-C0B2-264C-8ACA-8A240A4896DA}" type="slidenum">
              <a:rPr lang="en-US" altLang="sk-SK" smtClean="0">
                <a:latin typeface="Helvetica" pitchFamily="2" charset="0"/>
              </a:rPr>
              <a:pPr/>
              <a:t>29</a:t>
            </a:fld>
            <a:endParaRPr lang="en-US" altLang="sk-SK">
              <a:latin typeface="Helvetica" pitchFamily="2" charset="0"/>
            </a:endParaRPr>
          </a:p>
        </p:txBody>
      </p:sp>
      <p:sp>
        <p:nvSpPr>
          <p:cNvPr id="63490" name="Rectangle 2">
            <a:extLst>
              <a:ext uri="{FF2B5EF4-FFF2-40B4-BE49-F238E27FC236}">
                <a16:creationId xmlns:a16="http://schemas.microsoft.com/office/drawing/2014/main" id="{F439BB8C-FB96-41D0-99EB-D55B5CF5B0AA}"/>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F0418706-125E-0F4D-A630-297CE1F9E9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DDA20A38-3AFD-B4E6-9E42-71079D1293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760C9480-EBA9-C64D-B915-EA8F18BB163D}" type="slidenum">
              <a:rPr lang="en-US" altLang="sk-SK" smtClean="0">
                <a:latin typeface="Helvetica" pitchFamily="2" charset="0"/>
              </a:rPr>
              <a:pPr/>
              <a:t>30</a:t>
            </a:fld>
            <a:endParaRPr lang="en-US" altLang="sk-SK">
              <a:latin typeface="Helvetica" pitchFamily="2" charset="0"/>
            </a:endParaRPr>
          </a:p>
        </p:txBody>
      </p:sp>
      <p:sp>
        <p:nvSpPr>
          <p:cNvPr id="65538" name="Rectangle 2">
            <a:extLst>
              <a:ext uri="{FF2B5EF4-FFF2-40B4-BE49-F238E27FC236}">
                <a16:creationId xmlns:a16="http://schemas.microsoft.com/office/drawing/2014/main" id="{F3B75D14-E36C-2C79-FDFD-773E27625723}"/>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F6F1A2F5-1FA4-4965-E082-6908B8B66A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D34C0B59-450F-AF2C-257E-E0D37B9BF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32FDD7A-43A2-2D43-BE12-E25F500CF903}" type="slidenum">
              <a:rPr lang="en-US" altLang="sk-SK" smtClean="0">
                <a:latin typeface="Helvetica" pitchFamily="2" charset="0"/>
              </a:rPr>
              <a:pPr/>
              <a:t>31</a:t>
            </a:fld>
            <a:endParaRPr lang="en-US" altLang="sk-SK">
              <a:latin typeface="Helvetica" pitchFamily="2" charset="0"/>
            </a:endParaRPr>
          </a:p>
        </p:txBody>
      </p:sp>
      <p:sp>
        <p:nvSpPr>
          <p:cNvPr id="67586" name="Rectangle 2">
            <a:extLst>
              <a:ext uri="{FF2B5EF4-FFF2-40B4-BE49-F238E27FC236}">
                <a16:creationId xmlns:a16="http://schemas.microsoft.com/office/drawing/2014/main" id="{306E48F0-2921-1DCF-AEF1-CBC3F64E55BA}"/>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679E7F8B-C3D5-DC70-189E-6936AF9C1A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10E10566-7250-E3FF-6894-337171A619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C217262D-5569-3A44-9396-32DDD039CE10}" type="slidenum">
              <a:rPr lang="en-US" altLang="sk-SK" smtClean="0">
                <a:latin typeface="Helvetica" pitchFamily="2" charset="0"/>
              </a:rPr>
              <a:pPr/>
              <a:t>32</a:t>
            </a:fld>
            <a:endParaRPr lang="en-US" altLang="sk-SK">
              <a:latin typeface="Helvetica" pitchFamily="2" charset="0"/>
            </a:endParaRPr>
          </a:p>
        </p:txBody>
      </p:sp>
      <p:sp>
        <p:nvSpPr>
          <p:cNvPr id="69634" name="Rectangle 2">
            <a:extLst>
              <a:ext uri="{FF2B5EF4-FFF2-40B4-BE49-F238E27FC236}">
                <a16:creationId xmlns:a16="http://schemas.microsoft.com/office/drawing/2014/main" id="{A5714A50-715F-C000-C4B9-EFF898B10F72}"/>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4B289C05-299E-32FC-A68F-8096D9CA54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8EDE4728-328C-D547-4058-F10888956A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42C415F3-F321-5744-B9D8-D44ABA26B6D5}" type="slidenum">
              <a:rPr lang="en-US" altLang="sk-SK" smtClean="0">
                <a:latin typeface="Helvetica" pitchFamily="2" charset="0"/>
              </a:rPr>
              <a:pPr/>
              <a:t>33</a:t>
            </a:fld>
            <a:endParaRPr lang="en-US" altLang="sk-SK">
              <a:latin typeface="Helvetica" pitchFamily="2" charset="0"/>
            </a:endParaRPr>
          </a:p>
        </p:txBody>
      </p:sp>
      <p:sp>
        <p:nvSpPr>
          <p:cNvPr id="71682" name="Rectangle 2">
            <a:extLst>
              <a:ext uri="{FF2B5EF4-FFF2-40B4-BE49-F238E27FC236}">
                <a16:creationId xmlns:a16="http://schemas.microsoft.com/office/drawing/2014/main" id="{1FEBCBF8-677D-3C49-84B4-3249AE6D1362}"/>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DAA1AED8-0898-E38B-303C-5997DEEF04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A2411327-A0C8-D272-7C20-BBCD96F76A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924D102-0BBC-6341-8583-7E5A1297DD26}" type="slidenum">
              <a:rPr lang="en-US" altLang="sk-SK" smtClean="0">
                <a:latin typeface="Helvetica" pitchFamily="2" charset="0"/>
              </a:rPr>
              <a:pPr/>
              <a:t>34</a:t>
            </a:fld>
            <a:endParaRPr lang="en-US" altLang="sk-SK">
              <a:latin typeface="Helvetica" pitchFamily="2" charset="0"/>
            </a:endParaRPr>
          </a:p>
        </p:txBody>
      </p:sp>
      <p:sp>
        <p:nvSpPr>
          <p:cNvPr id="73730" name="Rectangle 2">
            <a:extLst>
              <a:ext uri="{FF2B5EF4-FFF2-40B4-BE49-F238E27FC236}">
                <a16:creationId xmlns:a16="http://schemas.microsoft.com/office/drawing/2014/main" id="{AF667B04-6E16-26A5-A74E-A69A61842FDC}"/>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5A849C1B-8A96-BC41-E719-3175F283E0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A9E4AC79-710D-CD33-ED2F-C821466D7C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A12089A-5C0A-A64A-90F5-65DD92919B25}" type="slidenum">
              <a:rPr lang="en-US" altLang="sk-SK" smtClean="0">
                <a:latin typeface="Helvetica" pitchFamily="2" charset="0"/>
              </a:rPr>
              <a:pPr/>
              <a:t>35</a:t>
            </a:fld>
            <a:endParaRPr lang="en-US" altLang="sk-SK">
              <a:latin typeface="Helvetica" pitchFamily="2" charset="0"/>
            </a:endParaRPr>
          </a:p>
        </p:txBody>
      </p:sp>
      <p:sp>
        <p:nvSpPr>
          <p:cNvPr id="75778" name="Rectangle 2">
            <a:extLst>
              <a:ext uri="{FF2B5EF4-FFF2-40B4-BE49-F238E27FC236}">
                <a16:creationId xmlns:a16="http://schemas.microsoft.com/office/drawing/2014/main" id="{4FBA1031-E0F8-381A-5F82-8AEFAC2B192C}"/>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9F14F919-7AD0-3E49-BF58-8CF8C061EF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EED1603-46B3-C09D-0F3D-EAF16309EC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1214BA84-F431-8340-8338-0ED6CC67CECE}" type="slidenum">
              <a:rPr lang="en-US" altLang="sk-SK" smtClean="0">
                <a:latin typeface="Helvetica" pitchFamily="2" charset="0"/>
              </a:rPr>
              <a:pPr/>
              <a:t>36</a:t>
            </a:fld>
            <a:endParaRPr lang="en-US" altLang="sk-SK">
              <a:latin typeface="Helvetica" pitchFamily="2" charset="0"/>
            </a:endParaRPr>
          </a:p>
        </p:txBody>
      </p:sp>
      <p:sp>
        <p:nvSpPr>
          <p:cNvPr id="77826" name="Rectangle 2">
            <a:extLst>
              <a:ext uri="{FF2B5EF4-FFF2-40B4-BE49-F238E27FC236}">
                <a16:creationId xmlns:a16="http://schemas.microsoft.com/office/drawing/2014/main" id="{0404309C-5D75-1869-2AF2-B16715F9C206}"/>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AAC086D0-80A0-981C-AF41-4C843FC6C1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A2CC9022-0D94-82E9-C13E-12118A8CC3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E9CEB83-8D99-A54F-9EC3-FC8B00D643D0}" type="slidenum">
              <a:rPr lang="en-US" altLang="sk-SK" smtClean="0">
                <a:latin typeface="Helvetica" pitchFamily="2" charset="0"/>
              </a:rPr>
              <a:pPr/>
              <a:t>37</a:t>
            </a:fld>
            <a:endParaRPr lang="en-US" altLang="sk-SK">
              <a:latin typeface="Helvetica" pitchFamily="2" charset="0"/>
            </a:endParaRPr>
          </a:p>
        </p:txBody>
      </p:sp>
      <p:sp>
        <p:nvSpPr>
          <p:cNvPr id="79874" name="Rectangle 2">
            <a:extLst>
              <a:ext uri="{FF2B5EF4-FFF2-40B4-BE49-F238E27FC236}">
                <a16:creationId xmlns:a16="http://schemas.microsoft.com/office/drawing/2014/main" id="{76120662-6BE0-20D2-0F67-B90E92452F9B}"/>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3489A9A3-4FD1-D303-EC5B-52B3BE8887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3AD2436A-0DE2-9A16-2BBF-B890012EE4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7712EC7-EDEC-9E48-93DA-B65FB45D42B2}" type="slidenum">
              <a:rPr lang="en-US" altLang="sk-SK" smtClean="0">
                <a:latin typeface="Helvetica" pitchFamily="2" charset="0"/>
              </a:rPr>
              <a:pPr/>
              <a:t>38</a:t>
            </a:fld>
            <a:endParaRPr lang="en-US" altLang="sk-SK">
              <a:latin typeface="Helvetica" pitchFamily="2" charset="0"/>
            </a:endParaRPr>
          </a:p>
        </p:txBody>
      </p:sp>
      <p:sp>
        <p:nvSpPr>
          <p:cNvPr id="81922" name="Rectangle 2">
            <a:extLst>
              <a:ext uri="{FF2B5EF4-FFF2-40B4-BE49-F238E27FC236}">
                <a16:creationId xmlns:a16="http://schemas.microsoft.com/office/drawing/2014/main" id="{8B407A4A-B32A-70CC-5148-8A50068AFB9A}"/>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0049AA72-DDAE-3756-3BBE-3387F4EDB5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43C6C3F4-4B78-ECD7-A38E-D57FD388DF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AA8ED78-F228-1B4F-99CB-4DE16D8CBE5C}" type="slidenum">
              <a:rPr lang="en-US" altLang="sk-SK" smtClean="0">
                <a:latin typeface="Helvetica" pitchFamily="2" charset="0"/>
              </a:rPr>
              <a:pPr/>
              <a:t>39</a:t>
            </a:fld>
            <a:endParaRPr lang="en-US" altLang="sk-SK">
              <a:latin typeface="Helvetica" pitchFamily="2" charset="0"/>
            </a:endParaRPr>
          </a:p>
        </p:txBody>
      </p:sp>
      <p:sp>
        <p:nvSpPr>
          <p:cNvPr id="83970" name="Rectangle 2">
            <a:extLst>
              <a:ext uri="{FF2B5EF4-FFF2-40B4-BE49-F238E27FC236}">
                <a16:creationId xmlns:a16="http://schemas.microsoft.com/office/drawing/2014/main" id="{CB071569-F10A-FF7F-E6DF-4F509E0EC4BD}"/>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B268A7F1-A887-1A63-4B85-038FB2F312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F6B724CE-CA74-4891-B606-56CE8E8557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42B500BE-A645-6046-B412-D98A6E76FC26}" type="slidenum">
              <a:rPr lang="en-US" altLang="sk-SK" smtClean="0">
                <a:latin typeface="Helvetica" pitchFamily="2" charset="0"/>
              </a:rPr>
              <a:pPr/>
              <a:t>40</a:t>
            </a:fld>
            <a:endParaRPr lang="en-US" altLang="sk-SK">
              <a:latin typeface="Helvetica" pitchFamily="2" charset="0"/>
            </a:endParaRPr>
          </a:p>
        </p:txBody>
      </p:sp>
      <p:sp>
        <p:nvSpPr>
          <p:cNvPr id="86018" name="Rectangle 2">
            <a:extLst>
              <a:ext uri="{FF2B5EF4-FFF2-40B4-BE49-F238E27FC236}">
                <a16:creationId xmlns:a16="http://schemas.microsoft.com/office/drawing/2014/main" id="{492BD76C-FC2B-4D05-168D-63ADDD7303D2}"/>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F105E0DC-1146-B202-07C9-C17C8D900B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7E357AD3-473A-EAC4-D96E-E151AEF6B3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8703D59-93AB-6E4D-A5E7-80347208E7DA}" type="slidenum">
              <a:rPr lang="en-US" altLang="sk-SK" smtClean="0">
                <a:latin typeface="Helvetica" pitchFamily="2" charset="0"/>
              </a:rPr>
              <a:pPr/>
              <a:t>41</a:t>
            </a:fld>
            <a:endParaRPr lang="en-US" altLang="sk-SK">
              <a:latin typeface="Helvetica" pitchFamily="2" charset="0"/>
            </a:endParaRPr>
          </a:p>
        </p:txBody>
      </p:sp>
      <p:sp>
        <p:nvSpPr>
          <p:cNvPr id="88066" name="Rectangle 2">
            <a:extLst>
              <a:ext uri="{FF2B5EF4-FFF2-40B4-BE49-F238E27FC236}">
                <a16:creationId xmlns:a16="http://schemas.microsoft.com/office/drawing/2014/main" id="{E1FEC5B3-47CF-226C-B34E-A0C954EB7B48}"/>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7058C3DB-5171-AEAA-6A8E-AEB958B572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558952BC-0AE3-8016-414C-E810A72B22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106CA446-29DE-B04B-8A0C-164E1E5F2A90}" type="slidenum">
              <a:rPr lang="en-US" altLang="sk-SK" smtClean="0">
                <a:latin typeface="Helvetica" pitchFamily="2" charset="0"/>
              </a:rPr>
              <a:pPr/>
              <a:t>42</a:t>
            </a:fld>
            <a:endParaRPr lang="en-US" altLang="sk-SK">
              <a:latin typeface="Helvetica" pitchFamily="2" charset="0"/>
            </a:endParaRPr>
          </a:p>
        </p:txBody>
      </p:sp>
      <p:sp>
        <p:nvSpPr>
          <p:cNvPr id="90114" name="Rectangle 2">
            <a:extLst>
              <a:ext uri="{FF2B5EF4-FFF2-40B4-BE49-F238E27FC236}">
                <a16:creationId xmlns:a16="http://schemas.microsoft.com/office/drawing/2014/main" id="{3A6370B0-6A4C-3CC5-0440-D170950EA185}"/>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20E7D686-081A-963D-229E-F0E5CFBC09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7632748A-DC13-5BFA-EE4B-519DC445DFB2}"/>
              </a:ext>
            </a:extLst>
          </p:cNvPr>
          <p:cNvGrpSpPr>
            <a:grpSpLocks/>
          </p:cNvGrpSpPr>
          <p:nvPr/>
        </p:nvGrpSpPr>
        <p:grpSpPr bwMode="auto">
          <a:xfrm>
            <a:off x="198438" y="2960688"/>
            <a:ext cx="8610600" cy="201612"/>
            <a:chOff x="125" y="1865"/>
            <a:chExt cx="5424" cy="127"/>
          </a:xfrm>
        </p:grpSpPr>
        <p:sp>
          <p:nvSpPr>
            <p:cNvPr id="3" name="Rectangle 4">
              <a:extLst>
                <a:ext uri="{FF2B5EF4-FFF2-40B4-BE49-F238E27FC236}">
                  <a16:creationId xmlns:a16="http://schemas.microsoft.com/office/drawing/2014/main" id="{1793172C-3079-2A20-7EEC-0D33EDFE374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defRPr/>
              </a:pPr>
              <a:endParaRPr lang="sk-SK" altLang="sk-SK" sz="1800"/>
            </a:p>
          </p:txBody>
        </p:sp>
        <p:sp>
          <p:nvSpPr>
            <p:cNvPr id="4" name="Rectangle 5">
              <a:extLst>
                <a:ext uri="{FF2B5EF4-FFF2-40B4-BE49-F238E27FC236}">
                  <a16:creationId xmlns:a16="http://schemas.microsoft.com/office/drawing/2014/main" id="{83486EAE-76E2-1170-699B-1DE17EAC0309}"/>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defRPr/>
              </a:pPr>
              <a:endParaRPr lang="sk-SK" altLang="sk-SK" sz="1800"/>
            </a:p>
          </p:txBody>
        </p:sp>
        <p:sp>
          <p:nvSpPr>
            <p:cNvPr id="5" name="Rectangle 6">
              <a:extLst>
                <a:ext uri="{FF2B5EF4-FFF2-40B4-BE49-F238E27FC236}">
                  <a16:creationId xmlns:a16="http://schemas.microsoft.com/office/drawing/2014/main" id="{28DE41A8-DB97-E634-048F-89E6021904F6}"/>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defRPr/>
              </a:pPr>
              <a:endParaRPr lang="sk-SK" altLang="sk-SK" sz="1800"/>
            </a:p>
          </p:txBody>
        </p:sp>
      </p:grpSp>
      <p:sp>
        <p:nvSpPr>
          <p:cNvPr id="6" name="Text Box 7">
            <a:extLst>
              <a:ext uri="{FF2B5EF4-FFF2-40B4-BE49-F238E27FC236}">
                <a16:creationId xmlns:a16="http://schemas.microsoft.com/office/drawing/2014/main" id="{E1E0DEC9-2A6A-9597-9AB0-F5F3C8F5C167}"/>
              </a:ext>
            </a:extLst>
          </p:cNvPr>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lgn="ctr">
              <a:spcBef>
                <a:spcPct val="50000"/>
              </a:spcBef>
              <a:defRPr/>
            </a:pPr>
            <a:r>
              <a:rPr lang="en-US" altLang="sk-SK" sz="1000" b="1">
                <a:solidFill>
                  <a:srgbClr val="336699"/>
                </a:solidFill>
                <a:latin typeface="Helvetica" pitchFamily="-84" charset="0"/>
              </a:rPr>
              <a:t>Silberschatz, Galvin and Gagne ©2013</a:t>
            </a:r>
          </a:p>
        </p:txBody>
      </p:sp>
      <p:sp>
        <p:nvSpPr>
          <p:cNvPr id="7" name="Text Box 8">
            <a:extLst>
              <a:ext uri="{FF2B5EF4-FFF2-40B4-BE49-F238E27FC236}">
                <a16:creationId xmlns:a16="http://schemas.microsoft.com/office/drawing/2014/main" id="{661D67E3-96E2-C4B7-67DB-B84351ED0851}"/>
              </a:ext>
            </a:extLst>
          </p:cNvPr>
          <p:cNvSpPr txBox="1">
            <a:spLocks noChangeArrowheads="1"/>
          </p:cNvSpPr>
          <p:nvPr/>
        </p:nvSpPr>
        <p:spPr bwMode="auto">
          <a:xfrm>
            <a:off x="26988" y="6613525"/>
            <a:ext cx="2638425" cy="244475"/>
          </a:xfrm>
          <a:prstGeom prst="rect">
            <a:avLst/>
          </a:prstGeom>
          <a:noFill/>
          <a:ln w="9525">
            <a:noFill/>
            <a:miter lim="800000"/>
            <a:headEnd/>
            <a:tailEnd/>
          </a:ln>
          <a:effectLst/>
        </p:spPr>
        <p:txBody>
          <a:bodyPr wrap="none">
            <a:spAutoFit/>
          </a:bodyP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spcBef>
                <a:spcPct val="50000"/>
              </a:spcBef>
              <a:defRPr/>
            </a:pPr>
            <a:r>
              <a:rPr lang="en-US" altLang="sk-SK" sz="1000" b="1">
                <a:solidFill>
                  <a:srgbClr val="336699"/>
                </a:solidFill>
                <a:latin typeface="Helvetica" pitchFamily="-84" charset="0"/>
              </a:rPr>
              <a:t>Operating System Concepts – 9</a:t>
            </a:r>
            <a:r>
              <a:rPr lang="en-US" altLang="sk-SK" sz="1000" b="1" baseline="30000">
                <a:solidFill>
                  <a:srgbClr val="336699"/>
                </a:solidFill>
                <a:latin typeface="Helvetica" pitchFamily="-84" charset="0"/>
              </a:rPr>
              <a:t>th</a:t>
            </a:r>
            <a:r>
              <a:rPr lang="en-US" altLang="sk-SK" sz="1000" b="1">
                <a:solidFill>
                  <a:srgbClr val="336699"/>
                </a:solidFill>
                <a:latin typeface="Helvetica" pitchFamily="-84" charset="0"/>
              </a:rPr>
              <a:t> Edition</a:t>
            </a:r>
          </a:p>
        </p:txBody>
      </p:sp>
      <p:pic>
        <p:nvPicPr>
          <p:cNvPr id="8" name="Picture 9" descr="dino_4">
            <a:extLst>
              <a:ext uri="{FF2B5EF4-FFF2-40B4-BE49-F238E27FC236}">
                <a16:creationId xmlns:a16="http://schemas.microsoft.com/office/drawing/2014/main" id="{717A9E75-DCA9-03CA-4592-EC63642BC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9" name="Rectangle 10">
            <a:extLst>
              <a:ext uri="{FF2B5EF4-FFF2-40B4-BE49-F238E27FC236}">
                <a16:creationId xmlns:a16="http://schemas.microsoft.com/office/drawing/2014/main" id="{A279B6D0-C7A5-DF16-5C6E-C08B9F7FB7AD}"/>
              </a:ext>
            </a:extLst>
          </p:cNvPr>
          <p:cNvSpPr>
            <a:spLocks noChangeArrowheads="1"/>
          </p:cNvSpPr>
          <p:nvPr/>
        </p:nvSpPr>
        <p:spPr bwMode="auto">
          <a:xfrm>
            <a:off x="3224213" y="4016375"/>
            <a:ext cx="2336800" cy="1878013"/>
          </a:xfrm>
          <a:prstGeom prst="rect">
            <a:avLst/>
          </a:prstGeom>
          <a:noFill/>
          <a:ln w="57150" cmpd="thinThick">
            <a:solidFill>
              <a:srgbClr val="66CCFF"/>
            </a:solidFill>
            <a:miter lim="800000"/>
            <a:headEnd/>
            <a:tailEnd/>
          </a:ln>
        </p:spPr>
        <p:txBody>
          <a:bodyPr wrap="none" anchor="ct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defRPr/>
            </a:pPr>
            <a:endParaRPr lang="sk-SK" altLang="sk-SK" sz="1800"/>
          </a:p>
        </p:txBody>
      </p:sp>
      <p:sp>
        <p:nvSpPr>
          <p:cNvPr id="133122"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3733474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2645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41107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333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6037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26291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7277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43872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34298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678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5666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95F23ABE-331D-0572-B3C7-52F448A80E8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D911BF80-C97F-6160-A999-1BCE8EC83A86}"/>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sk-SK"/>
              <a:t>Click to edit Master title style</a:t>
            </a:r>
          </a:p>
        </p:txBody>
      </p:sp>
      <p:sp>
        <p:nvSpPr>
          <p:cNvPr id="1028" name="Rectangle 4">
            <a:extLst>
              <a:ext uri="{FF2B5EF4-FFF2-40B4-BE49-F238E27FC236}">
                <a16:creationId xmlns:a16="http://schemas.microsoft.com/office/drawing/2014/main" id="{70E213C7-D56D-CF2A-1C66-84C5D6932C01}"/>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sk-SK"/>
              <a:t>Click to edit Master text styles</a:t>
            </a:r>
          </a:p>
          <a:p>
            <a:pPr lvl="1"/>
            <a:r>
              <a:rPr lang="en-US" altLang="sk-SK"/>
              <a:t>Second level</a:t>
            </a:r>
          </a:p>
          <a:p>
            <a:pPr lvl="2"/>
            <a:r>
              <a:rPr lang="en-US" altLang="sk-SK"/>
              <a:t>Third level</a:t>
            </a:r>
          </a:p>
          <a:p>
            <a:pPr lvl="3"/>
            <a:r>
              <a:rPr lang="en-US" altLang="sk-SK"/>
              <a:t>Fourth level</a:t>
            </a:r>
          </a:p>
          <a:p>
            <a:pPr lvl="4"/>
            <a:r>
              <a:rPr lang="en-US" altLang="sk-SK"/>
              <a:t>Fifth level</a:t>
            </a:r>
          </a:p>
        </p:txBody>
      </p:sp>
      <p:sp>
        <p:nvSpPr>
          <p:cNvPr id="1029" name="Rectangle 5">
            <a:extLst>
              <a:ext uri="{FF2B5EF4-FFF2-40B4-BE49-F238E27FC236}">
                <a16:creationId xmlns:a16="http://schemas.microsoft.com/office/drawing/2014/main" id="{5E926333-8001-7AEF-07AB-19E4AEF1FD91}"/>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lgn="ctr" eaLnBrk="1" hangingPunct="1">
              <a:defRPr/>
            </a:pPr>
            <a:endParaRPr lang="sk-SK" altLang="sk-SK">
              <a:latin typeface="Times New Roman" pitchFamily="18" charset="0"/>
            </a:endParaRPr>
          </a:p>
        </p:txBody>
      </p:sp>
      <p:sp>
        <p:nvSpPr>
          <p:cNvPr id="1030" name="Line 6">
            <a:extLst>
              <a:ext uri="{FF2B5EF4-FFF2-40B4-BE49-F238E27FC236}">
                <a16:creationId xmlns:a16="http://schemas.microsoft.com/office/drawing/2014/main" id="{2F938845-4836-3E7F-1F83-7F1B2044F202}"/>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sk-SK"/>
          </a:p>
        </p:txBody>
      </p:sp>
      <p:sp>
        <p:nvSpPr>
          <p:cNvPr id="1031" name="Rectangle 7">
            <a:extLst>
              <a:ext uri="{FF2B5EF4-FFF2-40B4-BE49-F238E27FC236}">
                <a16:creationId xmlns:a16="http://schemas.microsoft.com/office/drawing/2014/main" id="{10ABE749-8101-1F30-8F78-AA07C81BF66B}"/>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lgn="ctr" eaLnBrk="1" hangingPunct="1">
              <a:defRPr/>
            </a:pPr>
            <a:endParaRPr lang="sk-SK" altLang="sk-SK">
              <a:latin typeface="Times New Roman" pitchFamily="18" charset="0"/>
            </a:endParaRPr>
          </a:p>
        </p:txBody>
      </p:sp>
      <p:sp>
        <p:nvSpPr>
          <p:cNvPr id="1032" name="Rectangle 8">
            <a:extLst>
              <a:ext uri="{FF2B5EF4-FFF2-40B4-BE49-F238E27FC236}">
                <a16:creationId xmlns:a16="http://schemas.microsoft.com/office/drawing/2014/main" id="{D52FFFC7-E204-A2DB-D558-27C3DE64E217}"/>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lgn="ctr" eaLnBrk="1" hangingPunct="1">
              <a:defRPr/>
            </a:pPr>
            <a:endParaRPr lang="sk-SK" altLang="sk-SK">
              <a:latin typeface="Times New Roman" pitchFamily="18" charset="0"/>
            </a:endParaRPr>
          </a:p>
        </p:txBody>
      </p:sp>
      <p:sp>
        <p:nvSpPr>
          <p:cNvPr id="132105" name="Text Box 9">
            <a:extLst>
              <a:ext uri="{FF2B5EF4-FFF2-40B4-BE49-F238E27FC236}">
                <a16:creationId xmlns:a16="http://schemas.microsoft.com/office/drawing/2014/main" id="{C4063142-B35D-FC87-5DE5-54EFFEB6E59B}"/>
              </a:ext>
            </a:extLst>
          </p:cNvPr>
          <p:cNvSpPr txBox="1">
            <a:spLocks noChangeArrowheads="1"/>
          </p:cNvSpPr>
          <p:nvPr/>
        </p:nvSpPr>
        <p:spPr bwMode="auto">
          <a:xfrm>
            <a:off x="4221163" y="6613525"/>
            <a:ext cx="517525" cy="246063"/>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defRPr/>
            </a:pPr>
            <a:r>
              <a:rPr lang="en-US" altLang="sk-SK" sz="1000" b="1">
                <a:solidFill>
                  <a:srgbClr val="006699"/>
                </a:solidFill>
                <a:latin typeface="Helvetica" pitchFamily="2" charset="0"/>
              </a:rPr>
              <a:t>17.</a:t>
            </a:r>
            <a:fld id="{461BD05B-F39D-A94A-8847-97F27973E28B}" type="slidenum">
              <a:rPr lang="en-US" altLang="sk-SK" sz="1000" b="1" smtClean="0">
                <a:solidFill>
                  <a:srgbClr val="006699"/>
                </a:solidFill>
                <a:latin typeface="Helvetica" pitchFamily="2" charset="0"/>
              </a:rPr>
              <a:pPr algn="ctr">
                <a:spcBef>
                  <a:spcPct val="50000"/>
                </a:spcBef>
                <a:defRPr/>
              </a:pPr>
              <a:t>‹#›</a:t>
            </a:fld>
            <a:endParaRPr lang="en-US" altLang="sk-SK" sz="1000" b="1">
              <a:solidFill>
                <a:srgbClr val="006699"/>
              </a:solidFill>
              <a:latin typeface="Helvetica" pitchFamily="2" charset="0"/>
            </a:endParaRPr>
          </a:p>
        </p:txBody>
      </p:sp>
      <p:sp>
        <p:nvSpPr>
          <p:cNvPr id="132106" name="Text Box 10">
            <a:extLst>
              <a:ext uri="{FF2B5EF4-FFF2-40B4-BE49-F238E27FC236}">
                <a16:creationId xmlns:a16="http://schemas.microsoft.com/office/drawing/2014/main" id="{303FFE0D-2B95-B714-1BFD-642CE791B829}"/>
              </a:ext>
            </a:extLst>
          </p:cNvPr>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lgn="ctr">
              <a:spcBef>
                <a:spcPct val="50000"/>
              </a:spcBef>
              <a:defRPr/>
            </a:pPr>
            <a:r>
              <a:rPr lang="en-US" altLang="sk-SK" sz="1000" b="1">
                <a:solidFill>
                  <a:srgbClr val="006699"/>
                </a:solidFill>
                <a:latin typeface="Helvetica" pitchFamily="-84" charset="0"/>
              </a:rPr>
              <a:t>Silberschatz, Galvin and Gagne ©2013</a:t>
            </a:r>
          </a:p>
        </p:txBody>
      </p:sp>
      <p:sp>
        <p:nvSpPr>
          <p:cNvPr id="132107" name="Text Box 11">
            <a:extLst>
              <a:ext uri="{FF2B5EF4-FFF2-40B4-BE49-F238E27FC236}">
                <a16:creationId xmlns:a16="http://schemas.microsoft.com/office/drawing/2014/main" id="{8C91FC14-03F9-9400-DE90-5BC864626042}"/>
              </a:ext>
            </a:extLst>
          </p:cNvPr>
          <p:cNvSpPr txBox="1">
            <a:spLocks noChangeArrowheads="1"/>
          </p:cNvSpPr>
          <p:nvPr/>
        </p:nvSpPr>
        <p:spPr bwMode="auto">
          <a:xfrm>
            <a:off x="185738" y="6621463"/>
            <a:ext cx="2635250" cy="244475"/>
          </a:xfrm>
          <a:prstGeom prst="rect">
            <a:avLst/>
          </a:prstGeom>
          <a:noFill/>
          <a:ln w="9525">
            <a:noFill/>
            <a:miter lim="800000"/>
            <a:headEnd/>
            <a:tailEnd/>
          </a:ln>
          <a:effectLst/>
        </p:spPr>
        <p:txBody>
          <a:bodyPr wrap="none">
            <a:spAutoFit/>
          </a:bodyPr>
          <a:lstStyle>
            <a:lvl1pPr>
              <a:defRPr sz="2400">
                <a:solidFill>
                  <a:schemeClr val="tx1"/>
                </a:solidFill>
                <a:latin typeface="Verdana" pitchFamily="34" charset="0"/>
                <a:ea typeface="ＭＳ Ｐゴシック" pitchFamily="-84" charset="-128"/>
              </a:defRPr>
            </a:lvl1pPr>
            <a:lvl2pPr marL="742950" indent="-285750">
              <a:defRPr sz="2400">
                <a:solidFill>
                  <a:schemeClr val="tx1"/>
                </a:solidFill>
                <a:latin typeface="Verdana" pitchFamily="34" charset="0"/>
                <a:ea typeface="ＭＳ Ｐゴシック" pitchFamily="-84" charset="-128"/>
              </a:defRPr>
            </a:lvl2pPr>
            <a:lvl3pPr marL="1143000" indent="-228600">
              <a:defRPr sz="2400">
                <a:solidFill>
                  <a:schemeClr val="tx1"/>
                </a:solidFill>
                <a:latin typeface="Verdana" pitchFamily="34" charset="0"/>
                <a:ea typeface="ＭＳ Ｐゴシック" pitchFamily="-84" charset="-128"/>
              </a:defRPr>
            </a:lvl3pPr>
            <a:lvl4pPr marL="1600200" indent="-228600">
              <a:defRPr sz="2400">
                <a:solidFill>
                  <a:schemeClr val="tx1"/>
                </a:solidFill>
                <a:latin typeface="Verdana" pitchFamily="34" charset="0"/>
                <a:ea typeface="ＭＳ Ｐゴシック" pitchFamily="-84" charset="-128"/>
              </a:defRPr>
            </a:lvl4pPr>
            <a:lvl5pPr marL="2057400" indent="-228600">
              <a:defRPr sz="2400">
                <a:solidFill>
                  <a:schemeClr val="tx1"/>
                </a:solidFill>
                <a:latin typeface="Verdana" pitchFamily="34" charset="0"/>
                <a:ea typeface="ＭＳ Ｐゴシック" pitchFamily="-84" charset="-128"/>
              </a:defRPr>
            </a:lvl5pPr>
            <a:lvl6pPr marL="25146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6pPr>
            <a:lvl7pPr marL="29718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7pPr>
            <a:lvl8pPr marL="34290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8pPr>
            <a:lvl9pPr marL="3886200" indent="-228600" eaLnBrk="0" fontAlgn="base" hangingPunct="0">
              <a:spcBef>
                <a:spcPct val="0"/>
              </a:spcBef>
              <a:spcAft>
                <a:spcPct val="0"/>
              </a:spcAft>
              <a:defRPr sz="2400">
                <a:solidFill>
                  <a:schemeClr val="tx1"/>
                </a:solidFill>
                <a:latin typeface="Verdana" pitchFamily="34" charset="0"/>
                <a:ea typeface="ＭＳ Ｐゴシック" pitchFamily="-84" charset="-128"/>
              </a:defRPr>
            </a:lvl9pPr>
          </a:lstStyle>
          <a:p>
            <a:pPr>
              <a:spcBef>
                <a:spcPct val="50000"/>
              </a:spcBef>
              <a:defRPr/>
            </a:pPr>
            <a:r>
              <a:rPr lang="en-US" altLang="sk-SK" sz="1000" b="1">
                <a:solidFill>
                  <a:srgbClr val="006699"/>
                </a:solidFill>
                <a:latin typeface="Helvetica" pitchFamily="-84" charset="0"/>
              </a:rPr>
              <a:t>Operating System Concepts – 9</a:t>
            </a:r>
            <a:r>
              <a:rPr lang="en-US" altLang="sk-SK" sz="1000" b="1" baseline="30000">
                <a:solidFill>
                  <a:srgbClr val="006699"/>
                </a:solidFill>
                <a:latin typeface="Helvetica" pitchFamily="-84" charset="0"/>
              </a:rPr>
              <a:t>th</a:t>
            </a:r>
            <a:r>
              <a:rPr lang="en-US" altLang="sk-SK" sz="1000" b="1">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430CA7FF-06D4-2D7E-E12C-1ECC9D45FB3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43"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txStyles>
    <p:titleStyle>
      <a:lvl1pPr algn="ctr" rtl="0" eaLnBrk="0" fontAlgn="base" hangingPunct="0">
        <a:spcBef>
          <a:spcPct val="0"/>
        </a:spcBef>
        <a:spcAft>
          <a:spcPct val="0"/>
        </a:spcAft>
        <a:defRPr sz="3200" b="1">
          <a:solidFill>
            <a:srgbClr val="006699"/>
          </a:solidFill>
          <a:latin typeface="+mj-lt"/>
          <a:ea typeface="ＭＳ Ｐゴシック" charset="-128"/>
          <a:cs typeface="ＭＳ Ｐゴシック" charset="0"/>
        </a:defRPr>
      </a:lvl1pPr>
      <a:lvl2pPr algn="ctr" rtl="0" eaLnBrk="0" fontAlgn="base" hangingPunct="0">
        <a:spcBef>
          <a:spcPct val="0"/>
        </a:spcBef>
        <a:spcAft>
          <a:spcPct val="0"/>
        </a:spcAft>
        <a:defRPr sz="3200" b="1">
          <a:solidFill>
            <a:srgbClr val="006699"/>
          </a:solidFill>
          <a:latin typeface="Arial" charset="0"/>
          <a:ea typeface="ＭＳ Ｐゴシック" charset="-128"/>
          <a:cs typeface="ＭＳ Ｐゴシック" charset="0"/>
        </a:defRPr>
      </a:lvl2pPr>
      <a:lvl3pPr algn="ctr" rtl="0" eaLnBrk="0" fontAlgn="base" hangingPunct="0">
        <a:spcBef>
          <a:spcPct val="0"/>
        </a:spcBef>
        <a:spcAft>
          <a:spcPct val="0"/>
        </a:spcAft>
        <a:defRPr sz="3200" b="1">
          <a:solidFill>
            <a:srgbClr val="006699"/>
          </a:solidFill>
          <a:latin typeface="Arial" charset="0"/>
          <a:ea typeface="ＭＳ Ｐゴシック" charset="-128"/>
          <a:cs typeface="ＭＳ Ｐゴシック" charset="0"/>
        </a:defRPr>
      </a:lvl3pPr>
      <a:lvl4pPr algn="ctr" rtl="0" eaLnBrk="0" fontAlgn="base" hangingPunct="0">
        <a:spcBef>
          <a:spcPct val="0"/>
        </a:spcBef>
        <a:spcAft>
          <a:spcPct val="0"/>
        </a:spcAft>
        <a:defRPr sz="3200" b="1">
          <a:solidFill>
            <a:srgbClr val="006699"/>
          </a:solidFill>
          <a:latin typeface="Arial" charset="0"/>
          <a:ea typeface="ＭＳ Ｐゴシック" charset="-128"/>
          <a:cs typeface="ＭＳ Ｐゴシック" charset="0"/>
        </a:defRPr>
      </a:lvl4pPr>
      <a:lvl5pPr algn="ctr" rtl="0" eaLnBrk="0" fontAlgn="base" hangingPunct="0">
        <a:spcBef>
          <a:spcPct val="0"/>
        </a:spcBef>
        <a:spcAft>
          <a:spcPct val="0"/>
        </a:spcAft>
        <a:defRPr sz="3200" b="1">
          <a:solidFill>
            <a:srgbClr val="006699"/>
          </a:solidFill>
          <a:latin typeface="Arial" charset="0"/>
          <a:ea typeface="ＭＳ Ｐゴシック" charset="-128"/>
          <a:cs typeface="ＭＳ Ｐゴシック" charset="0"/>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a:solidFill>
            <a:schemeClr val="tx1"/>
          </a:solidFill>
          <a:latin typeface="+mn-lt"/>
          <a:ea typeface="ＭＳ Ｐゴシック" charset="-128"/>
          <a:cs typeface="ＭＳ Ｐゴシック" charset="0"/>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hyperlink" Target="http://kega.cnl.sk/wp-content/uploads/2019/12/PS1_P03_RSE_M04-a-SN-M01_uvod-switching.pdf"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5B3C99FE-8A17-2EF9-F802-62968101D1E8}"/>
              </a:ext>
            </a:extLst>
          </p:cNvPr>
          <p:cNvSpPr>
            <a:spLocks noGrp="1" noChangeArrowheads="1"/>
          </p:cNvSpPr>
          <p:nvPr>
            <p:ph type="ctrTitle"/>
          </p:nvPr>
        </p:nvSpPr>
        <p:spPr>
          <a:xfrm>
            <a:off x="309563" y="1781175"/>
            <a:ext cx="8834437" cy="1079500"/>
          </a:xfrm>
        </p:spPr>
        <p:txBody>
          <a:bodyPr/>
          <a:lstStyle/>
          <a:p>
            <a:pPr eaLnBrk="1" hangingPunct="1"/>
            <a:r>
              <a:rPr lang="en-US" altLang="sk-SK" dirty="0">
                <a:ea typeface="ＭＳ Ｐゴシック" panose="020B0600070205080204" pitchFamily="34" charset="-128"/>
              </a:rPr>
              <a:t>Chapter 17:  Distributed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B6727140-6103-8C84-37E6-1006308DC471}"/>
              </a:ext>
            </a:extLst>
          </p:cNvPr>
          <p:cNvSpPr>
            <a:spLocks noGrp="1" noChangeArrowheads="1"/>
          </p:cNvSpPr>
          <p:nvPr>
            <p:ph type="title"/>
          </p:nvPr>
        </p:nvSpPr>
        <p:spPr>
          <a:xfrm>
            <a:off x="1001713" y="277813"/>
            <a:ext cx="7685087" cy="576262"/>
          </a:xfrm>
        </p:spPr>
        <p:txBody>
          <a:bodyPr/>
          <a:lstStyle/>
          <a:p>
            <a:pPr eaLnBrk="1" hangingPunct="1"/>
            <a:r>
              <a:rPr lang="en-US" altLang="sk-SK" sz="2800">
                <a:ea typeface="ＭＳ Ｐゴシック" panose="020B0600070205080204" pitchFamily="34" charset="-128"/>
              </a:rPr>
              <a:t>Chapter 17: Distributed Systems</a:t>
            </a:r>
          </a:p>
        </p:txBody>
      </p:sp>
      <p:sp>
        <p:nvSpPr>
          <p:cNvPr id="7170" name="Rectangle 3">
            <a:extLst>
              <a:ext uri="{FF2B5EF4-FFF2-40B4-BE49-F238E27FC236}">
                <a16:creationId xmlns:a16="http://schemas.microsoft.com/office/drawing/2014/main" id="{50E77794-0C49-4FE8-AC21-E673D7DF2507}"/>
              </a:ext>
            </a:extLst>
          </p:cNvPr>
          <p:cNvSpPr>
            <a:spLocks noGrp="1" noChangeArrowheads="1"/>
          </p:cNvSpPr>
          <p:nvPr>
            <p:ph type="body" idx="1"/>
          </p:nvPr>
        </p:nvSpPr>
        <p:spPr>
          <a:xfrm>
            <a:off x="839788" y="1290638"/>
            <a:ext cx="7351712" cy="4483100"/>
          </a:xfrm>
        </p:spPr>
        <p:txBody>
          <a:bodyPr/>
          <a:lstStyle/>
          <a:p>
            <a:r>
              <a:rPr lang="en-US" altLang="sk-SK">
                <a:ea typeface="ＭＳ Ｐゴシック" panose="020B0600070205080204" pitchFamily="34" charset="-128"/>
              </a:rPr>
              <a:t>Advantages of Distributed Systems</a:t>
            </a:r>
          </a:p>
          <a:p>
            <a:r>
              <a:rPr lang="en-US" altLang="sk-SK">
                <a:ea typeface="ＭＳ Ｐゴシック" panose="020B0600070205080204" pitchFamily="34" charset="-128"/>
              </a:rPr>
              <a:t>Types of Network-Based Operating Systems</a:t>
            </a:r>
          </a:p>
          <a:p>
            <a:r>
              <a:rPr lang="en-US" altLang="sk-SK">
                <a:ea typeface="ＭＳ Ｐゴシック" panose="020B0600070205080204" pitchFamily="34" charset="-128"/>
              </a:rPr>
              <a:t>Network Structure</a:t>
            </a:r>
          </a:p>
          <a:p>
            <a:r>
              <a:rPr lang="en-US" altLang="sk-SK">
                <a:ea typeface="ＭＳ Ｐゴシック" panose="020B0600070205080204" pitchFamily="34" charset="-128"/>
              </a:rPr>
              <a:t>Communication Structure</a:t>
            </a:r>
          </a:p>
          <a:p>
            <a:r>
              <a:rPr lang="en-US" altLang="sk-SK">
                <a:ea typeface="ＭＳ Ｐゴシック" panose="020B0600070205080204" pitchFamily="34" charset="-128"/>
              </a:rPr>
              <a:t>Communication Protocols</a:t>
            </a:r>
          </a:p>
          <a:p>
            <a:r>
              <a:rPr lang="en-US" altLang="sk-SK">
                <a:ea typeface="ＭＳ Ｐゴシック" panose="020B0600070205080204" pitchFamily="34" charset="-128"/>
              </a:rPr>
              <a:t>An Example: TCP/IP</a:t>
            </a:r>
          </a:p>
          <a:p>
            <a:r>
              <a:rPr lang="en-US" altLang="sk-SK">
                <a:ea typeface="ＭＳ Ｐゴシック" panose="020B0600070205080204" pitchFamily="34" charset="-128"/>
              </a:rPr>
              <a:t>Robustness</a:t>
            </a:r>
          </a:p>
          <a:p>
            <a:r>
              <a:rPr lang="en-US" altLang="sk-SK">
                <a:ea typeface="ＭＳ Ｐゴシック" panose="020B0600070205080204" pitchFamily="34" charset="-128"/>
              </a:rPr>
              <a:t>Design Issues</a:t>
            </a:r>
          </a:p>
          <a:p>
            <a:r>
              <a:rPr lang="en-US" altLang="sk-SK">
                <a:ea typeface="ＭＳ Ｐゴシック" panose="020B0600070205080204" pitchFamily="34" charset="-128"/>
              </a:rPr>
              <a:t>Distributed File System</a:t>
            </a:r>
          </a:p>
          <a:p>
            <a:pPr>
              <a:buFont typeface="Monotype Sorts" pitchFamily="2" charset="2"/>
              <a:buNone/>
            </a:pPr>
            <a:endParaRPr lang="en-US" altLang="sk-SK">
              <a:ea typeface="ＭＳ Ｐゴシック" panose="020B0600070205080204" pitchFamily="34" charset="-128"/>
            </a:endParaRPr>
          </a:p>
          <a:p>
            <a:endParaRPr lang="en-US" altLang="sk-SK">
              <a:ea typeface="ＭＳ Ｐゴシック"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D5B9D7E7-0BC1-43EA-E911-38CAF1B5FBD9}"/>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Chapter Objectives</a:t>
            </a:r>
          </a:p>
        </p:txBody>
      </p:sp>
      <p:sp>
        <p:nvSpPr>
          <p:cNvPr id="9218" name="Rectangle 3">
            <a:extLst>
              <a:ext uri="{FF2B5EF4-FFF2-40B4-BE49-F238E27FC236}">
                <a16:creationId xmlns:a16="http://schemas.microsoft.com/office/drawing/2014/main" id="{012520EC-521E-F7C0-4C30-39DD39DC06F0}"/>
              </a:ext>
            </a:extLst>
          </p:cNvPr>
          <p:cNvSpPr>
            <a:spLocks noGrp="1" noChangeArrowheads="1"/>
          </p:cNvSpPr>
          <p:nvPr>
            <p:ph type="body" idx="1"/>
          </p:nvPr>
        </p:nvSpPr>
        <p:spPr>
          <a:xfrm>
            <a:off x="1144588" y="1255713"/>
            <a:ext cx="7337425" cy="4030662"/>
          </a:xfrm>
        </p:spPr>
        <p:txBody>
          <a:bodyPr/>
          <a:lstStyle/>
          <a:p>
            <a:r>
              <a:rPr lang="en-US" altLang="sk-SK">
                <a:ea typeface="ＭＳ Ｐゴシック" panose="020B0600070205080204" pitchFamily="34" charset="-128"/>
              </a:rPr>
              <a:t>To provide a high-level overview of distributed systems and the networks that interconnect them</a:t>
            </a:r>
          </a:p>
          <a:p>
            <a:r>
              <a:rPr lang="en-US" altLang="sk-SK">
                <a:ea typeface="ＭＳ Ｐゴシック" panose="020B0600070205080204" pitchFamily="34" charset="-128"/>
              </a:rPr>
              <a:t>To discuss the general structure of distributed operating systems</a:t>
            </a:r>
          </a:p>
          <a:p>
            <a:r>
              <a:rPr lang="en-US" altLang="sk-SK">
                <a:ea typeface="ＭＳ Ｐゴシック" panose="020B0600070205080204" pitchFamily="34" charset="-128"/>
              </a:rPr>
              <a:t>To explain general communication structure and communication protocols</a:t>
            </a:r>
          </a:p>
          <a:p>
            <a:r>
              <a:rPr lang="en-US" altLang="sk-SK">
                <a:ea typeface="ＭＳ Ｐゴシック" panose="020B0600070205080204" pitchFamily="34" charset="-128"/>
              </a:rPr>
              <a:t>To describe issues concerning the design of distributed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8C847BAA-B3C9-1002-CAFC-8517C90A09B3}"/>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Advantages of Distributed Systems</a:t>
            </a:r>
          </a:p>
        </p:txBody>
      </p:sp>
      <p:sp>
        <p:nvSpPr>
          <p:cNvPr id="6147" name="Rectangle 3">
            <a:extLst>
              <a:ext uri="{FF2B5EF4-FFF2-40B4-BE49-F238E27FC236}">
                <a16:creationId xmlns:a16="http://schemas.microsoft.com/office/drawing/2014/main" id="{F0A00621-6157-02CF-7870-5C9D57989CCB}"/>
              </a:ext>
            </a:extLst>
          </p:cNvPr>
          <p:cNvSpPr>
            <a:spLocks noGrp="1" noChangeArrowheads="1"/>
          </p:cNvSpPr>
          <p:nvPr>
            <p:ph type="body" idx="1"/>
          </p:nvPr>
        </p:nvSpPr>
        <p:spPr/>
        <p:txBody>
          <a:bodyPr/>
          <a:lstStyle/>
          <a:p>
            <a:pPr>
              <a:buFont typeface="Monotype Sorts" charset="0"/>
              <a:buChar char="n"/>
              <a:defRPr/>
            </a:pPr>
            <a:r>
              <a:rPr lang="en-US" b="1" dirty="0">
                <a:solidFill>
                  <a:srgbClr val="3366FF"/>
                </a:solidFill>
                <a:ea typeface="ＭＳ Ｐゴシック" charset="0"/>
              </a:rPr>
              <a:t>Distributed system</a:t>
            </a:r>
            <a:r>
              <a:rPr lang="en-US" dirty="0">
                <a:solidFill>
                  <a:srgbClr val="3366FF"/>
                </a:solidFill>
                <a:ea typeface="ＭＳ Ｐゴシック" charset="0"/>
              </a:rPr>
              <a:t> </a:t>
            </a:r>
            <a:r>
              <a:rPr lang="en-US" dirty="0">
                <a:ea typeface="ＭＳ Ｐゴシック" charset="0"/>
              </a:rPr>
              <a:t>is collection of loosely coupled processors interconnected by a communications network</a:t>
            </a:r>
          </a:p>
          <a:p>
            <a:pPr>
              <a:buFont typeface="Monotype Sorts" charset="0"/>
              <a:buChar char="n"/>
              <a:defRPr/>
            </a:pPr>
            <a:endParaRPr lang="en-US" sz="900" dirty="0">
              <a:ea typeface="ＭＳ Ｐゴシック" charset="0"/>
            </a:endParaRPr>
          </a:p>
          <a:p>
            <a:pPr>
              <a:buFont typeface="Monotype Sorts" charset="0"/>
              <a:buChar char="n"/>
              <a:defRPr/>
            </a:pPr>
            <a:endParaRPr lang="en-US" sz="900" dirty="0">
              <a:ea typeface="ＭＳ Ｐゴシック" charset="0"/>
            </a:endParaRPr>
          </a:p>
          <a:p>
            <a:pPr>
              <a:buFont typeface="Monotype Sorts" charset="0"/>
              <a:buChar char="n"/>
              <a:defRPr/>
            </a:pPr>
            <a:endParaRPr lang="en-US" sz="900" dirty="0">
              <a:ea typeface="ＭＳ Ｐゴシック" charset="0"/>
            </a:endParaRPr>
          </a:p>
          <a:p>
            <a:pPr>
              <a:buFont typeface="Monotype Sorts" charset="0"/>
              <a:buChar char="n"/>
              <a:defRPr/>
            </a:pPr>
            <a:r>
              <a:rPr lang="en-US" dirty="0">
                <a:ea typeface="ＭＳ Ｐゴシック" charset="0"/>
              </a:rPr>
              <a:t>Processors variously called </a:t>
            </a:r>
            <a:r>
              <a:rPr lang="en-US" b="1" i="1" dirty="0">
                <a:ea typeface="ＭＳ Ｐゴシック" charset="0"/>
              </a:rPr>
              <a:t>nodes, computers, machines, hosts</a:t>
            </a:r>
          </a:p>
          <a:p>
            <a:pPr lvl="1">
              <a:buFont typeface="Monotype Sorts" charset="0"/>
              <a:buChar char="l"/>
              <a:defRPr/>
            </a:pPr>
            <a:r>
              <a:rPr lang="en-US" b="1" i="1" dirty="0">
                <a:ea typeface="ＭＳ Ｐゴシック" charset="0"/>
              </a:rPr>
              <a:t>Site</a:t>
            </a:r>
            <a:r>
              <a:rPr lang="en-US" dirty="0">
                <a:ea typeface="ＭＳ Ｐゴシック" charset="0"/>
              </a:rPr>
              <a:t> is location of the processor</a:t>
            </a:r>
          </a:p>
          <a:p>
            <a:pPr lvl="1">
              <a:buFont typeface="Monotype Sorts" charset="0"/>
              <a:buChar char="l"/>
              <a:defRPr/>
            </a:pPr>
            <a:r>
              <a:rPr lang="en-US" dirty="0">
                <a:ea typeface="ＭＳ Ｐゴシック" charset="0"/>
              </a:rPr>
              <a:t>Generally a </a:t>
            </a:r>
            <a:r>
              <a:rPr lang="en-US" b="1" i="1" dirty="0">
                <a:ea typeface="ＭＳ Ｐゴシック" charset="0"/>
                <a:cs typeface="ＭＳ Ｐゴシック" charset="0"/>
              </a:rPr>
              <a:t>server</a:t>
            </a:r>
            <a:r>
              <a:rPr lang="en-US" dirty="0">
                <a:ea typeface="ＭＳ Ｐゴシック" charset="0"/>
              </a:rPr>
              <a:t> has a resource a </a:t>
            </a:r>
            <a:r>
              <a:rPr lang="en-US" b="1" i="1" dirty="0">
                <a:ea typeface="ＭＳ Ｐゴシック" charset="0"/>
                <a:cs typeface="ＭＳ Ｐゴシック" charset="0"/>
              </a:rPr>
              <a:t>client</a:t>
            </a:r>
            <a:r>
              <a:rPr lang="en-US" dirty="0">
                <a:ea typeface="ＭＳ Ｐゴシック" charset="0"/>
              </a:rPr>
              <a:t> node at a different site wants to use</a:t>
            </a:r>
          </a:p>
          <a:p>
            <a:pPr marL="457200" lvl="1" indent="0">
              <a:buFont typeface="Monotype Sorts" charset="0"/>
              <a:buNone/>
              <a:defRPr/>
            </a:pPr>
            <a:endParaRPr lang="en-US" sz="900" dirty="0">
              <a:ea typeface="ＭＳ Ｐゴシック" charset="0"/>
            </a:endParaRPr>
          </a:p>
        </p:txBody>
      </p:sp>
      <p:pic>
        <p:nvPicPr>
          <p:cNvPr id="11267" name="Picture 1" descr="17_01.pdf">
            <a:extLst>
              <a:ext uri="{FF2B5EF4-FFF2-40B4-BE49-F238E27FC236}">
                <a16:creationId xmlns:a16="http://schemas.microsoft.com/office/drawing/2014/main" id="{AAFD5C82-AA4F-4FBD-CF1E-17376E8203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84450" y="3848100"/>
            <a:ext cx="4073525"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EA186EC5-8C91-54DB-1471-BA79345D82F1}"/>
              </a:ext>
            </a:extLst>
          </p:cNvPr>
          <p:cNvSpPr>
            <a:spLocks noGrp="1" noChangeArrowheads="1"/>
          </p:cNvSpPr>
          <p:nvPr>
            <p:ph type="title"/>
          </p:nvPr>
        </p:nvSpPr>
        <p:spPr/>
        <p:txBody>
          <a:bodyPr/>
          <a:lstStyle/>
          <a:p>
            <a:pPr eaLnBrk="1" hangingPunct="1"/>
            <a:r>
              <a:rPr lang="en-US" altLang="sk-SK" dirty="0">
                <a:ea typeface="ＭＳ Ｐゴシック" panose="020B0600070205080204" pitchFamily="34" charset="-128"/>
              </a:rPr>
              <a:t>Advantages of Distributed Systems</a:t>
            </a:r>
          </a:p>
        </p:txBody>
      </p:sp>
      <p:sp>
        <p:nvSpPr>
          <p:cNvPr id="13314" name="Rectangle 3">
            <a:extLst>
              <a:ext uri="{FF2B5EF4-FFF2-40B4-BE49-F238E27FC236}">
                <a16:creationId xmlns:a16="http://schemas.microsoft.com/office/drawing/2014/main" id="{2704E8C3-4ED6-0CB4-B414-DAEB9E13B6C8}"/>
              </a:ext>
            </a:extLst>
          </p:cNvPr>
          <p:cNvSpPr>
            <a:spLocks noGrp="1" noChangeArrowheads="1"/>
          </p:cNvSpPr>
          <p:nvPr>
            <p:ph type="body" idx="1"/>
          </p:nvPr>
        </p:nvSpPr>
        <p:spPr/>
        <p:txBody>
          <a:bodyPr/>
          <a:lstStyle/>
          <a:p>
            <a:r>
              <a:rPr lang="en-US" altLang="sk-SK">
                <a:ea typeface="ＭＳ Ｐゴシック" panose="020B0600070205080204" pitchFamily="34" charset="-128"/>
              </a:rPr>
              <a:t>Reasons for distributed systems</a:t>
            </a:r>
          </a:p>
          <a:p>
            <a:pPr lvl="1"/>
            <a:r>
              <a:rPr lang="en-US" altLang="sk-SK" b="1">
                <a:solidFill>
                  <a:srgbClr val="3366FF"/>
                </a:solidFill>
                <a:ea typeface="ＭＳ Ｐゴシック" panose="020B0600070205080204" pitchFamily="34" charset="-128"/>
              </a:rPr>
              <a:t>Resource sharing</a:t>
            </a:r>
          </a:p>
          <a:p>
            <a:pPr lvl="2"/>
            <a:r>
              <a:rPr lang="en-US" altLang="sk-SK">
                <a:ea typeface="ＭＳ Ｐゴシック" panose="020B0600070205080204" pitchFamily="34" charset="-128"/>
              </a:rPr>
              <a:t>Sharing and printing files at remote sites</a:t>
            </a:r>
          </a:p>
          <a:p>
            <a:pPr lvl="2"/>
            <a:r>
              <a:rPr lang="en-US" altLang="sk-SK">
                <a:ea typeface="ＭＳ Ｐゴシック" panose="020B0600070205080204" pitchFamily="34" charset="-128"/>
              </a:rPr>
              <a:t>Processing information in a distributed database</a:t>
            </a:r>
          </a:p>
          <a:p>
            <a:pPr lvl="2"/>
            <a:r>
              <a:rPr lang="en-US" altLang="sk-SK">
                <a:ea typeface="ＭＳ Ｐゴシック" panose="020B0600070205080204" pitchFamily="34" charset="-128"/>
              </a:rPr>
              <a:t>Using remote specialized hardware devices</a:t>
            </a:r>
          </a:p>
          <a:p>
            <a:pPr lvl="1"/>
            <a:r>
              <a:rPr lang="en-US" altLang="sk-SK" b="1">
                <a:solidFill>
                  <a:srgbClr val="3366FF"/>
                </a:solidFill>
                <a:ea typeface="ＭＳ Ｐゴシック" panose="020B0600070205080204" pitchFamily="34" charset="-128"/>
              </a:rPr>
              <a:t>Computation speedup </a:t>
            </a:r>
            <a:r>
              <a:rPr lang="en-US" altLang="sk-SK">
                <a:ea typeface="ＭＳ Ｐゴシック" panose="020B0600070205080204" pitchFamily="34" charset="-128"/>
              </a:rPr>
              <a:t>– </a:t>
            </a:r>
            <a:r>
              <a:rPr lang="en-US" altLang="sk-SK" b="1">
                <a:solidFill>
                  <a:srgbClr val="3366FF"/>
                </a:solidFill>
                <a:ea typeface="ＭＳ Ｐゴシック" panose="020B0600070205080204" pitchFamily="34" charset="-128"/>
              </a:rPr>
              <a:t>load sharing </a:t>
            </a:r>
            <a:r>
              <a:rPr lang="en-US" altLang="sk-SK">
                <a:ea typeface="ＭＳ Ｐゴシック" panose="020B0600070205080204" pitchFamily="34" charset="-128"/>
              </a:rPr>
              <a:t>or</a:t>
            </a:r>
            <a:r>
              <a:rPr lang="en-US" altLang="sk-SK" b="1">
                <a:solidFill>
                  <a:srgbClr val="3366FF"/>
                </a:solidFill>
                <a:ea typeface="ＭＳ Ｐゴシック" panose="020B0600070205080204" pitchFamily="34" charset="-128"/>
              </a:rPr>
              <a:t> job migration</a:t>
            </a:r>
          </a:p>
          <a:p>
            <a:pPr lvl="1"/>
            <a:r>
              <a:rPr lang="en-US" altLang="sk-SK">
                <a:ea typeface="ＭＳ Ｐゴシック" panose="020B0600070205080204" pitchFamily="34" charset="-128"/>
              </a:rPr>
              <a:t>Reliability – detect and recover from site failure, function transfer, reintegrate failed site</a:t>
            </a:r>
          </a:p>
          <a:p>
            <a:pPr lvl="1"/>
            <a:r>
              <a:rPr lang="en-US" altLang="sk-SK">
                <a:ea typeface="ＭＳ Ｐゴシック" panose="020B0600070205080204" pitchFamily="34" charset="-128"/>
              </a:rPr>
              <a:t>Communication – </a:t>
            </a:r>
            <a:r>
              <a:rPr lang="en-US" altLang="sk-SK" b="1">
                <a:solidFill>
                  <a:srgbClr val="3366FF"/>
                </a:solidFill>
                <a:ea typeface="ＭＳ Ｐゴシック" panose="020B0600070205080204" pitchFamily="34" charset="-128"/>
              </a:rPr>
              <a:t>message</a:t>
            </a:r>
            <a:r>
              <a:rPr lang="en-US" altLang="sk-SK">
                <a:ea typeface="ＭＳ Ｐゴシック" panose="020B0600070205080204" pitchFamily="34" charset="-128"/>
              </a:rPr>
              <a:t> passing</a:t>
            </a:r>
          </a:p>
          <a:p>
            <a:pPr lvl="2"/>
            <a:r>
              <a:rPr lang="en-US" altLang="sk-SK">
                <a:ea typeface="ＭＳ Ｐゴシック" panose="020B0600070205080204" pitchFamily="34" charset="-128"/>
              </a:rPr>
              <a:t>All higher-level functions of a standalone system can be expanded to encompass a distributed system</a:t>
            </a:r>
          </a:p>
          <a:p>
            <a:pPr lvl="1">
              <a:buFont typeface="Monotype Sorts" pitchFamily="2" charset="2"/>
              <a:buNone/>
            </a:pPr>
            <a:r>
              <a:rPr lang="en-US" altLang="sk-SK">
                <a:ea typeface="ＭＳ Ｐゴシック" panose="020B0600070205080204" pitchFamily="34" charset="-128"/>
              </a:rPr>
              <a:t>Computers can be downsized, more flexibility, better user interfaces and easier maintenance by moving from large system to multiple smaller systems performing distributed computing</a:t>
            </a:r>
          </a:p>
          <a:p>
            <a:pPr lvl="1"/>
            <a:endParaRPr lang="en-US" altLang="sk-SK">
              <a:ea typeface="ＭＳ Ｐゴシック" panose="020B0600070205080204" pitchFamily="34" charset="-128"/>
            </a:endParaRPr>
          </a:p>
          <a:p>
            <a:pPr lvl="1">
              <a:buFont typeface="Monotype Sorts" pitchFamily="2" charset="2"/>
              <a:buNone/>
            </a:pPr>
            <a:endParaRPr lang="en-US" altLang="sk-SK" sz="900">
              <a:ea typeface="ＭＳ Ｐゴシック" panose="020B0600070205080204"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7A2D03D1-BF41-E17E-DA61-CE3BB7CA9087}"/>
              </a:ext>
            </a:extLst>
          </p:cNvPr>
          <p:cNvSpPr>
            <a:spLocks noGrp="1" noChangeArrowheads="1"/>
          </p:cNvSpPr>
          <p:nvPr>
            <p:ph type="title"/>
          </p:nvPr>
        </p:nvSpPr>
        <p:spPr>
          <a:xfrm>
            <a:off x="1041400" y="277813"/>
            <a:ext cx="7645400" cy="576262"/>
          </a:xfrm>
        </p:spPr>
        <p:txBody>
          <a:bodyPr/>
          <a:lstStyle/>
          <a:p>
            <a:pPr eaLnBrk="1" hangingPunct="1"/>
            <a:r>
              <a:rPr lang="en-US" altLang="sk-SK" sz="3000">
                <a:ea typeface="ＭＳ Ｐゴシック" panose="020B0600070205080204" pitchFamily="34" charset="-128"/>
              </a:rPr>
              <a:t>Types of Distributed Operating Systems</a:t>
            </a:r>
          </a:p>
        </p:txBody>
      </p:sp>
      <p:sp>
        <p:nvSpPr>
          <p:cNvPr id="15362" name="Rectangle 3">
            <a:extLst>
              <a:ext uri="{FF2B5EF4-FFF2-40B4-BE49-F238E27FC236}">
                <a16:creationId xmlns:a16="http://schemas.microsoft.com/office/drawing/2014/main" id="{9BFB30CC-159B-6C49-63A3-4276C28047EB}"/>
              </a:ext>
            </a:extLst>
          </p:cNvPr>
          <p:cNvSpPr>
            <a:spLocks noGrp="1" noChangeArrowheads="1"/>
          </p:cNvSpPr>
          <p:nvPr>
            <p:ph type="body" idx="1"/>
          </p:nvPr>
        </p:nvSpPr>
        <p:spPr/>
        <p:txBody>
          <a:bodyPr/>
          <a:lstStyle/>
          <a:p>
            <a:r>
              <a:rPr lang="en-US" altLang="sk-SK">
                <a:ea typeface="ＭＳ Ｐゴシック" panose="020B0600070205080204" pitchFamily="34" charset="-128"/>
              </a:rPr>
              <a:t>Network Operating Systems</a:t>
            </a:r>
          </a:p>
          <a:p>
            <a:endParaRPr lang="en-US" altLang="sk-SK">
              <a:ea typeface="ＭＳ Ｐゴシック" panose="020B0600070205080204" pitchFamily="34" charset="-128"/>
            </a:endParaRPr>
          </a:p>
          <a:p>
            <a:r>
              <a:rPr lang="en-US" altLang="sk-SK">
                <a:ea typeface="ＭＳ Ｐゴシック" panose="020B0600070205080204" pitchFamily="34" charset="-128"/>
              </a:rPr>
              <a:t>Distributed Operating Systems</a:t>
            </a:r>
          </a:p>
          <a:p>
            <a:pPr>
              <a:buFont typeface="Monotype Sorts" pitchFamily="2" charset="2"/>
              <a:buNone/>
            </a:pPr>
            <a:endParaRPr lang="en-US" altLang="sk-SK">
              <a:ea typeface="ＭＳ Ｐゴシック" panose="020B0600070205080204"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EFEFB750-5E5D-F050-C41A-7F3CA31F6D92}"/>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Network-Operating Systems</a:t>
            </a:r>
          </a:p>
        </p:txBody>
      </p:sp>
      <p:sp>
        <p:nvSpPr>
          <p:cNvPr id="17410" name="Rectangle 3">
            <a:extLst>
              <a:ext uri="{FF2B5EF4-FFF2-40B4-BE49-F238E27FC236}">
                <a16:creationId xmlns:a16="http://schemas.microsoft.com/office/drawing/2014/main" id="{2DDBBEA8-A3FC-5D19-C78A-D8DB393B7D5D}"/>
              </a:ext>
            </a:extLst>
          </p:cNvPr>
          <p:cNvSpPr>
            <a:spLocks noGrp="1" noChangeArrowheads="1"/>
          </p:cNvSpPr>
          <p:nvPr>
            <p:ph type="body" idx="1"/>
          </p:nvPr>
        </p:nvSpPr>
        <p:spPr>
          <a:xfrm>
            <a:off x="820738" y="1241425"/>
            <a:ext cx="7491412" cy="4516438"/>
          </a:xfrm>
        </p:spPr>
        <p:txBody>
          <a:bodyPr/>
          <a:lstStyle/>
          <a:p>
            <a:r>
              <a:rPr lang="en-US" altLang="sk-SK">
                <a:ea typeface="ＭＳ Ｐゴシック" panose="020B0600070205080204" pitchFamily="34" charset="-128"/>
              </a:rPr>
              <a:t>Users are aware of multiplicity of machines</a:t>
            </a:r>
          </a:p>
          <a:p>
            <a:r>
              <a:rPr lang="en-US" altLang="sk-SK">
                <a:ea typeface="ＭＳ Ｐゴシック" panose="020B0600070205080204" pitchFamily="34" charset="-128"/>
              </a:rPr>
              <a:t>Access to resources of various machines is done explicitly by:</a:t>
            </a:r>
          </a:p>
          <a:p>
            <a:pPr lvl="1"/>
            <a:r>
              <a:rPr lang="en-US" altLang="sk-SK">
                <a:ea typeface="ＭＳ Ｐゴシック" panose="020B0600070205080204" pitchFamily="34" charset="-128"/>
              </a:rPr>
              <a:t>Remote logging into the appropriate remote machine (telnet, ssh)</a:t>
            </a:r>
          </a:p>
          <a:p>
            <a:pPr lvl="1"/>
            <a:r>
              <a:rPr lang="en-US" altLang="sk-SK">
                <a:ea typeface="ＭＳ Ｐゴシック" panose="020B0600070205080204" pitchFamily="34" charset="-128"/>
              </a:rPr>
              <a:t>Remote Desktop (Microsoft Windows, X11- primarily defines protocol and graphics primitives)</a:t>
            </a:r>
          </a:p>
          <a:p>
            <a:pPr lvl="1"/>
            <a:r>
              <a:rPr lang="en-US" altLang="sk-SK">
                <a:ea typeface="ＭＳ Ｐゴシック" panose="020B0600070205080204" pitchFamily="34" charset="-128"/>
              </a:rPr>
              <a:t>Transferring data from remote machines to local machines, via the File Transfer Protocol (FTP) mechanism</a:t>
            </a:r>
          </a:p>
          <a:p>
            <a:r>
              <a:rPr lang="en-US" altLang="sk-SK">
                <a:ea typeface="ＭＳ Ｐゴシック" panose="020B0600070205080204" pitchFamily="34" charset="-128"/>
              </a:rPr>
              <a:t>Users must change paradigms – establish a </a:t>
            </a:r>
            <a:r>
              <a:rPr lang="en-US" altLang="sk-SK" b="1">
                <a:solidFill>
                  <a:srgbClr val="3366FF"/>
                </a:solidFill>
                <a:ea typeface="ＭＳ Ｐゴシック" panose="020B0600070205080204" pitchFamily="34" charset="-128"/>
              </a:rPr>
              <a:t>session</a:t>
            </a:r>
            <a:r>
              <a:rPr lang="en-US" altLang="sk-SK">
                <a:ea typeface="ＭＳ Ｐゴシック" panose="020B0600070205080204" pitchFamily="34" charset="-128"/>
              </a:rPr>
              <a:t>, give network-based commands</a:t>
            </a:r>
          </a:p>
          <a:p>
            <a:pPr lvl="1"/>
            <a:r>
              <a:rPr lang="en-US" altLang="sk-SK">
                <a:ea typeface="ＭＳ Ｐゴシック" panose="020B0600070205080204" pitchFamily="34" charset="-128"/>
              </a:rPr>
              <a:t>More difficult for users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026">
            <a:extLst>
              <a:ext uri="{FF2B5EF4-FFF2-40B4-BE49-F238E27FC236}">
                <a16:creationId xmlns:a16="http://schemas.microsoft.com/office/drawing/2014/main" id="{CD7FBE55-6030-856D-8DD8-066E88247268}"/>
              </a:ext>
            </a:extLst>
          </p:cNvPr>
          <p:cNvSpPr>
            <a:spLocks noGrp="1" noChangeArrowheads="1"/>
          </p:cNvSpPr>
          <p:nvPr>
            <p:ph type="title"/>
          </p:nvPr>
        </p:nvSpPr>
        <p:spPr>
          <a:xfrm>
            <a:off x="962025" y="277813"/>
            <a:ext cx="7724775" cy="576262"/>
          </a:xfrm>
        </p:spPr>
        <p:txBody>
          <a:bodyPr/>
          <a:lstStyle/>
          <a:p>
            <a:pPr eaLnBrk="1" hangingPunct="1"/>
            <a:r>
              <a:rPr lang="en-US" altLang="sk-SK">
                <a:ea typeface="ＭＳ Ｐゴシック" panose="020B0600070205080204" pitchFamily="34" charset="-128"/>
              </a:rPr>
              <a:t>Distributed-Operating Systems</a:t>
            </a:r>
          </a:p>
        </p:txBody>
      </p:sp>
      <p:sp>
        <p:nvSpPr>
          <p:cNvPr id="19458" name="Rectangle 1027">
            <a:extLst>
              <a:ext uri="{FF2B5EF4-FFF2-40B4-BE49-F238E27FC236}">
                <a16:creationId xmlns:a16="http://schemas.microsoft.com/office/drawing/2014/main" id="{F6741984-D0A2-0D52-A3C7-8B08269F5B36}"/>
              </a:ext>
            </a:extLst>
          </p:cNvPr>
          <p:cNvSpPr>
            <a:spLocks noGrp="1" noChangeArrowheads="1"/>
          </p:cNvSpPr>
          <p:nvPr>
            <p:ph type="body" idx="1"/>
          </p:nvPr>
        </p:nvSpPr>
        <p:spPr>
          <a:xfrm>
            <a:off x="839788" y="1290638"/>
            <a:ext cx="7672387" cy="4483100"/>
          </a:xfrm>
        </p:spPr>
        <p:txBody>
          <a:bodyPr/>
          <a:lstStyle/>
          <a:p>
            <a:r>
              <a:rPr lang="en-US" altLang="sk-SK" dirty="0">
                <a:ea typeface="ＭＳ Ｐゴシック" panose="020B0600070205080204" pitchFamily="34" charset="-128"/>
              </a:rPr>
              <a:t>Users not aware of multiplicity of machines</a:t>
            </a:r>
          </a:p>
          <a:p>
            <a:pPr lvl="1"/>
            <a:r>
              <a:rPr lang="en-US" altLang="sk-SK" dirty="0">
                <a:ea typeface="ＭＳ Ｐゴシック" panose="020B0600070205080204" pitchFamily="34" charset="-128"/>
              </a:rPr>
              <a:t>Access to remote resources similar to access to local resources</a:t>
            </a:r>
          </a:p>
          <a:p>
            <a:pPr lvl="1"/>
            <a:endParaRPr lang="en-US" altLang="sk-SK" dirty="0">
              <a:ea typeface="ＭＳ Ｐゴシック" panose="020B0600070205080204" pitchFamily="34" charset="-128"/>
            </a:endParaRPr>
          </a:p>
          <a:p>
            <a:r>
              <a:rPr lang="en-US" altLang="sk-SK" b="1" dirty="0">
                <a:solidFill>
                  <a:srgbClr val="3366FF"/>
                </a:solidFill>
                <a:ea typeface="ＭＳ Ｐゴシック" panose="020B0600070205080204" pitchFamily="34" charset="-128"/>
              </a:rPr>
              <a:t>Data Migration </a:t>
            </a:r>
            <a:r>
              <a:rPr lang="en-US" altLang="sk-SK" dirty="0">
                <a:ea typeface="ＭＳ Ｐゴシック" panose="020B0600070205080204" pitchFamily="34" charset="-128"/>
              </a:rPr>
              <a:t>– transfer data by transferring entire file, or transferring only those portions of the file necessary for the immediate task</a:t>
            </a:r>
          </a:p>
          <a:p>
            <a:endParaRPr lang="en-US" altLang="sk-SK" dirty="0">
              <a:ea typeface="ＭＳ Ｐゴシック" panose="020B0600070205080204" pitchFamily="34" charset="-128"/>
            </a:endParaRPr>
          </a:p>
          <a:p>
            <a:r>
              <a:rPr lang="en-US" altLang="sk-SK" b="1" dirty="0">
                <a:solidFill>
                  <a:srgbClr val="3366FF"/>
                </a:solidFill>
                <a:ea typeface="ＭＳ Ｐゴシック" panose="020B0600070205080204" pitchFamily="34" charset="-128"/>
              </a:rPr>
              <a:t>Computation Migration </a:t>
            </a:r>
            <a:r>
              <a:rPr lang="en-US" altLang="sk-SK" dirty="0">
                <a:ea typeface="ＭＳ Ｐゴシック" panose="020B0600070205080204" pitchFamily="34" charset="-128"/>
              </a:rPr>
              <a:t>– transfer the computation, rather than the data, across the system</a:t>
            </a:r>
          </a:p>
          <a:p>
            <a:pPr lvl="1"/>
            <a:r>
              <a:rPr lang="en-US" altLang="sk-SK" dirty="0">
                <a:ea typeface="ＭＳ Ｐゴシック" panose="020B0600070205080204" pitchFamily="34" charset="-128"/>
              </a:rPr>
              <a:t>Via remote procedure calls (RPCs)</a:t>
            </a:r>
          </a:p>
          <a:p>
            <a:pPr lvl="1"/>
            <a:r>
              <a:rPr lang="en-US" altLang="sk-SK" dirty="0">
                <a:ea typeface="ＭＳ Ｐゴシック" panose="020B0600070205080204" pitchFamily="34" charset="-128"/>
              </a:rPr>
              <a:t>or via messaging system</a:t>
            </a:r>
          </a:p>
          <a:p>
            <a:pPr lvl="1"/>
            <a:endParaRPr lang="en-US" altLang="sk-SK" dirty="0">
              <a:ea typeface="ＭＳ Ｐゴシック" panose="020B0600070205080204" pitchFamily="34"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026">
            <a:extLst>
              <a:ext uri="{FF2B5EF4-FFF2-40B4-BE49-F238E27FC236}">
                <a16:creationId xmlns:a16="http://schemas.microsoft.com/office/drawing/2014/main" id="{62BA11D6-E215-5803-D682-CC23DF285000}"/>
              </a:ext>
            </a:extLst>
          </p:cNvPr>
          <p:cNvSpPr>
            <a:spLocks noGrp="1" noChangeArrowheads="1"/>
          </p:cNvSpPr>
          <p:nvPr>
            <p:ph type="title"/>
          </p:nvPr>
        </p:nvSpPr>
        <p:spPr>
          <a:xfrm>
            <a:off x="995363" y="287338"/>
            <a:ext cx="7772400" cy="576262"/>
          </a:xfrm>
        </p:spPr>
        <p:txBody>
          <a:bodyPr/>
          <a:lstStyle/>
          <a:p>
            <a:pPr eaLnBrk="1" hangingPunct="1"/>
            <a:r>
              <a:rPr lang="en-US" altLang="sk-SK">
                <a:ea typeface="ＭＳ Ｐゴシック" panose="020B0600070205080204" pitchFamily="34" charset="-128"/>
              </a:rPr>
              <a:t>Distributed-Operating Systems (Cont.)</a:t>
            </a:r>
          </a:p>
        </p:txBody>
      </p:sp>
      <p:sp>
        <p:nvSpPr>
          <p:cNvPr id="21506" name="Rectangle 1027">
            <a:extLst>
              <a:ext uri="{FF2B5EF4-FFF2-40B4-BE49-F238E27FC236}">
                <a16:creationId xmlns:a16="http://schemas.microsoft.com/office/drawing/2014/main" id="{BB7996ED-8272-8570-5F34-75C46098ADE5}"/>
              </a:ext>
            </a:extLst>
          </p:cNvPr>
          <p:cNvSpPr>
            <a:spLocks noGrp="1" noChangeArrowheads="1"/>
          </p:cNvSpPr>
          <p:nvPr>
            <p:ph type="body" idx="1"/>
          </p:nvPr>
        </p:nvSpPr>
        <p:spPr>
          <a:xfrm>
            <a:off x="806450" y="1233488"/>
            <a:ext cx="7791450" cy="4530725"/>
          </a:xfrm>
        </p:spPr>
        <p:txBody>
          <a:bodyPr/>
          <a:lstStyle/>
          <a:p>
            <a:r>
              <a:rPr lang="en-US" altLang="sk-SK" b="1" dirty="0">
                <a:solidFill>
                  <a:srgbClr val="3366FF"/>
                </a:solidFill>
                <a:ea typeface="ＭＳ Ｐゴシック" panose="020B0600070205080204" pitchFamily="34" charset="-128"/>
              </a:rPr>
              <a:t>Process Migration </a:t>
            </a:r>
            <a:r>
              <a:rPr lang="en-US" altLang="sk-SK" dirty="0">
                <a:ea typeface="ＭＳ Ｐゴシック" panose="020B0600070205080204" pitchFamily="34" charset="-128"/>
              </a:rPr>
              <a:t>– execute an entire process, or parts of it, at different sites</a:t>
            </a:r>
          </a:p>
          <a:p>
            <a:pPr lvl="1"/>
            <a:r>
              <a:rPr lang="en-US" altLang="sk-SK" b="1" dirty="0">
                <a:ea typeface="ＭＳ Ｐゴシック" panose="020B0600070205080204" pitchFamily="34" charset="-128"/>
              </a:rPr>
              <a:t>Load balancing </a:t>
            </a:r>
            <a:r>
              <a:rPr lang="en-US" altLang="sk-SK" dirty="0">
                <a:ea typeface="ＭＳ Ｐゴシック" panose="020B0600070205080204" pitchFamily="34" charset="-128"/>
              </a:rPr>
              <a:t>– distribute processes across network to even the workload</a:t>
            </a:r>
          </a:p>
          <a:p>
            <a:pPr lvl="1"/>
            <a:r>
              <a:rPr lang="en-US" altLang="sk-SK" b="1" dirty="0">
                <a:ea typeface="ＭＳ Ｐゴシック" panose="020B0600070205080204" pitchFamily="34" charset="-128"/>
              </a:rPr>
              <a:t>Computation speedup </a:t>
            </a:r>
            <a:r>
              <a:rPr lang="en-US" altLang="sk-SK" dirty="0">
                <a:ea typeface="ＭＳ Ｐゴシック" panose="020B0600070205080204" pitchFamily="34" charset="-128"/>
              </a:rPr>
              <a:t>– subprocesses can run concurrently on different sites</a:t>
            </a:r>
          </a:p>
          <a:p>
            <a:pPr lvl="1"/>
            <a:r>
              <a:rPr lang="en-US" altLang="sk-SK" b="1" dirty="0">
                <a:ea typeface="ＭＳ Ｐゴシック" panose="020B0600070205080204" pitchFamily="34" charset="-128"/>
              </a:rPr>
              <a:t>Hardware preference </a:t>
            </a:r>
            <a:r>
              <a:rPr lang="en-US" altLang="sk-SK" dirty="0">
                <a:ea typeface="ＭＳ Ｐゴシック" panose="020B0600070205080204" pitchFamily="34" charset="-128"/>
              </a:rPr>
              <a:t>– process execution may require specialized processor</a:t>
            </a:r>
          </a:p>
          <a:p>
            <a:pPr lvl="1"/>
            <a:r>
              <a:rPr lang="en-US" altLang="sk-SK" b="1" dirty="0">
                <a:ea typeface="ＭＳ Ｐゴシック" panose="020B0600070205080204" pitchFamily="34" charset="-128"/>
              </a:rPr>
              <a:t>Software preference </a:t>
            </a:r>
            <a:r>
              <a:rPr lang="en-US" altLang="sk-SK" dirty="0">
                <a:ea typeface="ＭＳ Ｐゴシック" panose="020B0600070205080204" pitchFamily="34" charset="-128"/>
              </a:rPr>
              <a:t>– required software may be available at only a particular site</a:t>
            </a:r>
          </a:p>
          <a:p>
            <a:pPr lvl="1"/>
            <a:r>
              <a:rPr lang="en-US" altLang="sk-SK" b="1" dirty="0">
                <a:ea typeface="ＭＳ Ｐゴシック" panose="020B0600070205080204" pitchFamily="34" charset="-128"/>
              </a:rPr>
              <a:t>Data access </a:t>
            </a:r>
            <a:r>
              <a:rPr lang="en-US" altLang="sk-SK" dirty="0">
                <a:ea typeface="ＭＳ Ｐゴシック" panose="020B0600070205080204" pitchFamily="34" charset="-128"/>
              </a:rPr>
              <a:t>– run process remotely, rather than transfer all data locally</a:t>
            </a:r>
          </a:p>
          <a:p>
            <a:r>
              <a:rPr lang="en-US" altLang="sk-SK" dirty="0">
                <a:ea typeface="ＭＳ Ｐゴシック" panose="020B0600070205080204" pitchFamily="34" charset="-128"/>
              </a:rPr>
              <a:t>Consider the World Wide Web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1FDFA8A-09FD-E4FF-F988-CD0576789A8F}"/>
              </a:ext>
            </a:extLst>
          </p:cNvPr>
          <p:cNvSpPr>
            <a:spLocks noGrp="1" noChangeArrowheads="1"/>
          </p:cNvSpPr>
          <p:nvPr>
            <p:ph type="title"/>
          </p:nvPr>
        </p:nvSpPr>
        <p:spPr>
          <a:xfrm>
            <a:off x="768350" y="277813"/>
            <a:ext cx="7918450" cy="576262"/>
          </a:xfrm>
        </p:spPr>
        <p:txBody>
          <a:bodyPr/>
          <a:lstStyle/>
          <a:p>
            <a:pPr eaLnBrk="1" hangingPunct="1"/>
            <a:r>
              <a:rPr lang="en-US" altLang="sk-SK">
                <a:ea typeface="ＭＳ Ｐゴシック" panose="020B0600070205080204" pitchFamily="34" charset="-128"/>
              </a:rPr>
              <a:t>Network Structure</a:t>
            </a:r>
          </a:p>
        </p:txBody>
      </p:sp>
      <p:sp>
        <p:nvSpPr>
          <p:cNvPr id="23554" name="Rectangle 3">
            <a:extLst>
              <a:ext uri="{FF2B5EF4-FFF2-40B4-BE49-F238E27FC236}">
                <a16:creationId xmlns:a16="http://schemas.microsoft.com/office/drawing/2014/main" id="{7828302A-A2B2-E688-C3F0-5EFBCB7A8B35}"/>
              </a:ext>
            </a:extLst>
          </p:cNvPr>
          <p:cNvSpPr>
            <a:spLocks noGrp="1" noChangeArrowheads="1"/>
          </p:cNvSpPr>
          <p:nvPr>
            <p:ph type="body" idx="1"/>
          </p:nvPr>
        </p:nvSpPr>
        <p:spPr>
          <a:xfrm>
            <a:off x="904875" y="922338"/>
            <a:ext cx="7645400" cy="4530725"/>
          </a:xfrm>
        </p:spPr>
        <p:txBody>
          <a:bodyPr>
            <a:normAutofit lnSpcReduction="10000"/>
          </a:bodyPr>
          <a:lstStyle/>
          <a:p>
            <a:pPr>
              <a:defRPr/>
            </a:pPr>
            <a:r>
              <a:rPr lang="en-US" altLang="sk-SK" b="1" dirty="0">
                <a:solidFill>
                  <a:srgbClr val="3366FF"/>
                </a:solidFill>
                <a:ea typeface="ＭＳ Ｐゴシック" panose="020B0600070205080204" pitchFamily="34" charset="-128"/>
              </a:rPr>
              <a:t>Local-Area Network</a:t>
            </a:r>
            <a:r>
              <a:rPr lang="en-US" altLang="sk-SK" dirty="0">
                <a:solidFill>
                  <a:srgbClr val="3366FF"/>
                </a:solidFill>
                <a:ea typeface="ＭＳ Ｐゴシック" panose="020B0600070205080204" pitchFamily="34" charset="-128"/>
              </a:rPr>
              <a:t> </a:t>
            </a:r>
            <a:r>
              <a:rPr lang="en-US" altLang="sk-SK" dirty="0">
                <a:ea typeface="ＭＳ Ｐゴシック" panose="020B0600070205080204" pitchFamily="34" charset="-128"/>
              </a:rPr>
              <a:t>(</a:t>
            </a:r>
            <a:r>
              <a:rPr lang="en-US" altLang="sk-SK" b="1" dirty="0">
                <a:solidFill>
                  <a:srgbClr val="3366FF"/>
                </a:solidFill>
                <a:ea typeface="ＭＳ Ｐゴシック" panose="020B0600070205080204" pitchFamily="34" charset="-128"/>
              </a:rPr>
              <a:t>LAN</a:t>
            </a:r>
            <a:r>
              <a:rPr lang="en-US" altLang="sk-SK" dirty="0">
                <a:ea typeface="ＭＳ Ｐゴシック" panose="020B0600070205080204" pitchFamily="34" charset="-128"/>
              </a:rPr>
              <a:t>) – designed to cover small geographical area</a:t>
            </a:r>
          </a:p>
          <a:p>
            <a:pPr lvl="1">
              <a:defRPr/>
            </a:pPr>
            <a:r>
              <a:rPr lang="en-US" altLang="sk-SK" dirty="0">
                <a:ea typeface="ＭＳ Ｐゴシック" panose="020B0600070205080204" pitchFamily="34" charset="-128"/>
              </a:rPr>
              <a:t>Multiple topologies like star or ring</a:t>
            </a:r>
          </a:p>
          <a:p>
            <a:pPr lvl="1">
              <a:defRPr/>
            </a:pPr>
            <a:r>
              <a:rPr lang="en-US" altLang="sk-SK" dirty="0">
                <a:ea typeface="ＭＳ Ｐゴシック" panose="020B0600070205080204" pitchFamily="34" charset="-128"/>
              </a:rPr>
              <a:t>Speeds from 1Mb per second (</a:t>
            </a:r>
            <a:r>
              <a:rPr lang="en-US" altLang="sk-SK" dirty="0" err="1">
                <a:ea typeface="ＭＳ Ｐゴシック" panose="020B0600070205080204" pitchFamily="34" charset="-128"/>
              </a:rPr>
              <a:t>Appletalk</a:t>
            </a:r>
            <a:r>
              <a:rPr lang="en-US" altLang="sk-SK" dirty="0">
                <a:ea typeface="ＭＳ Ｐゴシック" panose="020B0600070205080204" pitchFamily="34" charset="-128"/>
              </a:rPr>
              <a:t>, </a:t>
            </a:r>
            <a:r>
              <a:rPr lang="en-US" altLang="sk-SK" dirty="0" err="1">
                <a:ea typeface="ＭＳ Ｐゴシック" panose="020B0600070205080204" pitchFamily="34" charset="-128"/>
              </a:rPr>
              <a:t>bluetooth</a:t>
            </a:r>
            <a:r>
              <a:rPr lang="en-US" altLang="sk-SK" dirty="0">
                <a:ea typeface="ＭＳ Ｐゴシック" panose="020B0600070205080204" pitchFamily="34" charset="-128"/>
              </a:rPr>
              <a:t>) to 40 Gbps for fastest Ethernet over twisted pair copper or optical </a:t>
            </a:r>
            <a:r>
              <a:rPr lang="en-US" altLang="sk-SK" dirty="0" err="1">
                <a:ea typeface="ＭＳ Ｐゴシック" panose="020B0600070205080204" pitchFamily="34" charset="-128"/>
              </a:rPr>
              <a:t>fibre</a:t>
            </a:r>
            <a:endParaRPr lang="en-US" altLang="sk-SK" dirty="0">
              <a:ea typeface="ＭＳ Ｐゴシック" panose="020B0600070205080204" pitchFamily="34" charset="-128"/>
            </a:endParaRPr>
          </a:p>
          <a:p>
            <a:pPr lvl="1">
              <a:defRPr/>
            </a:pPr>
            <a:r>
              <a:rPr lang="en-US" altLang="sk-SK" dirty="0">
                <a:ea typeface="ＭＳ Ｐゴシック" panose="020B0600070205080204" pitchFamily="34" charset="-128"/>
                <a:sym typeface="Symbol" pitchFamily="2" charset="2"/>
              </a:rPr>
              <a:t>Consists of multiple computers (mainframes through mobile devices), peripherals (printers, storage arrays), routers (specialized network communication processors, load balancers) providing access to other networks</a:t>
            </a:r>
          </a:p>
          <a:p>
            <a:pPr lvl="1">
              <a:defRPr/>
            </a:pPr>
            <a:r>
              <a:rPr lang="en-US" altLang="sk-SK" dirty="0">
                <a:ea typeface="ＭＳ Ｐゴシック" panose="020B0600070205080204" pitchFamily="34" charset="-128"/>
                <a:sym typeface="Symbol" pitchFamily="2" charset="2"/>
              </a:rPr>
              <a:t>Ethernet most common way to construct LANs</a:t>
            </a:r>
          </a:p>
          <a:p>
            <a:pPr lvl="2">
              <a:defRPr/>
            </a:pPr>
            <a:r>
              <a:rPr lang="en-US" altLang="sk-SK" dirty="0">
                <a:ea typeface="ＭＳ Ｐゴシック" panose="020B0600070205080204" pitchFamily="34" charset="-128"/>
                <a:sym typeface="Symbol" pitchFamily="2" charset="2"/>
              </a:rPr>
              <a:t>Multiaccess bus-based</a:t>
            </a:r>
          </a:p>
          <a:p>
            <a:pPr lvl="2">
              <a:defRPr/>
            </a:pPr>
            <a:r>
              <a:rPr lang="en-US" altLang="sk-SK" dirty="0">
                <a:ea typeface="ＭＳ Ｐゴシック" panose="020B0600070205080204" pitchFamily="34" charset="-128"/>
                <a:sym typeface="Symbol" pitchFamily="2" charset="2"/>
              </a:rPr>
              <a:t>Defined by standard IEEE 802.3</a:t>
            </a:r>
          </a:p>
          <a:p>
            <a:pPr lvl="1">
              <a:defRPr/>
            </a:pPr>
            <a:r>
              <a:rPr lang="en-US" altLang="sk-SK" dirty="0">
                <a:ea typeface="ＭＳ Ｐゴシック" panose="020B0600070205080204" pitchFamily="34" charset="-128"/>
                <a:sym typeface="Symbol" pitchFamily="2" charset="2"/>
              </a:rPr>
              <a:t>Wireless spectrum (</a:t>
            </a:r>
            <a:r>
              <a:rPr lang="en-US" altLang="sk-SK" b="1" dirty="0" err="1">
                <a:solidFill>
                  <a:srgbClr val="3366FF"/>
                </a:solidFill>
                <a:ea typeface="ＭＳ Ｐゴシック" panose="020B0600070205080204" pitchFamily="34" charset="-128"/>
                <a:sym typeface="Symbol" pitchFamily="2" charset="2"/>
              </a:rPr>
              <a:t>WiFi</a:t>
            </a:r>
            <a:r>
              <a:rPr lang="en-US" altLang="sk-SK" dirty="0">
                <a:ea typeface="ＭＳ Ｐゴシック" panose="020B0600070205080204" pitchFamily="34" charset="-128"/>
                <a:sym typeface="Symbol" pitchFamily="2" charset="2"/>
              </a:rPr>
              <a:t>) increasingly used for networking</a:t>
            </a:r>
          </a:p>
          <a:p>
            <a:pPr lvl="2">
              <a:defRPr/>
            </a:pPr>
            <a:r>
              <a:rPr lang="en-US" altLang="sk-SK" dirty="0">
                <a:ea typeface="ＭＳ Ｐゴシック" panose="020B0600070205080204" pitchFamily="34" charset="-128"/>
                <a:sym typeface="Symbol" pitchFamily="2" charset="2"/>
              </a:rPr>
              <a:t>I.e. IEEE 802.11b,a,g,n,ac,ax standards </a:t>
            </a:r>
          </a:p>
        </p:txBody>
      </p:sp>
      <p:grpSp>
        <p:nvGrpSpPr>
          <p:cNvPr id="3" name="Skupina 2">
            <a:extLst>
              <a:ext uri="{FF2B5EF4-FFF2-40B4-BE49-F238E27FC236}">
                <a16:creationId xmlns:a16="http://schemas.microsoft.com/office/drawing/2014/main" id="{34D92231-794B-5F40-6CF1-ECAF0B53427F}"/>
              </a:ext>
            </a:extLst>
          </p:cNvPr>
          <p:cNvGrpSpPr/>
          <p:nvPr/>
        </p:nvGrpSpPr>
        <p:grpSpPr>
          <a:xfrm>
            <a:off x="1878013" y="5194300"/>
            <a:ext cx="4635500" cy="1663700"/>
            <a:chOff x="1878013" y="5194300"/>
            <a:chExt cx="4635500" cy="1663700"/>
          </a:xfrm>
        </p:grpSpPr>
        <p:pic>
          <p:nvPicPr>
            <p:cNvPr id="23555" name="Picture 4" descr="Wi-Fi 6E Standards &amp; Channels- LitePoint">
              <a:extLst>
                <a:ext uri="{FF2B5EF4-FFF2-40B4-BE49-F238E27FC236}">
                  <a16:creationId xmlns:a16="http://schemas.microsoft.com/office/drawing/2014/main" id="{E73E2186-05C1-46A7-D4D5-BD41A216A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8013" y="5194300"/>
              <a:ext cx="463550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BlokTextu 1">
              <a:extLst>
                <a:ext uri="{FF2B5EF4-FFF2-40B4-BE49-F238E27FC236}">
                  <a16:creationId xmlns:a16="http://schemas.microsoft.com/office/drawing/2014/main" id="{86831FF4-4A9B-05FC-FDC4-5D1247573DBE}"/>
                </a:ext>
              </a:extLst>
            </p:cNvPr>
            <p:cNvSpPr txBox="1"/>
            <p:nvPr/>
          </p:nvSpPr>
          <p:spPr>
            <a:xfrm>
              <a:off x="5693739" y="6053091"/>
              <a:ext cx="737702" cy="230832"/>
            </a:xfrm>
            <a:prstGeom prst="rect">
              <a:avLst/>
            </a:prstGeom>
            <a:solidFill>
              <a:srgbClr val="FFC000"/>
            </a:solidFill>
          </p:spPr>
          <p:txBody>
            <a:bodyPr wrap="none" rtlCol="0">
              <a:spAutoFit/>
            </a:bodyPr>
            <a:lstStyle/>
            <a:p>
              <a:r>
                <a:rPr lang="sk-SK" sz="900" dirty="0" err="1"/>
                <a:t>Dec</a:t>
              </a:r>
              <a:r>
                <a:rPr lang="sk-SK" sz="900" dirty="0"/>
                <a:t> 2024</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1B038824-2602-BA51-C8D6-26B63E5DF676}"/>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Local-area Network</a:t>
            </a:r>
          </a:p>
        </p:txBody>
      </p:sp>
      <p:pic>
        <p:nvPicPr>
          <p:cNvPr id="25602" name="Picture 1" descr="17_02.pdf">
            <a:extLst>
              <a:ext uri="{FF2B5EF4-FFF2-40B4-BE49-F238E27FC236}">
                <a16:creationId xmlns:a16="http://schemas.microsoft.com/office/drawing/2014/main" id="{F8B5A2FF-C477-A445-5705-8A7C17522CE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46150" y="1762125"/>
            <a:ext cx="7556500"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3D69C52F-E19C-9830-6A85-4C1D68DEFDE4}"/>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Network Types (Cont.)</a:t>
            </a:r>
          </a:p>
        </p:txBody>
      </p:sp>
      <p:sp>
        <p:nvSpPr>
          <p:cNvPr id="27650" name="Rectangle 3">
            <a:extLst>
              <a:ext uri="{FF2B5EF4-FFF2-40B4-BE49-F238E27FC236}">
                <a16:creationId xmlns:a16="http://schemas.microsoft.com/office/drawing/2014/main" id="{116F3D3A-33C3-0BA5-2CED-30BCF2581DA4}"/>
              </a:ext>
            </a:extLst>
          </p:cNvPr>
          <p:cNvSpPr>
            <a:spLocks noGrp="1" noChangeArrowheads="1"/>
          </p:cNvSpPr>
          <p:nvPr>
            <p:ph type="body" idx="1"/>
          </p:nvPr>
        </p:nvSpPr>
        <p:spPr>
          <a:xfrm>
            <a:off x="839788" y="1290638"/>
            <a:ext cx="7662862" cy="4483100"/>
          </a:xfrm>
        </p:spPr>
        <p:txBody>
          <a:bodyPr>
            <a:normAutofit fontScale="92500" lnSpcReduction="20000"/>
          </a:bodyPr>
          <a:lstStyle/>
          <a:p>
            <a:pPr>
              <a:defRPr/>
            </a:pPr>
            <a:r>
              <a:rPr lang="en-US" altLang="sk-SK" b="1" dirty="0">
                <a:solidFill>
                  <a:srgbClr val="3366FF"/>
                </a:solidFill>
                <a:ea typeface="ＭＳ Ｐゴシック" panose="020B0600070205080204" pitchFamily="34" charset="-128"/>
              </a:rPr>
              <a:t>Wide-Area Network</a:t>
            </a:r>
            <a:r>
              <a:rPr lang="en-US" altLang="sk-SK" dirty="0">
                <a:solidFill>
                  <a:srgbClr val="3366FF"/>
                </a:solidFill>
                <a:ea typeface="ＭＳ Ｐゴシック" panose="020B0600070205080204" pitchFamily="34" charset="-128"/>
              </a:rPr>
              <a:t> </a:t>
            </a:r>
            <a:r>
              <a:rPr lang="en-US" altLang="sk-SK" dirty="0">
                <a:ea typeface="ＭＳ Ｐゴシック" panose="020B0600070205080204" pitchFamily="34" charset="-128"/>
              </a:rPr>
              <a:t>(</a:t>
            </a:r>
            <a:r>
              <a:rPr lang="en-US" altLang="sk-SK" b="1" dirty="0">
                <a:solidFill>
                  <a:srgbClr val="3366FF"/>
                </a:solidFill>
                <a:ea typeface="ＭＳ Ｐゴシック" panose="020B0600070205080204" pitchFamily="34" charset="-128"/>
              </a:rPr>
              <a:t>WAN</a:t>
            </a:r>
            <a:r>
              <a:rPr lang="en-US" altLang="sk-SK" dirty="0">
                <a:ea typeface="ＭＳ Ｐゴシック" panose="020B0600070205080204" pitchFamily="34" charset="-128"/>
              </a:rPr>
              <a:t>) – links geographically separated sites</a:t>
            </a:r>
          </a:p>
          <a:p>
            <a:pPr lvl="1">
              <a:defRPr/>
            </a:pPr>
            <a:r>
              <a:rPr lang="en-US" altLang="sk-SK" dirty="0">
                <a:ea typeface="ＭＳ Ｐゴシック" panose="020B0600070205080204" pitchFamily="34" charset="-128"/>
              </a:rPr>
              <a:t>Point-to-point connections over long-haul lines (often leased from a phone company)</a:t>
            </a:r>
          </a:p>
          <a:p>
            <a:pPr lvl="2">
              <a:defRPr/>
            </a:pPr>
            <a:r>
              <a:rPr lang="en-US" altLang="sk-SK" dirty="0">
                <a:ea typeface="ＭＳ Ｐゴシック" panose="020B0600070205080204" pitchFamily="34" charset="-128"/>
              </a:rPr>
              <a:t>Implemented via </a:t>
            </a:r>
            <a:r>
              <a:rPr lang="en-US" altLang="sk-SK" b="1" dirty="0">
                <a:solidFill>
                  <a:srgbClr val="3366FF"/>
                </a:solidFill>
                <a:ea typeface="ＭＳ Ｐゴシック" panose="020B0600070205080204" pitchFamily="34" charset="-128"/>
              </a:rPr>
              <a:t>connection processors </a:t>
            </a:r>
            <a:r>
              <a:rPr lang="en-US" altLang="sk-SK" dirty="0">
                <a:ea typeface="ＭＳ Ｐゴシック" panose="020B0600070205080204" pitchFamily="34" charset="-128"/>
              </a:rPr>
              <a:t>known as</a:t>
            </a:r>
            <a:r>
              <a:rPr lang="en-US" altLang="sk-SK" b="1" dirty="0">
                <a:solidFill>
                  <a:srgbClr val="3366FF"/>
                </a:solidFill>
                <a:ea typeface="ＭＳ Ｐゴシック" panose="020B0600070205080204" pitchFamily="34" charset="-128"/>
              </a:rPr>
              <a:t> routers</a:t>
            </a:r>
          </a:p>
          <a:p>
            <a:pPr lvl="1">
              <a:defRPr/>
            </a:pPr>
            <a:r>
              <a:rPr lang="en-US" altLang="sk-SK" dirty="0">
                <a:ea typeface="ＭＳ Ｐゴシック" panose="020B0600070205080204" pitchFamily="34" charset="-128"/>
              </a:rPr>
              <a:t>Internet WAN enables hosts world wide to communicate</a:t>
            </a:r>
          </a:p>
          <a:p>
            <a:pPr lvl="2">
              <a:defRPr/>
            </a:pPr>
            <a:r>
              <a:rPr lang="en-US" altLang="sk-SK" dirty="0">
                <a:ea typeface="ＭＳ Ｐゴシック" panose="020B0600070205080204" pitchFamily="34" charset="-128"/>
              </a:rPr>
              <a:t>Hosts differ in all dimensions but WAN allows communications</a:t>
            </a:r>
          </a:p>
          <a:p>
            <a:pPr lvl="1">
              <a:defRPr/>
            </a:pPr>
            <a:r>
              <a:rPr lang="en-US" altLang="sk-SK" dirty="0">
                <a:ea typeface="ＭＳ Ｐゴシック" panose="020B0600070205080204" pitchFamily="34" charset="-128"/>
              </a:rPr>
              <a:t>Speeds</a:t>
            </a:r>
          </a:p>
          <a:p>
            <a:pPr lvl="2">
              <a:defRPr/>
            </a:pPr>
            <a:r>
              <a:rPr lang="en-US" altLang="sk-SK" dirty="0">
                <a:ea typeface="ＭＳ Ｐゴシック" panose="020B0600070205080204" pitchFamily="34" charset="-128"/>
                <a:sym typeface="Symbol" pitchFamily="2" charset="2"/>
              </a:rPr>
              <a:t>T1 link is 1.544 Megabits per second</a:t>
            </a:r>
            <a:r>
              <a:rPr lang="sk-SK" altLang="sk-SK" dirty="0">
                <a:ea typeface="ＭＳ Ｐゴシック" panose="020B0600070205080204" pitchFamily="34" charset="-128"/>
                <a:sym typeface="Symbol" pitchFamily="2" charset="2"/>
              </a:rPr>
              <a:t> </a:t>
            </a:r>
            <a:r>
              <a:rPr lang="sk-SK" altLang="sk-SK" dirty="0">
                <a:solidFill>
                  <a:srgbClr val="FF0000"/>
                </a:solidFill>
                <a:ea typeface="ＭＳ Ｐゴシック" panose="020B0600070205080204" pitchFamily="34" charset="-128"/>
                <a:sym typeface="Symbol" pitchFamily="2" charset="2"/>
              </a:rPr>
              <a:t>(E1 </a:t>
            </a:r>
            <a:r>
              <a:rPr lang="sk-SK" altLang="sk-SK" dirty="0" err="1">
                <a:solidFill>
                  <a:srgbClr val="FF0000"/>
                </a:solidFill>
                <a:ea typeface="ＭＳ Ｐゴシック" panose="020B0600070205080204" pitchFamily="34" charset="-128"/>
                <a:sym typeface="Symbol" pitchFamily="2" charset="2"/>
              </a:rPr>
              <a:t>is</a:t>
            </a:r>
            <a:r>
              <a:rPr lang="sk-SK" altLang="sk-SK" dirty="0">
                <a:solidFill>
                  <a:srgbClr val="FF0000"/>
                </a:solidFill>
                <a:ea typeface="ＭＳ Ｐゴシック" panose="020B0600070205080204" pitchFamily="34" charset="-128"/>
                <a:sym typeface="Symbol" pitchFamily="2" charset="2"/>
              </a:rPr>
              <a:t> 2,048 Mbps)</a:t>
            </a:r>
            <a:endParaRPr lang="en-US" altLang="sk-SK" dirty="0">
              <a:solidFill>
                <a:srgbClr val="FF0000"/>
              </a:solidFill>
              <a:ea typeface="ＭＳ Ｐゴシック" panose="020B0600070205080204" pitchFamily="34" charset="-128"/>
              <a:sym typeface="Symbol" pitchFamily="2" charset="2"/>
            </a:endParaRPr>
          </a:p>
          <a:p>
            <a:pPr lvl="2">
              <a:defRPr/>
            </a:pPr>
            <a:r>
              <a:rPr lang="en-US" altLang="sk-SK" dirty="0">
                <a:ea typeface="ＭＳ Ｐゴシック" panose="020B0600070205080204" pitchFamily="34" charset="-128"/>
                <a:sym typeface="Symbol" pitchFamily="2" charset="2"/>
              </a:rPr>
              <a:t>T3 is 28 x T1s = 45 Mbps</a:t>
            </a:r>
            <a:r>
              <a:rPr lang="sk-SK" altLang="sk-SK" dirty="0">
                <a:ea typeface="ＭＳ Ｐゴシック" panose="020B0600070205080204" pitchFamily="34" charset="-128"/>
                <a:sym typeface="Symbol" pitchFamily="2" charset="2"/>
              </a:rPr>
              <a:t> </a:t>
            </a:r>
            <a:r>
              <a:rPr lang="sk-SK" altLang="sk-SK" dirty="0">
                <a:solidFill>
                  <a:srgbClr val="FF0000"/>
                </a:solidFill>
                <a:ea typeface="ＭＳ Ｐゴシック" panose="020B0600070205080204" pitchFamily="34" charset="-128"/>
                <a:sym typeface="Symbol" pitchFamily="2" charset="2"/>
              </a:rPr>
              <a:t>(E3 </a:t>
            </a:r>
            <a:r>
              <a:rPr lang="sk-SK" altLang="sk-SK" dirty="0" err="1">
                <a:solidFill>
                  <a:srgbClr val="FF0000"/>
                </a:solidFill>
                <a:ea typeface="ＭＳ Ｐゴシック" panose="020B0600070205080204" pitchFamily="34" charset="-128"/>
                <a:sym typeface="Symbol" pitchFamily="2" charset="2"/>
              </a:rPr>
              <a:t>is</a:t>
            </a:r>
            <a:r>
              <a:rPr lang="sk-SK" altLang="sk-SK" dirty="0">
                <a:solidFill>
                  <a:srgbClr val="FF0000"/>
                </a:solidFill>
                <a:ea typeface="ＭＳ Ｐゴシック" panose="020B0600070205080204" pitchFamily="34" charset="-128"/>
                <a:sym typeface="Symbol" pitchFamily="2" charset="2"/>
              </a:rPr>
              <a:t> 16 x E1s = </a:t>
            </a:r>
            <a:r>
              <a:rPr lang="sk-SK" altLang="sk-SK" dirty="0">
                <a:solidFill>
                  <a:srgbClr val="FF0000"/>
                </a:solidFill>
                <a:ea typeface="ＭＳ Ｐゴシック" panose="020B0600070205080204" pitchFamily="34" charset="-128"/>
              </a:rPr>
              <a:t>34.368 Mbps)</a:t>
            </a:r>
            <a:endParaRPr lang="en-US" altLang="sk-SK" dirty="0">
              <a:solidFill>
                <a:srgbClr val="FF0000"/>
              </a:solidFill>
              <a:ea typeface="ＭＳ Ｐゴシック" panose="020B0600070205080204" pitchFamily="34" charset="-128"/>
              <a:sym typeface="Symbol" pitchFamily="2" charset="2"/>
            </a:endParaRPr>
          </a:p>
          <a:p>
            <a:pPr lvl="2">
              <a:defRPr/>
            </a:pPr>
            <a:r>
              <a:rPr lang="en-US" altLang="sk-SK" dirty="0">
                <a:ea typeface="ＭＳ Ｐゴシック" panose="020B0600070205080204" pitchFamily="34" charset="-128"/>
                <a:sym typeface="Symbol" pitchFamily="2" charset="2"/>
              </a:rPr>
              <a:t>OC-12 is 622 Mbps</a:t>
            </a:r>
          </a:p>
          <a:p>
            <a:pPr lvl="1">
              <a:defRPr/>
            </a:pPr>
            <a:r>
              <a:rPr lang="en-US" altLang="sk-SK" dirty="0">
                <a:ea typeface="ＭＳ Ｐゴシック" panose="020B0600070205080204" pitchFamily="34" charset="-128"/>
                <a:sym typeface="Symbol" pitchFamily="2" charset="2"/>
              </a:rPr>
              <a:t>WANs and LANs interconnect, similar to cell phone network:</a:t>
            </a:r>
          </a:p>
          <a:p>
            <a:pPr lvl="2">
              <a:defRPr/>
            </a:pPr>
            <a:r>
              <a:rPr lang="en-US" altLang="sk-SK" dirty="0">
                <a:ea typeface="ＭＳ Ｐゴシック" panose="020B0600070205080204" pitchFamily="34" charset="-128"/>
                <a:sym typeface="Symbol" pitchFamily="2" charset="2"/>
              </a:rPr>
              <a:t>Cell phones use radio waves to cell towers</a:t>
            </a:r>
          </a:p>
          <a:p>
            <a:pPr lvl="2">
              <a:defRPr/>
            </a:pPr>
            <a:r>
              <a:rPr lang="en-US" altLang="sk-SK" dirty="0">
                <a:ea typeface="ＭＳ Ｐゴシック" panose="020B0600070205080204" pitchFamily="34" charset="-128"/>
                <a:sym typeface="Symbol" pitchFamily="2" charset="2"/>
              </a:rPr>
              <a:t>Towers connect to other towers and hubs</a:t>
            </a:r>
          </a:p>
          <a:p>
            <a:pPr lvl="1">
              <a:defRPr/>
            </a:pPr>
            <a:r>
              <a:rPr lang="sk-SK" altLang="sk-SK" dirty="0" err="1">
                <a:ea typeface="ＭＳ Ｐゴシック" panose="020B0600070205080204" pitchFamily="34" charset="-128"/>
              </a:rPr>
              <a:t>Submarine</a:t>
            </a:r>
            <a:r>
              <a:rPr lang="sk-SK" altLang="sk-SK" dirty="0">
                <a:ea typeface="ＭＳ Ｐゴシック" panose="020B0600070205080204" pitchFamily="34" charset="-128"/>
              </a:rPr>
              <a:t> </a:t>
            </a:r>
            <a:r>
              <a:rPr lang="sk-SK" altLang="sk-SK" dirty="0" err="1">
                <a:ea typeface="ＭＳ Ｐゴシック" panose="020B0600070205080204" pitchFamily="34" charset="-128"/>
              </a:rPr>
              <a:t>cable</a:t>
            </a:r>
            <a:r>
              <a:rPr lang="sk-SK" altLang="sk-SK" dirty="0">
                <a:ea typeface="ＭＳ Ｐゴシック" panose="020B0600070205080204" pitchFamily="34" charset="-128"/>
              </a:rPr>
              <a:t> </a:t>
            </a:r>
            <a:r>
              <a:rPr lang="sk-SK" altLang="sk-SK" dirty="0" err="1">
                <a:ea typeface="ＭＳ Ｐゴシック" panose="020B0600070205080204" pitchFamily="34" charset="-128"/>
              </a:rPr>
              <a:t>goes</a:t>
            </a:r>
            <a:r>
              <a:rPr lang="sk-SK" altLang="sk-SK" dirty="0">
                <a:ea typeface="ＭＳ Ｐゴシック" panose="020B0600070205080204" pitchFamily="34" charset="-128"/>
              </a:rPr>
              <a:t> </a:t>
            </a:r>
            <a:r>
              <a:rPr lang="sk-SK" altLang="sk-SK" dirty="0" err="1">
                <a:ea typeface="ＭＳ Ｐゴシック" panose="020B0600070205080204" pitchFamily="34" charset="-128"/>
              </a:rPr>
              <a:t>for</a:t>
            </a:r>
            <a:r>
              <a:rPr lang="sk-SK" altLang="sk-SK" dirty="0">
                <a:ea typeface="ＭＳ Ｐゴシック" panose="020B0600070205080204" pitchFamily="34" charset="-128"/>
              </a:rPr>
              <a:t> </a:t>
            </a:r>
            <a:r>
              <a:rPr lang="sk-SK" altLang="sk-SK" dirty="0" err="1">
                <a:ea typeface="ＭＳ Ｐゴシック" panose="020B0600070205080204" pitchFamily="34" charset="-128"/>
              </a:rPr>
              <a:t>record</a:t>
            </a:r>
            <a:r>
              <a:rPr lang="sk-SK" altLang="sk-SK" dirty="0">
                <a:ea typeface="ＭＳ Ｐゴシック" panose="020B0600070205080204" pitchFamily="34" charset="-128"/>
              </a:rPr>
              <a:t>: 144,000 </a:t>
            </a:r>
            <a:r>
              <a:rPr lang="sk-SK" altLang="sk-SK" dirty="0" err="1">
                <a:ea typeface="ＭＳ Ｐゴシック" panose="020B0600070205080204" pitchFamily="34" charset="-128"/>
              </a:rPr>
              <a:t>Gigabits</a:t>
            </a:r>
            <a:r>
              <a:rPr lang="sk-SK" altLang="sk-SK" dirty="0">
                <a:ea typeface="ＭＳ Ｐゴシック" panose="020B0600070205080204" pitchFamily="34" charset="-128"/>
              </a:rPr>
              <a:t> </a:t>
            </a:r>
            <a:r>
              <a:rPr lang="sk-SK" altLang="sk-SK" dirty="0" err="1">
                <a:ea typeface="ＭＳ Ｐゴシック" panose="020B0600070205080204" pitchFamily="34" charset="-128"/>
              </a:rPr>
              <a:t>from</a:t>
            </a:r>
            <a:r>
              <a:rPr lang="sk-SK" altLang="sk-SK" dirty="0">
                <a:ea typeface="ＭＳ Ｐゴシック" panose="020B0600070205080204" pitchFamily="34" charset="-128"/>
              </a:rPr>
              <a:t> </a:t>
            </a:r>
            <a:r>
              <a:rPr lang="sk-SK" altLang="sk-SK" dirty="0" err="1">
                <a:ea typeface="ＭＳ Ｐゴシック" panose="020B0600070205080204" pitchFamily="34" charset="-128"/>
              </a:rPr>
              <a:t>Hong</a:t>
            </a:r>
            <a:r>
              <a:rPr lang="sk-SK" altLang="sk-SK" dirty="0">
                <a:ea typeface="ＭＳ Ｐゴシック" panose="020B0600070205080204" pitchFamily="34" charset="-128"/>
              </a:rPr>
              <a:t> </a:t>
            </a:r>
            <a:r>
              <a:rPr lang="sk-SK" altLang="sk-SK" dirty="0" err="1">
                <a:ea typeface="ＭＳ Ｐゴシック" panose="020B0600070205080204" pitchFamily="34" charset="-128"/>
              </a:rPr>
              <a:t>Kong</a:t>
            </a:r>
            <a:r>
              <a:rPr lang="sk-SK" altLang="sk-SK" dirty="0">
                <a:ea typeface="ＭＳ Ｐゴシック" panose="020B0600070205080204" pitchFamily="34" charset="-128"/>
              </a:rPr>
              <a:t> to L.A. in 1 </a:t>
            </a:r>
            <a:r>
              <a:rPr lang="sk-SK" altLang="sk-SK" dirty="0" err="1">
                <a:ea typeface="ＭＳ Ｐゴシック" panose="020B0600070205080204" pitchFamily="34" charset="-128"/>
              </a:rPr>
              <a:t>Second</a:t>
            </a:r>
            <a:endParaRPr lang="en-US" altLang="sk-SK" dirty="0">
              <a:ea typeface="ＭＳ Ｐゴシック" panose="020B0600070205080204" pitchFamily="34" charset="-128"/>
              <a:sym typeface="Symbol" pitchFamily="2" charset="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3">
            <a:extLst>
              <a:ext uri="{FF2B5EF4-FFF2-40B4-BE49-F238E27FC236}">
                <a16:creationId xmlns:a16="http://schemas.microsoft.com/office/drawing/2014/main" id="{B454CA8B-5794-585D-B147-34F1B99D0DE6}"/>
              </a:ext>
            </a:extLst>
          </p:cNvPr>
          <p:cNvSpPr>
            <a:spLocks noGrp="1" noChangeArrowheads="1"/>
          </p:cNvSpPr>
          <p:nvPr>
            <p:ph type="title"/>
          </p:nvPr>
        </p:nvSpPr>
        <p:spPr>
          <a:xfrm>
            <a:off x="712788" y="471488"/>
            <a:ext cx="8401050" cy="457200"/>
          </a:xfrm>
        </p:spPr>
        <p:txBody>
          <a:bodyPr/>
          <a:lstStyle/>
          <a:p>
            <a:pPr eaLnBrk="1" hangingPunct="1"/>
            <a:r>
              <a:rPr lang="en-US" altLang="sk-SK" sz="2800">
                <a:ea typeface="ＭＳ Ｐゴシック" panose="020B0600070205080204" pitchFamily="34" charset="-128"/>
              </a:rPr>
              <a:t>Communication Processors in a</a:t>
            </a:r>
            <a:br>
              <a:rPr lang="en-US" altLang="sk-SK" sz="2800">
                <a:ea typeface="ＭＳ Ｐゴシック" panose="020B0600070205080204" pitchFamily="34" charset="-128"/>
              </a:rPr>
            </a:br>
            <a:r>
              <a:rPr lang="en-US" altLang="sk-SK" sz="2800">
                <a:ea typeface="ＭＳ Ｐゴシック" panose="020B0600070205080204" pitchFamily="34" charset="-128"/>
              </a:rPr>
              <a:t>Wide-Area Network</a:t>
            </a:r>
          </a:p>
        </p:txBody>
      </p:sp>
      <p:pic>
        <p:nvPicPr>
          <p:cNvPr id="29698" name="Picture 1" descr="17_03.pdf">
            <a:extLst>
              <a:ext uri="{FF2B5EF4-FFF2-40B4-BE49-F238E27FC236}">
                <a16:creationId xmlns:a16="http://schemas.microsoft.com/office/drawing/2014/main" id="{0345A6B6-7089-BBEF-BF86-3B09BCB73BB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38275" y="1130300"/>
            <a:ext cx="6269038" cy="513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13E58F85-603C-C45C-330D-44E6AD16DBDB}"/>
              </a:ext>
            </a:extLst>
          </p:cNvPr>
          <p:cNvSpPr>
            <a:spLocks noGrp="1" noChangeArrowheads="1"/>
          </p:cNvSpPr>
          <p:nvPr>
            <p:ph type="title"/>
          </p:nvPr>
        </p:nvSpPr>
        <p:spPr>
          <a:xfrm>
            <a:off x="747713" y="277813"/>
            <a:ext cx="7939087" cy="576262"/>
          </a:xfrm>
        </p:spPr>
        <p:txBody>
          <a:bodyPr/>
          <a:lstStyle/>
          <a:p>
            <a:pPr eaLnBrk="1" hangingPunct="1"/>
            <a:r>
              <a:rPr lang="en-US" altLang="sk-SK">
                <a:ea typeface="ＭＳ Ｐゴシック" panose="020B0600070205080204" pitchFamily="34" charset="-128"/>
              </a:rPr>
              <a:t>Communication Structure</a:t>
            </a:r>
          </a:p>
        </p:txBody>
      </p:sp>
      <p:sp>
        <p:nvSpPr>
          <p:cNvPr id="31746" name="Rectangle 3">
            <a:extLst>
              <a:ext uri="{FF2B5EF4-FFF2-40B4-BE49-F238E27FC236}">
                <a16:creationId xmlns:a16="http://schemas.microsoft.com/office/drawing/2014/main" id="{1C659ECF-7754-8D00-8406-43FB96BBDC64}"/>
              </a:ext>
            </a:extLst>
          </p:cNvPr>
          <p:cNvSpPr>
            <a:spLocks noGrp="1" noChangeArrowheads="1"/>
          </p:cNvSpPr>
          <p:nvPr>
            <p:ph type="body" idx="1"/>
          </p:nvPr>
        </p:nvSpPr>
        <p:spPr>
          <a:xfrm>
            <a:off x="1131888" y="2049463"/>
            <a:ext cx="7321550" cy="3781425"/>
          </a:xfrm>
        </p:spPr>
        <p:txBody>
          <a:bodyPr/>
          <a:lstStyle/>
          <a:p>
            <a:r>
              <a:rPr lang="en-US" altLang="sk-SK" b="1">
                <a:ea typeface="ＭＳ Ｐゴシック" panose="020B0600070205080204" pitchFamily="34" charset="-128"/>
              </a:rPr>
              <a:t>Naming and name resolution</a:t>
            </a:r>
            <a:r>
              <a:rPr lang="en-US" altLang="sk-SK">
                <a:ea typeface="ＭＳ Ｐゴシック" panose="020B0600070205080204" pitchFamily="34" charset="-128"/>
              </a:rPr>
              <a:t> -  How do two processes locate each other to communicate?</a:t>
            </a:r>
          </a:p>
          <a:p>
            <a:endParaRPr lang="en-US" altLang="sk-SK">
              <a:ea typeface="ＭＳ Ｐゴシック" panose="020B0600070205080204" pitchFamily="34" charset="-128"/>
            </a:endParaRPr>
          </a:p>
          <a:p>
            <a:r>
              <a:rPr lang="en-US" altLang="sk-SK" b="1">
                <a:ea typeface="ＭＳ Ｐゴシック" panose="020B0600070205080204" pitchFamily="34" charset="-128"/>
              </a:rPr>
              <a:t>Routing strategies</a:t>
            </a:r>
            <a:r>
              <a:rPr lang="en-US" altLang="sk-SK">
                <a:ea typeface="ＭＳ Ｐゴシック" panose="020B0600070205080204" pitchFamily="34" charset="-128"/>
              </a:rPr>
              <a:t> -  How are messages sent through the network?</a:t>
            </a:r>
          </a:p>
          <a:p>
            <a:endParaRPr lang="en-US" altLang="sk-SK">
              <a:ea typeface="ＭＳ Ｐゴシック" panose="020B0600070205080204" pitchFamily="34" charset="-128"/>
            </a:endParaRPr>
          </a:p>
          <a:p>
            <a:r>
              <a:rPr lang="en-US" altLang="sk-SK" b="1">
                <a:ea typeface="ＭＳ Ｐゴシック" panose="020B0600070205080204" pitchFamily="34" charset="-128"/>
              </a:rPr>
              <a:t>Connection strategies</a:t>
            </a:r>
            <a:r>
              <a:rPr lang="en-US" altLang="sk-SK">
                <a:ea typeface="ＭＳ Ｐゴシック" panose="020B0600070205080204" pitchFamily="34" charset="-128"/>
              </a:rPr>
              <a:t> -  How do two processes send a sequence of messages?</a:t>
            </a:r>
          </a:p>
          <a:p>
            <a:endParaRPr lang="en-US" altLang="sk-SK">
              <a:ea typeface="ＭＳ Ｐゴシック" panose="020B0600070205080204" pitchFamily="34" charset="-128"/>
            </a:endParaRPr>
          </a:p>
          <a:p>
            <a:r>
              <a:rPr lang="en-US" altLang="sk-SK" b="1">
                <a:ea typeface="ＭＳ Ｐゴシック" panose="020B0600070205080204" pitchFamily="34" charset="-128"/>
              </a:rPr>
              <a:t>Contention -</a:t>
            </a:r>
            <a:r>
              <a:rPr lang="en-US" altLang="sk-SK">
                <a:ea typeface="ＭＳ Ｐゴシック" panose="020B0600070205080204" pitchFamily="34" charset="-128"/>
              </a:rPr>
              <a:t>  The network is a shared resource, so how do we resolve conflicting demands for its use?</a:t>
            </a:r>
          </a:p>
        </p:txBody>
      </p:sp>
      <p:sp>
        <p:nvSpPr>
          <p:cNvPr id="31747" name="Text Box 4">
            <a:extLst>
              <a:ext uri="{FF2B5EF4-FFF2-40B4-BE49-F238E27FC236}">
                <a16:creationId xmlns:a16="http://schemas.microsoft.com/office/drawing/2014/main" id="{DB080379-54F7-B960-AA2B-F761803342DF}"/>
              </a:ext>
            </a:extLst>
          </p:cNvPr>
          <p:cNvSpPr txBox="1">
            <a:spLocks noChangeArrowheads="1"/>
          </p:cNvSpPr>
          <p:nvPr/>
        </p:nvSpPr>
        <p:spPr bwMode="auto">
          <a:xfrm>
            <a:off x="839788" y="1457325"/>
            <a:ext cx="78279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ＭＳ Ｐゴシック"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ＭＳ Ｐゴシック"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ＭＳ Ｐゴシック"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ＭＳ Ｐゴシック" panose="020B0600070205080204" pitchFamily="34" charset="-128"/>
              </a:defRPr>
            </a:lvl9pPr>
          </a:lstStyle>
          <a:p>
            <a:pPr>
              <a:spcBef>
                <a:spcPct val="0"/>
              </a:spcBef>
              <a:buClrTx/>
              <a:buSzTx/>
              <a:buFontTx/>
              <a:buNone/>
            </a:pPr>
            <a:r>
              <a:rPr kumimoji="0" lang="en-US" altLang="sk-SK"/>
              <a:t>The design of a communication</a:t>
            </a:r>
            <a:r>
              <a:rPr kumimoji="0" lang="en-US" altLang="sk-SK" i="1"/>
              <a:t> </a:t>
            </a:r>
            <a:r>
              <a:rPr kumimoji="0" lang="en-US" altLang="sk-SK"/>
              <a:t>network must address four basic issues: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CA76151D-DD2A-CB5A-D958-66589CFEEA9F}"/>
              </a:ext>
            </a:extLst>
          </p:cNvPr>
          <p:cNvSpPr>
            <a:spLocks noGrp="1" noChangeArrowheads="1"/>
          </p:cNvSpPr>
          <p:nvPr>
            <p:ph type="title"/>
          </p:nvPr>
        </p:nvSpPr>
        <p:spPr>
          <a:xfrm>
            <a:off x="914400" y="277813"/>
            <a:ext cx="7772400" cy="576262"/>
          </a:xfrm>
        </p:spPr>
        <p:txBody>
          <a:bodyPr/>
          <a:lstStyle/>
          <a:p>
            <a:pPr eaLnBrk="1" hangingPunct="1"/>
            <a:r>
              <a:rPr lang="en-US" altLang="sk-SK">
                <a:ea typeface="ＭＳ Ｐゴシック" panose="020B0600070205080204" pitchFamily="34" charset="-128"/>
              </a:rPr>
              <a:t>Naming and Name Resolution</a:t>
            </a:r>
          </a:p>
        </p:txBody>
      </p:sp>
      <p:sp>
        <p:nvSpPr>
          <p:cNvPr id="33794" name="Rectangle 3">
            <a:extLst>
              <a:ext uri="{FF2B5EF4-FFF2-40B4-BE49-F238E27FC236}">
                <a16:creationId xmlns:a16="http://schemas.microsoft.com/office/drawing/2014/main" id="{C9769288-18AD-E808-40E6-49EBAEDE43D4}"/>
              </a:ext>
            </a:extLst>
          </p:cNvPr>
          <p:cNvSpPr>
            <a:spLocks noGrp="1" noChangeArrowheads="1"/>
          </p:cNvSpPr>
          <p:nvPr>
            <p:ph type="body" idx="1"/>
          </p:nvPr>
        </p:nvSpPr>
        <p:spPr>
          <a:xfrm>
            <a:off x="820738" y="1241425"/>
            <a:ext cx="7370762" cy="3822700"/>
          </a:xfrm>
        </p:spPr>
        <p:txBody>
          <a:bodyPr/>
          <a:lstStyle/>
          <a:p>
            <a:r>
              <a:rPr lang="en-US" altLang="sk-SK">
                <a:ea typeface="ＭＳ Ｐゴシック" panose="020B0600070205080204" pitchFamily="34" charset="-128"/>
              </a:rPr>
              <a:t>Name systems in the network</a:t>
            </a:r>
          </a:p>
          <a:p>
            <a:endParaRPr lang="en-US" altLang="sk-SK">
              <a:ea typeface="ＭＳ Ｐゴシック" panose="020B0600070205080204" pitchFamily="34" charset="-128"/>
            </a:endParaRPr>
          </a:p>
          <a:p>
            <a:r>
              <a:rPr lang="en-US" altLang="sk-SK">
                <a:ea typeface="ＭＳ Ｐゴシック" panose="020B0600070205080204" pitchFamily="34" charset="-128"/>
              </a:rPr>
              <a:t>Address messages with the process-id</a:t>
            </a:r>
          </a:p>
          <a:p>
            <a:endParaRPr lang="en-US" altLang="sk-SK">
              <a:ea typeface="ＭＳ Ｐゴシック" panose="020B0600070205080204" pitchFamily="34" charset="-128"/>
            </a:endParaRPr>
          </a:p>
          <a:p>
            <a:r>
              <a:rPr lang="en-US" altLang="sk-SK">
                <a:ea typeface="ＭＳ Ｐゴシック" panose="020B0600070205080204" pitchFamily="34" charset="-128"/>
              </a:rPr>
              <a:t>Identify processes on remote systems by </a:t>
            </a:r>
          </a:p>
          <a:p>
            <a:pPr lvl="3">
              <a:buFontTx/>
              <a:buNone/>
            </a:pPr>
            <a:r>
              <a:rPr lang="en-US" altLang="sk-SK">
                <a:ea typeface="ＭＳ Ｐゴシック" panose="020B0600070205080204" pitchFamily="34" charset="-128"/>
              </a:rPr>
              <a:t>&lt;</a:t>
            </a:r>
            <a:r>
              <a:rPr lang="en-US" altLang="sk-SK" b="1">
                <a:solidFill>
                  <a:srgbClr val="3366FF"/>
                </a:solidFill>
                <a:ea typeface="ＭＳ Ｐゴシック" panose="020B0600070205080204" pitchFamily="34" charset="-128"/>
              </a:rPr>
              <a:t>host-name</a:t>
            </a:r>
            <a:r>
              <a:rPr lang="en-US" altLang="sk-SK">
                <a:ea typeface="ＭＳ Ｐゴシック" panose="020B0600070205080204" pitchFamily="34" charset="-128"/>
              </a:rPr>
              <a:t>, </a:t>
            </a:r>
            <a:r>
              <a:rPr lang="en-US" altLang="sk-SK" b="1">
                <a:solidFill>
                  <a:srgbClr val="3366FF"/>
                </a:solidFill>
                <a:ea typeface="ＭＳ Ｐゴシック" panose="020B0600070205080204" pitchFamily="34" charset="-128"/>
              </a:rPr>
              <a:t>identifier</a:t>
            </a:r>
            <a:r>
              <a:rPr lang="en-US" altLang="sk-SK">
                <a:ea typeface="ＭＳ Ｐゴシック" panose="020B0600070205080204" pitchFamily="34" charset="-128"/>
              </a:rPr>
              <a:t>&gt; pair</a:t>
            </a:r>
          </a:p>
          <a:p>
            <a:pPr lvl="3">
              <a:buFontTx/>
              <a:buNone/>
            </a:pPr>
            <a:endParaRPr lang="en-US" altLang="sk-SK">
              <a:ea typeface="ＭＳ Ｐゴシック" panose="020B0600070205080204" pitchFamily="34" charset="-128"/>
            </a:endParaRPr>
          </a:p>
          <a:p>
            <a:r>
              <a:rPr lang="en-US" altLang="sk-SK" b="1">
                <a:solidFill>
                  <a:srgbClr val="3366FF"/>
                </a:solidFill>
                <a:ea typeface="ＭＳ Ｐゴシック" panose="020B0600070205080204" pitchFamily="34" charset="-128"/>
              </a:rPr>
              <a:t>Domain name system </a:t>
            </a:r>
            <a:r>
              <a:rPr lang="en-US" altLang="sk-SK">
                <a:ea typeface="ＭＳ Ｐゴシック" panose="020B0600070205080204" pitchFamily="34" charset="-128"/>
              </a:rPr>
              <a:t>(</a:t>
            </a:r>
            <a:r>
              <a:rPr lang="en-US" altLang="sk-SK" b="1">
                <a:solidFill>
                  <a:srgbClr val="3366FF"/>
                </a:solidFill>
                <a:ea typeface="ＭＳ Ｐゴシック" panose="020B0600070205080204" pitchFamily="34" charset="-128"/>
              </a:rPr>
              <a:t>DNS</a:t>
            </a:r>
            <a:r>
              <a:rPr lang="en-US" altLang="sk-SK">
                <a:ea typeface="ＭＳ Ｐゴシック" panose="020B0600070205080204" pitchFamily="34" charset="-128"/>
              </a:rPr>
              <a:t>) – specifies the naming structure of the hosts, as well as name to address </a:t>
            </a:r>
            <a:r>
              <a:rPr lang="en-US" altLang="sk-SK" b="1">
                <a:solidFill>
                  <a:srgbClr val="3366FF"/>
                </a:solidFill>
                <a:ea typeface="ＭＳ Ｐゴシック" panose="020B0600070205080204" pitchFamily="34" charset="-128"/>
              </a:rPr>
              <a:t>resolution</a:t>
            </a:r>
            <a:r>
              <a:rPr lang="en-US" altLang="sk-SK">
                <a:ea typeface="ＭＳ Ｐゴシック" panose="020B0600070205080204" pitchFamily="34" charset="-128"/>
              </a:rPr>
              <a:t> (Internet)</a:t>
            </a:r>
          </a:p>
          <a:p>
            <a:pPr lvl="1"/>
            <a:endParaRPr lang="en-US" altLang="sk-SK">
              <a:ea typeface="ＭＳ Ｐゴシック" panose="020B0600070205080204" pitchFamily="34"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1AA3848A-DD6E-2223-5987-22CDD9B8B87B}"/>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Routing Strategies</a:t>
            </a:r>
          </a:p>
        </p:txBody>
      </p:sp>
      <p:sp>
        <p:nvSpPr>
          <p:cNvPr id="35842" name="Rectangle 3">
            <a:extLst>
              <a:ext uri="{FF2B5EF4-FFF2-40B4-BE49-F238E27FC236}">
                <a16:creationId xmlns:a16="http://schemas.microsoft.com/office/drawing/2014/main" id="{103F5F6A-1936-E98C-33C9-BD41009A619A}"/>
              </a:ext>
            </a:extLst>
          </p:cNvPr>
          <p:cNvSpPr>
            <a:spLocks noGrp="1" noChangeArrowheads="1"/>
          </p:cNvSpPr>
          <p:nvPr>
            <p:ph type="body" idx="1"/>
          </p:nvPr>
        </p:nvSpPr>
        <p:spPr>
          <a:xfrm>
            <a:off x="806450" y="1233488"/>
            <a:ext cx="7685088" cy="4978400"/>
          </a:xfrm>
        </p:spPr>
        <p:txBody>
          <a:bodyPr/>
          <a:lstStyle/>
          <a:p>
            <a:r>
              <a:rPr lang="en-US" altLang="sk-SK" b="1">
                <a:solidFill>
                  <a:srgbClr val="3366FF"/>
                </a:solidFill>
                <a:ea typeface="ＭＳ Ｐゴシック" panose="020B0600070205080204" pitchFamily="34" charset="-128"/>
              </a:rPr>
              <a:t>Fixed routing </a:t>
            </a:r>
            <a:r>
              <a:rPr lang="en-US" altLang="sk-SK">
                <a:ea typeface="ＭＳ Ｐゴシック" panose="020B0600070205080204" pitchFamily="34" charset="-128"/>
              </a:rPr>
              <a:t>- A path from </a:t>
            </a:r>
            <a:r>
              <a:rPr lang="en-US" altLang="sk-SK" i="1">
                <a:ea typeface="ＭＳ Ｐゴシック" panose="020B0600070205080204" pitchFamily="34" charset="-128"/>
              </a:rPr>
              <a:t>A</a:t>
            </a:r>
            <a:r>
              <a:rPr lang="en-US" altLang="sk-SK">
                <a:ea typeface="ＭＳ Ｐゴシック" panose="020B0600070205080204" pitchFamily="34" charset="-128"/>
              </a:rPr>
              <a:t> to </a:t>
            </a:r>
            <a:r>
              <a:rPr lang="en-US" altLang="sk-SK" i="1">
                <a:ea typeface="ＭＳ Ｐゴシック" panose="020B0600070205080204" pitchFamily="34" charset="-128"/>
              </a:rPr>
              <a:t>B</a:t>
            </a:r>
            <a:r>
              <a:rPr lang="en-US" altLang="sk-SK">
                <a:ea typeface="ＭＳ Ｐゴシック" panose="020B0600070205080204" pitchFamily="34" charset="-128"/>
              </a:rPr>
              <a:t> is specified in advance; path changes only if a hardware failure disables it</a:t>
            </a:r>
          </a:p>
          <a:p>
            <a:pPr lvl="1"/>
            <a:r>
              <a:rPr lang="en-US" altLang="sk-SK">
                <a:ea typeface="ＭＳ Ｐゴシック" panose="020B0600070205080204" pitchFamily="34" charset="-128"/>
              </a:rPr>
              <a:t>Since the shortest path is usually chosen, communication costs are minimized</a:t>
            </a:r>
          </a:p>
          <a:p>
            <a:pPr lvl="1"/>
            <a:r>
              <a:rPr lang="en-US" altLang="sk-SK">
                <a:ea typeface="ＭＳ Ｐゴシック" panose="020B0600070205080204" pitchFamily="34" charset="-128"/>
              </a:rPr>
              <a:t>Fixed routing cannot adapt to load changes</a:t>
            </a:r>
          </a:p>
          <a:p>
            <a:pPr lvl="1"/>
            <a:r>
              <a:rPr lang="en-US" altLang="sk-SK">
                <a:ea typeface="ＭＳ Ｐゴシック" panose="020B0600070205080204" pitchFamily="34" charset="-128"/>
              </a:rPr>
              <a:t>Ensures that messages will be delivered in the order in which they were sent</a:t>
            </a:r>
          </a:p>
          <a:p>
            <a:pPr lvl="1"/>
            <a:endParaRPr lang="en-US" altLang="sk-SK">
              <a:ea typeface="ＭＳ Ｐゴシック" panose="020B0600070205080204" pitchFamily="34" charset="-128"/>
            </a:endParaRPr>
          </a:p>
          <a:p>
            <a:r>
              <a:rPr lang="en-US" altLang="sk-SK" b="1">
                <a:solidFill>
                  <a:srgbClr val="3366FF"/>
                </a:solidFill>
                <a:ea typeface="ＭＳ Ｐゴシック" panose="020B0600070205080204" pitchFamily="34" charset="-128"/>
              </a:rPr>
              <a:t>Virtual routing </a:t>
            </a:r>
            <a:r>
              <a:rPr lang="en-US" altLang="sk-SK">
                <a:ea typeface="ＭＳ Ｐゴシック" panose="020B0600070205080204" pitchFamily="34" charset="-128"/>
              </a:rPr>
              <a:t>-  A path from </a:t>
            </a:r>
            <a:r>
              <a:rPr lang="en-US" altLang="sk-SK" i="1">
                <a:ea typeface="ＭＳ Ｐゴシック" panose="020B0600070205080204" pitchFamily="34" charset="-128"/>
              </a:rPr>
              <a:t>A</a:t>
            </a:r>
            <a:r>
              <a:rPr lang="en-US" altLang="sk-SK">
                <a:ea typeface="ＭＳ Ｐゴシック" panose="020B0600070205080204" pitchFamily="34" charset="-128"/>
              </a:rPr>
              <a:t> to </a:t>
            </a:r>
            <a:r>
              <a:rPr lang="en-US" altLang="sk-SK" i="1">
                <a:ea typeface="ＭＳ Ｐゴシック" panose="020B0600070205080204" pitchFamily="34" charset="-128"/>
              </a:rPr>
              <a:t>B</a:t>
            </a:r>
            <a:r>
              <a:rPr lang="en-US" altLang="sk-SK">
                <a:ea typeface="ＭＳ Ｐゴシック" panose="020B0600070205080204" pitchFamily="34" charset="-128"/>
              </a:rPr>
              <a:t> is fixed for the duration of one session.  Different sessions involving messages from </a:t>
            </a:r>
            <a:r>
              <a:rPr lang="en-US" altLang="sk-SK" i="1">
                <a:ea typeface="ＭＳ Ｐゴシック" panose="020B0600070205080204" pitchFamily="34" charset="-128"/>
              </a:rPr>
              <a:t>A</a:t>
            </a:r>
            <a:r>
              <a:rPr lang="en-US" altLang="sk-SK">
                <a:ea typeface="ＭＳ Ｐゴシック" panose="020B0600070205080204" pitchFamily="34" charset="-128"/>
              </a:rPr>
              <a:t> to </a:t>
            </a:r>
            <a:r>
              <a:rPr lang="en-US" altLang="sk-SK" i="1">
                <a:ea typeface="ＭＳ Ｐゴシック" panose="020B0600070205080204" pitchFamily="34" charset="-128"/>
              </a:rPr>
              <a:t>B</a:t>
            </a:r>
            <a:r>
              <a:rPr lang="en-US" altLang="sk-SK">
                <a:ea typeface="ＭＳ Ｐゴシック" panose="020B0600070205080204" pitchFamily="34" charset="-128"/>
              </a:rPr>
              <a:t> may have different paths </a:t>
            </a:r>
          </a:p>
          <a:p>
            <a:pPr lvl="1"/>
            <a:r>
              <a:rPr lang="en-US" altLang="sk-SK">
                <a:ea typeface="ＭＳ Ｐゴシック" panose="020B0600070205080204" pitchFamily="34" charset="-128"/>
              </a:rPr>
              <a:t>Partial remedy to adapting to load changes</a:t>
            </a:r>
          </a:p>
          <a:p>
            <a:pPr lvl="1"/>
            <a:r>
              <a:rPr lang="en-US" altLang="sk-SK">
                <a:ea typeface="ＭＳ Ｐゴシック" panose="020B0600070205080204" pitchFamily="34" charset="-128"/>
              </a:rPr>
              <a:t>Ensures that messages will be delivered in the order in which they were sent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FB8666C-F092-4F4F-7D77-350A956BB96B}"/>
              </a:ext>
            </a:extLst>
          </p:cNvPr>
          <p:cNvSpPr>
            <a:spLocks noGrp="1" noChangeArrowheads="1"/>
          </p:cNvSpPr>
          <p:nvPr>
            <p:ph type="title"/>
          </p:nvPr>
        </p:nvSpPr>
        <p:spPr>
          <a:xfrm>
            <a:off x="1039813" y="277813"/>
            <a:ext cx="7646987" cy="576262"/>
          </a:xfrm>
        </p:spPr>
        <p:txBody>
          <a:bodyPr/>
          <a:lstStyle/>
          <a:p>
            <a:pPr eaLnBrk="1" hangingPunct="1"/>
            <a:r>
              <a:rPr lang="en-US" altLang="sk-SK">
                <a:ea typeface="ＭＳ Ｐゴシック" panose="020B0600070205080204" pitchFamily="34" charset="-128"/>
              </a:rPr>
              <a:t>Routing Strategies (Cont.)</a:t>
            </a:r>
          </a:p>
        </p:txBody>
      </p:sp>
      <p:sp>
        <p:nvSpPr>
          <p:cNvPr id="37890" name="Rectangle 3">
            <a:extLst>
              <a:ext uri="{FF2B5EF4-FFF2-40B4-BE49-F238E27FC236}">
                <a16:creationId xmlns:a16="http://schemas.microsoft.com/office/drawing/2014/main" id="{9AA85974-14B9-F7E1-58FD-0A04D7022B21}"/>
              </a:ext>
            </a:extLst>
          </p:cNvPr>
          <p:cNvSpPr>
            <a:spLocks noGrp="1" noChangeArrowheads="1"/>
          </p:cNvSpPr>
          <p:nvPr>
            <p:ph type="body" idx="1"/>
          </p:nvPr>
        </p:nvSpPr>
        <p:spPr>
          <a:xfrm>
            <a:off x="806450" y="1233488"/>
            <a:ext cx="7666038" cy="4530725"/>
          </a:xfrm>
        </p:spPr>
        <p:txBody>
          <a:bodyPr/>
          <a:lstStyle/>
          <a:p>
            <a:r>
              <a:rPr lang="en-US" altLang="sk-SK" b="1">
                <a:solidFill>
                  <a:srgbClr val="3366FF"/>
                </a:solidFill>
                <a:ea typeface="ＭＳ Ｐゴシック" panose="020B0600070205080204" pitchFamily="34" charset="-128"/>
              </a:rPr>
              <a:t>Dynamic routing </a:t>
            </a:r>
            <a:r>
              <a:rPr lang="en-US" altLang="sk-SK">
                <a:ea typeface="ＭＳ Ｐゴシック" panose="020B0600070205080204" pitchFamily="34" charset="-128"/>
              </a:rPr>
              <a:t>-  The path used to send a message form site </a:t>
            </a:r>
            <a:r>
              <a:rPr lang="en-US" altLang="sk-SK" i="1">
                <a:ea typeface="ＭＳ Ｐゴシック" panose="020B0600070205080204" pitchFamily="34" charset="-128"/>
              </a:rPr>
              <a:t>A</a:t>
            </a:r>
            <a:r>
              <a:rPr lang="en-US" altLang="sk-SK">
                <a:ea typeface="ＭＳ Ｐゴシック" panose="020B0600070205080204" pitchFamily="34" charset="-128"/>
              </a:rPr>
              <a:t> to site </a:t>
            </a:r>
            <a:r>
              <a:rPr lang="en-US" altLang="sk-SK" i="1">
                <a:ea typeface="ＭＳ Ｐゴシック" panose="020B0600070205080204" pitchFamily="34" charset="-128"/>
              </a:rPr>
              <a:t>B</a:t>
            </a:r>
            <a:r>
              <a:rPr lang="en-US" altLang="sk-SK">
                <a:ea typeface="ＭＳ Ｐゴシック" panose="020B0600070205080204" pitchFamily="34" charset="-128"/>
              </a:rPr>
              <a:t> is chosen only when a message is sent</a:t>
            </a:r>
          </a:p>
          <a:p>
            <a:pPr lvl="1"/>
            <a:r>
              <a:rPr lang="en-US" altLang="sk-SK">
                <a:ea typeface="ＭＳ Ｐゴシック" panose="020B0600070205080204" pitchFamily="34" charset="-128"/>
              </a:rPr>
              <a:t>Usually a site sends a message to another site on the link least used at that particular time</a:t>
            </a:r>
          </a:p>
          <a:p>
            <a:pPr lvl="1"/>
            <a:r>
              <a:rPr lang="en-US" altLang="sk-SK">
                <a:ea typeface="ＭＳ Ｐゴシック" panose="020B0600070205080204" pitchFamily="34" charset="-128"/>
              </a:rPr>
              <a:t>Adapts to load changes by avoiding routing messages on heavily used path</a:t>
            </a:r>
          </a:p>
          <a:p>
            <a:pPr lvl="1"/>
            <a:r>
              <a:rPr lang="en-US" altLang="sk-SK">
                <a:ea typeface="ＭＳ Ｐゴシック" panose="020B0600070205080204" pitchFamily="34" charset="-128"/>
              </a:rPr>
              <a:t>Messages may arrive out of order</a:t>
            </a:r>
          </a:p>
          <a:p>
            <a:pPr lvl="2"/>
            <a:r>
              <a:rPr lang="en-US" altLang="sk-SK">
                <a:ea typeface="ＭＳ Ｐゴシック" panose="020B0600070205080204" pitchFamily="34" charset="-128"/>
              </a:rPr>
              <a:t>This problem can be remedied by appending a sequence number to each message</a:t>
            </a:r>
          </a:p>
          <a:p>
            <a:pPr lvl="1"/>
            <a:r>
              <a:rPr lang="en-US" altLang="sk-SK">
                <a:ea typeface="ＭＳ Ｐゴシック" panose="020B0600070205080204" pitchFamily="34" charset="-128"/>
              </a:rPr>
              <a:t>Most complex to set up</a:t>
            </a:r>
          </a:p>
          <a:p>
            <a:r>
              <a:rPr lang="en-US" altLang="sk-SK">
                <a:ea typeface="ＭＳ Ｐゴシック" panose="020B0600070205080204" pitchFamily="34" charset="-128"/>
              </a:rPr>
              <a:t>Tradeoffs mean all methods are used</a:t>
            </a:r>
          </a:p>
          <a:p>
            <a:pPr lvl="1"/>
            <a:r>
              <a:rPr lang="en-US" altLang="sk-SK">
                <a:ea typeface="ＭＳ Ｐゴシック" panose="020B0600070205080204" pitchFamily="34" charset="-128"/>
              </a:rPr>
              <a:t>UNIX provides ability to mix fixed and dynamic</a:t>
            </a:r>
          </a:p>
          <a:p>
            <a:pPr lvl="1"/>
            <a:r>
              <a:rPr lang="en-US" altLang="sk-SK">
                <a:ea typeface="ＭＳ Ｐゴシック" panose="020B0600070205080204" pitchFamily="34" charset="-128"/>
              </a:rPr>
              <a:t>Hosts may have fixed routes and </a:t>
            </a:r>
            <a:r>
              <a:rPr lang="en-US" altLang="sk-SK" b="1">
                <a:solidFill>
                  <a:srgbClr val="3366FF"/>
                </a:solidFill>
                <a:ea typeface="ＭＳ Ｐゴシック" panose="020B0600070205080204" pitchFamily="34" charset="-128"/>
              </a:rPr>
              <a:t>gateways</a:t>
            </a:r>
            <a:r>
              <a:rPr lang="en-US" altLang="sk-SK">
                <a:ea typeface="ＭＳ Ｐゴシック" panose="020B0600070205080204" pitchFamily="34" charset="-128"/>
              </a:rPr>
              <a:t> connecting networks together may have dynamic routes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9A204C1D-988E-1DC9-1067-60E63CA90F3A}"/>
              </a:ext>
            </a:extLst>
          </p:cNvPr>
          <p:cNvSpPr>
            <a:spLocks noGrp="1" noChangeArrowheads="1"/>
          </p:cNvSpPr>
          <p:nvPr>
            <p:ph type="title"/>
          </p:nvPr>
        </p:nvSpPr>
        <p:spPr>
          <a:xfrm>
            <a:off x="1039813" y="277813"/>
            <a:ext cx="7646987" cy="576262"/>
          </a:xfrm>
        </p:spPr>
        <p:txBody>
          <a:bodyPr/>
          <a:lstStyle/>
          <a:p>
            <a:pPr eaLnBrk="1" hangingPunct="1"/>
            <a:r>
              <a:rPr lang="en-US" altLang="sk-SK">
                <a:ea typeface="ＭＳ Ｐゴシック" panose="020B0600070205080204" pitchFamily="34" charset="-128"/>
              </a:rPr>
              <a:t>Routing Strategies (Cont.)</a:t>
            </a:r>
          </a:p>
        </p:txBody>
      </p:sp>
      <p:sp>
        <p:nvSpPr>
          <p:cNvPr id="39938" name="Rectangle 3">
            <a:extLst>
              <a:ext uri="{FF2B5EF4-FFF2-40B4-BE49-F238E27FC236}">
                <a16:creationId xmlns:a16="http://schemas.microsoft.com/office/drawing/2014/main" id="{03ED07B7-49BA-DA42-F29D-551B28E717A6}"/>
              </a:ext>
            </a:extLst>
          </p:cNvPr>
          <p:cNvSpPr>
            <a:spLocks noGrp="1" noChangeArrowheads="1"/>
          </p:cNvSpPr>
          <p:nvPr>
            <p:ph type="body" idx="1"/>
          </p:nvPr>
        </p:nvSpPr>
        <p:spPr>
          <a:xfrm>
            <a:off x="806450" y="1233488"/>
            <a:ext cx="7666038" cy="4530725"/>
          </a:xfrm>
        </p:spPr>
        <p:txBody>
          <a:bodyPr/>
          <a:lstStyle/>
          <a:p>
            <a:r>
              <a:rPr lang="en-US" altLang="sk-SK" sz="1600" b="1" dirty="0">
                <a:solidFill>
                  <a:srgbClr val="3366FF"/>
                </a:solidFill>
                <a:ea typeface="ＭＳ Ｐゴシック" panose="020B0600070205080204" pitchFamily="34" charset="-128"/>
              </a:rPr>
              <a:t>Router</a:t>
            </a:r>
            <a:r>
              <a:rPr lang="en-US" altLang="sk-SK" sz="1600" dirty="0">
                <a:ea typeface="ＭＳ Ｐゴシック" panose="020B0600070205080204" pitchFamily="34" charset="-128"/>
              </a:rPr>
              <a:t> is communications processor responsible for routing messages</a:t>
            </a:r>
          </a:p>
          <a:p>
            <a:r>
              <a:rPr lang="en-US" altLang="sk-SK" sz="1600" dirty="0">
                <a:ea typeface="ＭＳ Ｐゴシック" panose="020B0600070205080204" pitchFamily="34" charset="-128"/>
              </a:rPr>
              <a:t>Must have at least 2 network connections (what about VLANs?)</a:t>
            </a:r>
          </a:p>
          <a:p>
            <a:r>
              <a:rPr lang="en-US" altLang="sk-SK" sz="1600" dirty="0">
                <a:ea typeface="ＭＳ Ｐゴシック" panose="020B0600070205080204" pitchFamily="34" charset="-128"/>
              </a:rPr>
              <a:t>Maybe special purpose or just function running on host</a:t>
            </a:r>
          </a:p>
          <a:p>
            <a:r>
              <a:rPr lang="en-US" altLang="sk-SK" sz="1600" dirty="0">
                <a:ea typeface="ＭＳ Ｐゴシック" panose="020B0600070205080204" pitchFamily="34" charset="-128"/>
              </a:rPr>
              <a:t>Checks its tables to determine where destination host is, where to send messages</a:t>
            </a:r>
          </a:p>
          <a:p>
            <a:pPr lvl="1"/>
            <a:r>
              <a:rPr lang="en-US" altLang="sk-SK" sz="1600" dirty="0">
                <a:ea typeface="ＭＳ Ｐゴシック" panose="020B0600070205080204" pitchFamily="34" charset="-128"/>
              </a:rPr>
              <a:t>Static routing – table only changed manually</a:t>
            </a:r>
          </a:p>
          <a:p>
            <a:pPr lvl="1"/>
            <a:r>
              <a:rPr lang="en-US" altLang="sk-SK" sz="1600" dirty="0">
                <a:ea typeface="ＭＳ Ｐゴシック" panose="020B0600070205080204" pitchFamily="34" charset="-128"/>
              </a:rPr>
              <a:t>Dynamic routing – table changed via </a:t>
            </a:r>
            <a:r>
              <a:rPr lang="en-US" altLang="sk-SK" sz="1600" b="1" dirty="0">
                <a:solidFill>
                  <a:srgbClr val="3366FF"/>
                </a:solidFill>
                <a:ea typeface="ＭＳ Ｐゴシック" panose="020B0600070205080204" pitchFamily="34" charset="-128"/>
              </a:rPr>
              <a:t>routing protocol</a:t>
            </a:r>
          </a:p>
          <a:p>
            <a:r>
              <a:rPr lang="en-US" altLang="sk-SK" sz="1600" dirty="0">
                <a:ea typeface="ＭＳ Ｐゴシック" panose="020B0600070205080204" pitchFamily="34" charset="-128"/>
              </a:rPr>
              <a:t>More recently, routing managed by intelligent software more intelligently than routing protocols</a:t>
            </a:r>
          </a:p>
          <a:p>
            <a:pPr lvl="1"/>
            <a:r>
              <a:rPr lang="en-US" altLang="sk-SK" sz="1600" b="1" dirty="0">
                <a:solidFill>
                  <a:srgbClr val="3366FF"/>
                </a:solidFill>
                <a:ea typeface="ＭＳ Ｐゴシック" panose="020B0600070205080204" pitchFamily="34" charset="-128"/>
              </a:rPr>
              <a:t>OpenFlow</a:t>
            </a:r>
            <a:r>
              <a:rPr lang="en-US" altLang="sk-SK" sz="1600" dirty="0">
                <a:ea typeface="ＭＳ Ｐゴシック" panose="020B0600070205080204" pitchFamily="34" charset="-128"/>
              </a:rPr>
              <a:t> is device-independent, allowing developers to introduce network efficiencies by decoupling data-routing decisions from underlying network devices</a:t>
            </a:r>
          </a:p>
          <a:p>
            <a:r>
              <a:rPr lang="en-US" altLang="sk-SK" sz="1600" dirty="0">
                <a:ea typeface="ＭＳ Ｐゴシック" panose="020B0600070205080204" pitchFamily="34" charset="-128"/>
              </a:rPr>
              <a:t>Messages vary in length – simplified design breaks them into </a:t>
            </a:r>
            <a:r>
              <a:rPr lang="en-US" altLang="sk-SK" sz="1600" b="1" dirty="0">
                <a:solidFill>
                  <a:srgbClr val="3366FF"/>
                </a:solidFill>
                <a:ea typeface="ＭＳ Ｐゴシック" panose="020B0600070205080204" pitchFamily="34" charset="-128"/>
              </a:rPr>
              <a:t>packets</a:t>
            </a:r>
            <a:r>
              <a:rPr lang="en-US" altLang="sk-SK" sz="1600" dirty="0">
                <a:ea typeface="ＭＳ Ｐゴシック" panose="020B0600070205080204" pitchFamily="34" charset="-128"/>
              </a:rPr>
              <a:t> (or </a:t>
            </a:r>
            <a:r>
              <a:rPr lang="en-US" altLang="sk-SK" sz="1600" b="1" dirty="0">
                <a:solidFill>
                  <a:srgbClr val="3366FF"/>
                </a:solidFill>
                <a:ea typeface="ＭＳ Ｐゴシック" panose="020B0600070205080204" pitchFamily="34" charset="-128"/>
              </a:rPr>
              <a:t>frames</a:t>
            </a:r>
            <a:r>
              <a:rPr lang="en-US" altLang="sk-SK" sz="1600" dirty="0">
                <a:ea typeface="ＭＳ Ｐゴシック" panose="020B0600070205080204" pitchFamily="34" charset="-128"/>
              </a:rPr>
              <a:t>, or </a:t>
            </a:r>
            <a:r>
              <a:rPr lang="en-US" altLang="sk-SK" sz="1600" b="1" dirty="0">
                <a:solidFill>
                  <a:srgbClr val="3366FF"/>
                </a:solidFill>
                <a:ea typeface="ＭＳ Ｐゴシック" panose="020B0600070205080204" pitchFamily="34" charset="-128"/>
              </a:rPr>
              <a:t>datagrams</a:t>
            </a:r>
            <a:r>
              <a:rPr lang="en-US" altLang="sk-SK" sz="1600" dirty="0">
                <a:ea typeface="ＭＳ Ｐゴシック" panose="020B0600070205080204" pitchFamily="34" charset="-128"/>
              </a:rPr>
              <a:t>)</a:t>
            </a:r>
          </a:p>
          <a:p>
            <a:r>
              <a:rPr lang="en-US" altLang="sk-SK" sz="1600" b="1" dirty="0">
                <a:solidFill>
                  <a:srgbClr val="3366FF"/>
                </a:solidFill>
                <a:ea typeface="ＭＳ Ｐゴシック" panose="020B0600070205080204" pitchFamily="34" charset="-128"/>
              </a:rPr>
              <a:t>Connectionless message </a:t>
            </a:r>
            <a:r>
              <a:rPr lang="en-US" altLang="sk-SK" sz="1600" dirty="0">
                <a:ea typeface="ＭＳ Ｐゴシック" panose="020B0600070205080204" pitchFamily="34" charset="-128"/>
              </a:rPr>
              <a:t>is just one packet</a:t>
            </a:r>
          </a:p>
          <a:p>
            <a:pPr lvl="1"/>
            <a:r>
              <a:rPr lang="en-US" altLang="sk-SK" sz="1600" dirty="0">
                <a:ea typeface="ＭＳ Ｐゴシック" panose="020B0600070205080204" pitchFamily="34" charset="-128"/>
              </a:rPr>
              <a:t>Otherwise need a connection to get a multi-packet message from source to destination</a:t>
            </a:r>
          </a:p>
          <a:p>
            <a:endParaRPr lang="en-US" altLang="sk-SK" sz="1600" dirty="0">
              <a:ea typeface="ＭＳ Ｐゴシック" panose="020B0600070205080204" pitchFamily="34"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04427F9A-014E-5E82-971C-D52D712FB664}"/>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Connection Strategies</a:t>
            </a:r>
          </a:p>
        </p:txBody>
      </p:sp>
      <p:sp>
        <p:nvSpPr>
          <p:cNvPr id="41986" name="Rectangle 3">
            <a:extLst>
              <a:ext uri="{FF2B5EF4-FFF2-40B4-BE49-F238E27FC236}">
                <a16:creationId xmlns:a16="http://schemas.microsoft.com/office/drawing/2014/main" id="{7C04C6FB-6F5A-3846-87CB-DF8A1AE2F08B}"/>
              </a:ext>
            </a:extLst>
          </p:cNvPr>
          <p:cNvSpPr>
            <a:spLocks noGrp="1" noChangeArrowheads="1"/>
          </p:cNvSpPr>
          <p:nvPr>
            <p:ph type="body" idx="1"/>
          </p:nvPr>
        </p:nvSpPr>
        <p:spPr>
          <a:xfrm>
            <a:off x="806450" y="1233488"/>
            <a:ext cx="7694613" cy="5146675"/>
          </a:xfrm>
        </p:spPr>
        <p:txBody>
          <a:bodyPr/>
          <a:lstStyle/>
          <a:p>
            <a:r>
              <a:rPr lang="en-US" altLang="sk-SK" b="1">
                <a:ea typeface="ＭＳ Ｐゴシック" panose="020B0600070205080204" pitchFamily="34" charset="-128"/>
              </a:rPr>
              <a:t>Circuit switching</a:t>
            </a:r>
            <a:r>
              <a:rPr lang="en-US" altLang="sk-SK">
                <a:ea typeface="ＭＳ Ｐゴシック" panose="020B0600070205080204" pitchFamily="34" charset="-128"/>
              </a:rPr>
              <a:t> -  A permanent physical link is established for the duration of the communication (i.e., telephone system)</a:t>
            </a:r>
          </a:p>
          <a:p>
            <a:endParaRPr lang="en-US" altLang="sk-SK" sz="800">
              <a:ea typeface="ＭＳ Ｐゴシック" panose="020B0600070205080204" pitchFamily="34" charset="-128"/>
            </a:endParaRPr>
          </a:p>
          <a:p>
            <a:r>
              <a:rPr lang="en-US" altLang="sk-SK" b="1">
                <a:ea typeface="ＭＳ Ｐゴシック" panose="020B0600070205080204" pitchFamily="34" charset="-128"/>
              </a:rPr>
              <a:t>Message switching</a:t>
            </a:r>
            <a:r>
              <a:rPr lang="en-US" altLang="sk-SK">
                <a:ea typeface="ＭＳ Ｐゴシック" panose="020B0600070205080204" pitchFamily="34" charset="-128"/>
              </a:rPr>
              <a:t> - A temporary link is established for the duration of one message transfer (i.e., post-office mailing system)</a:t>
            </a:r>
          </a:p>
          <a:p>
            <a:endParaRPr lang="en-US" altLang="sk-SK" sz="800">
              <a:ea typeface="ＭＳ Ｐゴシック" panose="020B0600070205080204" pitchFamily="34" charset="-128"/>
            </a:endParaRPr>
          </a:p>
          <a:p>
            <a:r>
              <a:rPr lang="en-US" altLang="sk-SK" b="1">
                <a:ea typeface="ＭＳ Ｐゴシック" panose="020B0600070205080204" pitchFamily="34" charset="-128"/>
              </a:rPr>
              <a:t>Packet switching</a:t>
            </a:r>
            <a:r>
              <a:rPr lang="en-US" altLang="sk-SK">
                <a:ea typeface="ＭＳ Ｐゴシック" panose="020B0600070205080204" pitchFamily="34" charset="-128"/>
              </a:rPr>
              <a:t> -  Messages of variable length are divided into fixed-length packets which are sent to the destination</a:t>
            </a:r>
          </a:p>
          <a:p>
            <a:pPr lvl="1"/>
            <a:r>
              <a:rPr lang="en-US" altLang="sk-SK">
                <a:ea typeface="ＭＳ Ｐゴシック" panose="020B0600070205080204" pitchFamily="34" charset="-128"/>
              </a:rPr>
              <a:t> Each packet may take a different path through the network</a:t>
            </a:r>
          </a:p>
          <a:p>
            <a:pPr lvl="1"/>
            <a:r>
              <a:rPr lang="en-US" altLang="sk-SK">
                <a:ea typeface="ＭＳ Ｐゴシック" panose="020B0600070205080204" pitchFamily="34" charset="-128"/>
              </a:rPr>
              <a:t>The packets must be reassembled into messages as they arrive</a:t>
            </a:r>
          </a:p>
          <a:p>
            <a:pPr lvl="1"/>
            <a:endParaRPr lang="en-US" altLang="sk-SK" sz="800">
              <a:ea typeface="ＭＳ Ｐゴシック" panose="020B0600070205080204" pitchFamily="34" charset="-128"/>
            </a:endParaRPr>
          </a:p>
          <a:p>
            <a:r>
              <a:rPr lang="en-US" altLang="sk-SK">
                <a:ea typeface="ＭＳ Ｐゴシック" panose="020B0600070205080204" pitchFamily="34" charset="-128"/>
              </a:rPr>
              <a:t>Circuit switching requires setup time, but incurs less overhead for shipping each message, and may waste network bandwidth</a:t>
            </a:r>
          </a:p>
          <a:p>
            <a:pPr lvl="1"/>
            <a:r>
              <a:rPr lang="en-US" altLang="sk-SK">
                <a:ea typeface="ＭＳ Ｐゴシック" panose="020B0600070205080204" pitchFamily="34" charset="-128"/>
              </a:rPr>
              <a:t>Message and packet switching require less setup time, but incur more overhead per message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6F186168-91BE-0A2C-70F1-ED34C0F8B969}"/>
              </a:ext>
            </a:extLst>
          </p:cNvPr>
          <p:cNvSpPr>
            <a:spLocks noGrp="1" noChangeArrowheads="1"/>
          </p:cNvSpPr>
          <p:nvPr>
            <p:ph type="title"/>
          </p:nvPr>
        </p:nvSpPr>
        <p:spPr>
          <a:xfrm>
            <a:off x="701675" y="277813"/>
            <a:ext cx="7985125" cy="576262"/>
          </a:xfrm>
        </p:spPr>
        <p:txBody>
          <a:bodyPr/>
          <a:lstStyle/>
          <a:p>
            <a:pPr eaLnBrk="1" hangingPunct="1"/>
            <a:r>
              <a:rPr lang="en-US" altLang="sk-SK">
                <a:ea typeface="ＭＳ Ｐゴシック" panose="020B0600070205080204" pitchFamily="34" charset="-128"/>
              </a:rPr>
              <a:t>Communication Protocol</a:t>
            </a:r>
          </a:p>
        </p:txBody>
      </p:sp>
      <p:sp>
        <p:nvSpPr>
          <p:cNvPr id="44034" name="Rectangle 3">
            <a:extLst>
              <a:ext uri="{FF2B5EF4-FFF2-40B4-BE49-F238E27FC236}">
                <a16:creationId xmlns:a16="http://schemas.microsoft.com/office/drawing/2014/main" id="{A48097F5-43DA-B918-C5B7-AAEB5C0B70A6}"/>
              </a:ext>
            </a:extLst>
          </p:cNvPr>
          <p:cNvSpPr>
            <a:spLocks noGrp="1" noChangeArrowheads="1"/>
          </p:cNvSpPr>
          <p:nvPr>
            <p:ph type="body" idx="1"/>
          </p:nvPr>
        </p:nvSpPr>
        <p:spPr>
          <a:xfrm>
            <a:off x="1195388" y="2095500"/>
            <a:ext cx="7334250" cy="3783013"/>
          </a:xfrm>
        </p:spPr>
        <p:txBody>
          <a:bodyPr/>
          <a:lstStyle/>
          <a:p>
            <a:r>
              <a:rPr lang="en-US" altLang="sk-SK" b="1">
                <a:ea typeface="ＭＳ Ｐゴシック" panose="020B0600070205080204" pitchFamily="34" charset="-128"/>
              </a:rPr>
              <a:t>Layer 1: Physical layer</a:t>
            </a:r>
            <a:r>
              <a:rPr lang="en-US" altLang="sk-SK">
                <a:ea typeface="ＭＳ Ｐゴシック" panose="020B0600070205080204" pitchFamily="34" charset="-128"/>
              </a:rPr>
              <a:t> – handles the mechanical and electrical details of the physical transmission of a bit stream</a:t>
            </a:r>
          </a:p>
          <a:p>
            <a:endParaRPr lang="en-US" altLang="sk-SK">
              <a:ea typeface="ＭＳ Ｐゴシック" panose="020B0600070205080204" pitchFamily="34" charset="-128"/>
            </a:endParaRPr>
          </a:p>
          <a:p>
            <a:r>
              <a:rPr lang="en-US" altLang="sk-SK" b="1">
                <a:ea typeface="ＭＳ Ｐゴシック" panose="020B0600070205080204" pitchFamily="34" charset="-128"/>
              </a:rPr>
              <a:t>Layer 2: Data-link layer</a:t>
            </a:r>
            <a:r>
              <a:rPr lang="en-US" altLang="sk-SK">
                <a:ea typeface="ＭＳ Ｐゴシック" panose="020B0600070205080204" pitchFamily="34" charset="-128"/>
              </a:rPr>
              <a:t> – handles the </a:t>
            </a:r>
            <a:r>
              <a:rPr lang="en-US" altLang="sk-SK" i="1">
                <a:ea typeface="ＭＳ Ｐゴシック" panose="020B0600070205080204" pitchFamily="34" charset="-128"/>
              </a:rPr>
              <a:t>frames</a:t>
            </a:r>
            <a:r>
              <a:rPr lang="en-US" altLang="sk-SK">
                <a:ea typeface="ＭＳ Ｐゴシック" panose="020B0600070205080204" pitchFamily="34" charset="-128"/>
              </a:rPr>
              <a:t>, or fixed-length parts of packets, including any error detection and recovery that occurred in the physical layer</a:t>
            </a:r>
          </a:p>
          <a:p>
            <a:endParaRPr lang="en-US" altLang="sk-SK">
              <a:ea typeface="ＭＳ Ｐゴシック" panose="020B0600070205080204" pitchFamily="34" charset="-128"/>
            </a:endParaRPr>
          </a:p>
          <a:p>
            <a:r>
              <a:rPr lang="en-US" altLang="sk-SK" b="1">
                <a:ea typeface="ＭＳ Ｐゴシック" panose="020B0600070205080204" pitchFamily="34" charset="-128"/>
              </a:rPr>
              <a:t>Layer 3: Network layer</a:t>
            </a:r>
            <a:r>
              <a:rPr lang="en-US" altLang="sk-SK">
                <a:ea typeface="ＭＳ Ｐゴシック" panose="020B0600070205080204" pitchFamily="34" charset="-128"/>
              </a:rPr>
              <a:t> – provides connections and routes packets in the communication network, including handling the address of outgoing packets, decoding the address of incoming packets, and maintaining routing information for proper response to changing load levels</a:t>
            </a:r>
          </a:p>
        </p:txBody>
      </p:sp>
      <p:sp>
        <p:nvSpPr>
          <p:cNvPr id="44035" name="Text Box 5">
            <a:extLst>
              <a:ext uri="{FF2B5EF4-FFF2-40B4-BE49-F238E27FC236}">
                <a16:creationId xmlns:a16="http://schemas.microsoft.com/office/drawing/2014/main" id="{C7C4D5A6-782A-CBDC-E70C-C8297BB628E4}"/>
              </a:ext>
            </a:extLst>
          </p:cNvPr>
          <p:cNvSpPr txBox="1">
            <a:spLocks noChangeArrowheads="1"/>
          </p:cNvSpPr>
          <p:nvPr/>
        </p:nvSpPr>
        <p:spPr bwMode="auto">
          <a:xfrm>
            <a:off x="839788" y="1320800"/>
            <a:ext cx="7686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ＭＳ Ｐゴシック"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ＭＳ Ｐゴシック"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ＭＳ Ｐゴシック"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ＭＳ Ｐゴシック" panose="020B0600070205080204" pitchFamily="34" charset="-128"/>
              </a:defRPr>
            </a:lvl9pPr>
          </a:lstStyle>
          <a:p>
            <a:pPr>
              <a:spcBef>
                <a:spcPct val="0"/>
              </a:spcBef>
              <a:buClrTx/>
              <a:buSzTx/>
              <a:buFontTx/>
              <a:buNone/>
            </a:pPr>
            <a:r>
              <a:rPr lang="en-US" altLang="sk-SK"/>
              <a:t>The communication network is partitioned into the following multiple layers: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EEF75604-9260-6364-9277-BAB04C58A971}"/>
              </a:ext>
            </a:extLst>
          </p:cNvPr>
          <p:cNvSpPr>
            <a:spLocks noGrp="1" noChangeArrowheads="1"/>
          </p:cNvSpPr>
          <p:nvPr>
            <p:ph type="title"/>
          </p:nvPr>
        </p:nvSpPr>
        <p:spPr>
          <a:xfrm>
            <a:off x="768350" y="277813"/>
            <a:ext cx="7918450" cy="576262"/>
          </a:xfrm>
        </p:spPr>
        <p:txBody>
          <a:bodyPr/>
          <a:lstStyle/>
          <a:p>
            <a:pPr eaLnBrk="1" hangingPunct="1"/>
            <a:r>
              <a:rPr lang="en-US" altLang="sk-SK">
                <a:ea typeface="ＭＳ Ｐゴシック" panose="020B0600070205080204" pitchFamily="34" charset="-128"/>
              </a:rPr>
              <a:t>Communication Protocol (Cont.)</a:t>
            </a:r>
          </a:p>
        </p:txBody>
      </p:sp>
      <p:sp>
        <p:nvSpPr>
          <p:cNvPr id="46082" name="Rectangle 3">
            <a:extLst>
              <a:ext uri="{FF2B5EF4-FFF2-40B4-BE49-F238E27FC236}">
                <a16:creationId xmlns:a16="http://schemas.microsoft.com/office/drawing/2014/main" id="{43EE40B6-773C-0060-DAFB-FEBC902B048F}"/>
              </a:ext>
            </a:extLst>
          </p:cNvPr>
          <p:cNvSpPr>
            <a:spLocks noGrp="1" noChangeArrowheads="1"/>
          </p:cNvSpPr>
          <p:nvPr>
            <p:ph type="body" idx="1"/>
          </p:nvPr>
        </p:nvSpPr>
        <p:spPr>
          <a:xfrm>
            <a:off x="806450" y="1233488"/>
            <a:ext cx="7635875" cy="5043487"/>
          </a:xfrm>
        </p:spPr>
        <p:txBody>
          <a:bodyPr/>
          <a:lstStyle/>
          <a:p>
            <a:r>
              <a:rPr lang="en-US" altLang="sk-SK" b="1">
                <a:ea typeface="ＭＳ Ｐゴシック" panose="020B0600070205080204" pitchFamily="34" charset="-128"/>
              </a:rPr>
              <a:t>Layer 4: Transport layer</a:t>
            </a:r>
            <a:r>
              <a:rPr lang="en-US" altLang="sk-SK">
                <a:ea typeface="ＭＳ Ｐゴシック" panose="020B0600070205080204" pitchFamily="34" charset="-128"/>
              </a:rPr>
              <a:t> – responsible for low-level network access and for message transfer between clients, including partitioning messages into packets, maintaining packet order, controlling flow, and generating physical addresses</a:t>
            </a:r>
          </a:p>
          <a:p>
            <a:endParaRPr lang="en-US" altLang="sk-SK">
              <a:ea typeface="ＭＳ Ｐゴシック" panose="020B0600070205080204" pitchFamily="34" charset="-128"/>
            </a:endParaRPr>
          </a:p>
          <a:p>
            <a:r>
              <a:rPr lang="en-US" altLang="sk-SK" b="1">
                <a:ea typeface="ＭＳ Ｐゴシック" panose="020B0600070205080204" pitchFamily="34" charset="-128"/>
              </a:rPr>
              <a:t>Layer 5: Session layer</a:t>
            </a:r>
            <a:r>
              <a:rPr lang="en-US" altLang="sk-SK">
                <a:ea typeface="ＭＳ Ｐゴシック" panose="020B0600070205080204" pitchFamily="34" charset="-128"/>
              </a:rPr>
              <a:t> – implements sessions, or process-to-process communications protocols</a:t>
            </a:r>
          </a:p>
          <a:p>
            <a:endParaRPr lang="en-US" altLang="sk-SK">
              <a:ea typeface="ＭＳ Ｐゴシック" panose="020B0600070205080204" pitchFamily="34" charset="-128"/>
            </a:endParaRPr>
          </a:p>
          <a:p>
            <a:r>
              <a:rPr lang="en-US" altLang="sk-SK" b="1">
                <a:ea typeface="ＭＳ Ｐゴシック" panose="020B0600070205080204" pitchFamily="34" charset="-128"/>
              </a:rPr>
              <a:t>Layer 6: Presentation layer</a:t>
            </a:r>
            <a:r>
              <a:rPr lang="en-US" altLang="sk-SK">
                <a:ea typeface="ＭＳ Ｐゴシック" panose="020B0600070205080204" pitchFamily="34" charset="-128"/>
              </a:rPr>
              <a:t> – resolves the differences in formats among the various sites in the network, including character conversions, and half duplex/full duplex (echoing)</a:t>
            </a:r>
          </a:p>
          <a:p>
            <a:endParaRPr lang="en-US" altLang="sk-SK">
              <a:ea typeface="ＭＳ Ｐゴシック" panose="020B0600070205080204" pitchFamily="34" charset="-128"/>
            </a:endParaRPr>
          </a:p>
          <a:p>
            <a:r>
              <a:rPr lang="en-US" altLang="sk-SK" b="1">
                <a:ea typeface="ＭＳ Ｐゴシック" panose="020B0600070205080204" pitchFamily="34" charset="-128"/>
              </a:rPr>
              <a:t>Layer 7: Application layer</a:t>
            </a:r>
            <a:r>
              <a:rPr lang="en-US" altLang="sk-SK">
                <a:ea typeface="ＭＳ Ｐゴシック" panose="020B0600070205080204" pitchFamily="34" charset="-128"/>
              </a:rPr>
              <a:t> – interacts directly with the users,</a:t>
            </a:r>
            <a:r>
              <a:rPr lang="en-US" altLang="ja-JP">
                <a:ea typeface="ＭＳ Ｐゴシック" panose="020B0600070205080204" pitchFamily="34" charset="-128"/>
              </a:rPr>
              <a:t> deals with file transfer, remote-login protocols and electronic mail, as well as schemas for distributed databases</a:t>
            </a:r>
            <a:endParaRPr lang="en-US" altLang="sk-SK">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E78060D7-38A3-032D-AEA7-709F2F29560F}"/>
              </a:ext>
            </a:extLst>
          </p:cNvPr>
          <p:cNvSpPr>
            <a:spLocks noGrp="1" noChangeArrowheads="1"/>
          </p:cNvSpPr>
          <p:nvPr>
            <p:ph type="title"/>
          </p:nvPr>
        </p:nvSpPr>
        <p:spPr>
          <a:xfrm>
            <a:off x="969963" y="250825"/>
            <a:ext cx="7786687" cy="660400"/>
          </a:xfrm>
        </p:spPr>
        <p:txBody>
          <a:bodyPr/>
          <a:lstStyle/>
          <a:p>
            <a:pPr eaLnBrk="1" hangingPunct="1"/>
            <a:r>
              <a:rPr lang="en-US" altLang="sk-SK" sz="3000">
                <a:ea typeface="ＭＳ Ｐゴシック" panose="020B0600070205080204" pitchFamily="34" charset="-128"/>
              </a:rPr>
              <a:t>Communication Via ISO Network Model</a:t>
            </a:r>
          </a:p>
        </p:txBody>
      </p:sp>
      <p:pic>
        <p:nvPicPr>
          <p:cNvPr id="48130" name="Picture 1" descr="17_05.pdf">
            <a:extLst>
              <a:ext uri="{FF2B5EF4-FFF2-40B4-BE49-F238E27FC236}">
                <a16:creationId xmlns:a16="http://schemas.microsoft.com/office/drawing/2014/main" id="{5A93A9F3-55AD-AFFB-816A-0075659245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92175" y="1493838"/>
            <a:ext cx="7573963" cy="444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CDC1354D-F473-5B9D-AA9B-B10B96745700}"/>
              </a:ext>
            </a:extLst>
          </p:cNvPr>
          <p:cNvSpPr>
            <a:spLocks noGrp="1" noChangeArrowheads="1"/>
          </p:cNvSpPr>
          <p:nvPr>
            <p:ph type="title"/>
          </p:nvPr>
        </p:nvSpPr>
        <p:spPr>
          <a:xfrm>
            <a:off x="739775" y="277813"/>
            <a:ext cx="7947025" cy="576262"/>
          </a:xfrm>
        </p:spPr>
        <p:txBody>
          <a:bodyPr/>
          <a:lstStyle/>
          <a:p>
            <a:pPr eaLnBrk="1" hangingPunct="1"/>
            <a:r>
              <a:rPr lang="en-US" altLang="sk-SK">
                <a:ea typeface="ＭＳ Ｐゴシック" panose="020B0600070205080204" pitchFamily="34" charset="-128"/>
              </a:rPr>
              <a:t>The ISO Protocol Layer</a:t>
            </a:r>
          </a:p>
        </p:txBody>
      </p:sp>
      <p:pic>
        <p:nvPicPr>
          <p:cNvPr id="50178" name="Picture 1" descr="17_06.pdf">
            <a:extLst>
              <a:ext uri="{FF2B5EF4-FFF2-40B4-BE49-F238E27FC236}">
                <a16:creationId xmlns:a16="http://schemas.microsoft.com/office/drawing/2014/main" id="{C16A9CB8-47D7-48BC-B462-CBAC36C335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4288" y="990600"/>
            <a:ext cx="3589337" cy="544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3B51A23-FE77-AD21-558D-26BD7D95448F}"/>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The ISO Network Message</a:t>
            </a:r>
          </a:p>
        </p:txBody>
      </p:sp>
      <p:pic>
        <p:nvPicPr>
          <p:cNvPr id="52226" name="Picture 1" descr="17_07.pdf">
            <a:extLst>
              <a:ext uri="{FF2B5EF4-FFF2-40B4-BE49-F238E27FC236}">
                <a16:creationId xmlns:a16="http://schemas.microsoft.com/office/drawing/2014/main" id="{0CB45731-5B34-C08C-71FB-5FABE9E9791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1273175"/>
            <a:ext cx="3252788" cy="492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40445D30-6003-B254-AC5E-F8D8DA822B36}"/>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The TCP/IP Protocol Layers</a:t>
            </a:r>
          </a:p>
        </p:txBody>
      </p:sp>
      <p:pic>
        <p:nvPicPr>
          <p:cNvPr id="54274" name="Picture 1" descr="17_08.pdf">
            <a:extLst>
              <a:ext uri="{FF2B5EF4-FFF2-40B4-BE49-F238E27FC236}">
                <a16:creationId xmlns:a16="http://schemas.microsoft.com/office/drawing/2014/main" id="{2626CEF9-9B64-5F17-A53C-5FFC62E1AC5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6100" y="1236663"/>
            <a:ext cx="5062538" cy="506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026">
            <a:extLst>
              <a:ext uri="{FF2B5EF4-FFF2-40B4-BE49-F238E27FC236}">
                <a16:creationId xmlns:a16="http://schemas.microsoft.com/office/drawing/2014/main" id="{075797FC-0266-3CF9-5031-8B5F84685D4D}"/>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Example: TCP/IP</a:t>
            </a:r>
          </a:p>
        </p:txBody>
      </p:sp>
      <p:sp>
        <p:nvSpPr>
          <p:cNvPr id="56322" name="Rectangle 1027">
            <a:extLst>
              <a:ext uri="{FF2B5EF4-FFF2-40B4-BE49-F238E27FC236}">
                <a16:creationId xmlns:a16="http://schemas.microsoft.com/office/drawing/2014/main" id="{4466BC94-3EB3-D407-1582-3805E9F4B101}"/>
              </a:ext>
            </a:extLst>
          </p:cNvPr>
          <p:cNvSpPr>
            <a:spLocks noGrp="1" noChangeArrowheads="1"/>
          </p:cNvSpPr>
          <p:nvPr>
            <p:ph type="body" idx="1"/>
          </p:nvPr>
        </p:nvSpPr>
        <p:spPr>
          <a:xfrm>
            <a:off x="806450" y="1233488"/>
            <a:ext cx="7713663" cy="5118100"/>
          </a:xfrm>
        </p:spPr>
        <p:txBody>
          <a:bodyPr/>
          <a:lstStyle/>
          <a:p>
            <a:r>
              <a:rPr lang="en-US" altLang="sk-SK">
                <a:ea typeface="ＭＳ Ｐゴシック" panose="020B0600070205080204" pitchFamily="34" charset="-128"/>
              </a:rPr>
              <a:t>The transmission of a network packet between hosts on an Ethernet network</a:t>
            </a:r>
          </a:p>
          <a:p>
            <a:endParaRPr lang="en-US" altLang="sk-SK" sz="800">
              <a:ea typeface="ＭＳ Ｐゴシック" panose="020B0600070205080204" pitchFamily="34" charset="-128"/>
            </a:endParaRPr>
          </a:p>
          <a:p>
            <a:r>
              <a:rPr lang="en-US" altLang="sk-SK">
                <a:ea typeface="ＭＳ Ｐゴシック" panose="020B0600070205080204" pitchFamily="34" charset="-128"/>
              </a:rPr>
              <a:t>Every host has a unique IP address and a corresponding Ethernet </a:t>
            </a:r>
            <a:r>
              <a:rPr lang="en-US" altLang="sk-SK" sz="1600" b="1">
                <a:solidFill>
                  <a:srgbClr val="3366FF"/>
                </a:solidFill>
                <a:ea typeface="ＭＳ Ｐゴシック" panose="020B0600070205080204" pitchFamily="34" charset="-128"/>
              </a:rPr>
              <a:t>Media Access Control </a:t>
            </a:r>
            <a:r>
              <a:rPr lang="en-US" altLang="sk-SK">
                <a:ea typeface="ＭＳ Ｐゴシック" panose="020B0600070205080204" pitchFamily="34" charset="-128"/>
              </a:rPr>
              <a:t>(</a:t>
            </a:r>
            <a:r>
              <a:rPr lang="en-US" altLang="sk-SK" sz="1600" b="1">
                <a:solidFill>
                  <a:srgbClr val="3366FF"/>
                </a:solidFill>
                <a:ea typeface="ＭＳ Ｐゴシック" panose="020B0600070205080204" pitchFamily="34" charset="-128"/>
              </a:rPr>
              <a:t>MAC</a:t>
            </a:r>
            <a:r>
              <a:rPr lang="en-US" altLang="sk-SK">
                <a:ea typeface="ＭＳ Ｐゴシック" panose="020B0600070205080204" pitchFamily="34" charset="-128"/>
              </a:rPr>
              <a:t>) address</a:t>
            </a:r>
          </a:p>
          <a:p>
            <a:endParaRPr lang="en-US" altLang="sk-SK" sz="800">
              <a:ea typeface="ＭＳ Ｐゴシック" panose="020B0600070205080204" pitchFamily="34" charset="-128"/>
            </a:endParaRPr>
          </a:p>
          <a:p>
            <a:r>
              <a:rPr lang="en-US" altLang="sk-SK">
                <a:ea typeface="ＭＳ Ｐゴシック" panose="020B0600070205080204" pitchFamily="34" charset="-128"/>
              </a:rPr>
              <a:t>Communication requires both addresses</a:t>
            </a:r>
          </a:p>
          <a:p>
            <a:endParaRPr lang="en-US" altLang="sk-SK" sz="800">
              <a:ea typeface="ＭＳ Ｐゴシック" panose="020B0600070205080204" pitchFamily="34" charset="-128"/>
            </a:endParaRPr>
          </a:p>
          <a:p>
            <a:r>
              <a:rPr lang="en-US" altLang="sk-SK" sz="1600" b="1">
                <a:solidFill>
                  <a:srgbClr val="3366FF"/>
                </a:solidFill>
                <a:ea typeface="ＭＳ Ｐゴシック" panose="020B0600070205080204" pitchFamily="34" charset="-128"/>
              </a:rPr>
              <a:t>Domain Name Service </a:t>
            </a:r>
            <a:r>
              <a:rPr lang="en-US" altLang="sk-SK">
                <a:ea typeface="ＭＳ Ｐゴシック" panose="020B0600070205080204" pitchFamily="34" charset="-128"/>
              </a:rPr>
              <a:t>(</a:t>
            </a:r>
            <a:r>
              <a:rPr lang="en-US" altLang="sk-SK" sz="1600" b="1">
                <a:solidFill>
                  <a:srgbClr val="3366FF"/>
                </a:solidFill>
                <a:ea typeface="ＭＳ Ｐゴシック" panose="020B0600070205080204" pitchFamily="34" charset="-128"/>
              </a:rPr>
              <a:t>DNS</a:t>
            </a:r>
            <a:r>
              <a:rPr lang="en-US" altLang="sk-SK">
                <a:ea typeface="ＭＳ Ｐゴシック" panose="020B0600070205080204" pitchFamily="34" charset="-128"/>
              </a:rPr>
              <a:t>) can be used to acquire IP addresses </a:t>
            </a:r>
          </a:p>
          <a:p>
            <a:endParaRPr lang="en-US" altLang="sk-SK" sz="800">
              <a:ea typeface="ＭＳ Ｐゴシック" panose="020B0600070205080204" pitchFamily="34" charset="-128"/>
            </a:endParaRPr>
          </a:p>
          <a:p>
            <a:r>
              <a:rPr lang="en-US" altLang="sk-SK" sz="1600" b="1">
                <a:solidFill>
                  <a:srgbClr val="3366FF"/>
                </a:solidFill>
                <a:ea typeface="ＭＳ Ｐゴシック" panose="020B0600070205080204" pitchFamily="34" charset="-128"/>
              </a:rPr>
              <a:t>Address Resolution Protocol</a:t>
            </a:r>
            <a:r>
              <a:rPr lang="en-US" altLang="sk-SK">
                <a:ea typeface="ＭＳ Ｐゴシック" panose="020B0600070205080204" pitchFamily="34" charset="-128"/>
              </a:rPr>
              <a:t> (</a:t>
            </a:r>
            <a:r>
              <a:rPr lang="en-US" altLang="sk-SK" sz="1600" b="1">
                <a:solidFill>
                  <a:srgbClr val="3366FF"/>
                </a:solidFill>
                <a:ea typeface="ＭＳ Ｐゴシック" panose="020B0600070205080204" pitchFamily="34" charset="-128"/>
              </a:rPr>
              <a:t>ARP</a:t>
            </a:r>
            <a:r>
              <a:rPr lang="en-US" altLang="sk-SK">
                <a:ea typeface="ＭＳ Ｐゴシック" panose="020B0600070205080204" pitchFamily="34" charset="-128"/>
              </a:rPr>
              <a:t>) is used to map MAC addresses to IP addresses</a:t>
            </a:r>
          </a:p>
          <a:p>
            <a:pPr lvl="1"/>
            <a:r>
              <a:rPr lang="en-US" altLang="sk-SK" sz="1600" b="1">
                <a:solidFill>
                  <a:srgbClr val="3366FF"/>
                </a:solidFill>
                <a:ea typeface="ＭＳ Ｐゴシック" panose="020B0600070205080204" pitchFamily="34" charset="-128"/>
              </a:rPr>
              <a:t>Broadcast</a:t>
            </a:r>
            <a:r>
              <a:rPr lang="en-US" altLang="sk-SK">
                <a:ea typeface="ＭＳ Ｐゴシック" panose="020B0600070205080204" pitchFamily="34" charset="-128"/>
              </a:rPr>
              <a:t> to all other systems on the Ethernet network</a:t>
            </a:r>
          </a:p>
          <a:p>
            <a:endParaRPr lang="en-US" altLang="sk-SK" sz="800">
              <a:ea typeface="ＭＳ Ｐゴシック" panose="020B0600070205080204" pitchFamily="34" charset="-128"/>
            </a:endParaRPr>
          </a:p>
          <a:p>
            <a:r>
              <a:rPr lang="en-US" altLang="sk-SK">
                <a:ea typeface="ＭＳ Ｐゴシック" panose="020B0600070205080204" pitchFamily="34" charset="-128"/>
              </a:rPr>
              <a:t>If the hosts are on the same network, ARP can be used</a:t>
            </a:r>
          </a:p>
          <a:p>
            <a:pPr lvl="1"/>
            <a:r>
              <a:rPr lang="en-US" altLang="sk-SK">
                <a:ea typeface="ＭＳ Ｐゴシック" panose="020B0600070205080204" pitchFamily="34" charset="-128"/>
              </a:rPr>
              <a:t>If the hosts are on different networks, the sending host will send the packet to a router which routes the packet to the destination network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4453D575-F138-3D76-F5D8-B6C3E0C24285}"/>
              </a:ext>
            </a:extLst>
          </p:cNvPr>
          <p:cNvSpPr>
            <a:spLocks noGrp="1" noChangeArrowheads="1"/>
          </p:cNvSpPr>
          <p:nvPr>
            <p:ph type="title"/>
          </p:nvPr>
        </p:nvSpPr>
        <p:spPr/>
        <p:txBody>
          <a:bodyPr/>
          <a:lstStyle/>
          <a:p>
            <a:pPr eaLnBrk="1" hangingPunct="1"/>
            <a:r>
              <a:rPr lang="en-US" altLang="sk-SK" dirty="0">
                <a:ea typeface="ＭＳ Ｐゴシック" panose="020B0600070205080204" pitchFamily="34" charset="-128"/>
              </a:rPr>
              <a:t>An Ethernet Frame</a:t>
            </a:r>
          </a:p>
        </p:txBody>
      </p:sp>
      <p:pic>
        <p:nvPicPr>
          <p:cNvPr id="58370" name="Picture 4">
            <a:extLst>
              <a:ext uri="{FF2B5EF4-FFF2-40B4-BE49-F238E27FC236}">
                <a16:creationId xmlns:a16="http://schemas.microsoft.com/office/drawing/2014/main" id="{4CD0E11E-A33E-41E0-677A-DADED1C1E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1633538"/>
            <a:ext cx="7750175" cy="206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BlokTextu 2">
            <a:extLst>
              <a:ext uri="{FF2B5EF4-FFF2-40B4-BE49-F238E27FC236}">
                <a16:creationId xmlns:a16="http://schemas.microsoft.com/office/drawing/2014/main" id="{8EE6AB48-4D9F-9AB9-68C1-2A6A66DBCDE3}"/>
              </a:ext>
            </a:extLst>
          </p:cNvPr>
          <p:cNvSpPr txBox="1">
            <a:spLocks noChangeArrowheads="1"/>
          </p:cNvSpPr>
          <p:nvPr/>
        </p:nvSpPr>
        <p:spPr bwMode="auto">
          <a:xfrm>
            <a:off x="696913" y="5022850"/>
            <a:ext cx="76819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r>
              <a:rPr lang="sk-SK" altLang="sk-SK" b="1">
                <a:solidFill>
                  <a:srgbClr val="273239"/>
                </a:solidFill>
                <a:latin typeface="Nunito" panose="020F0502020204030204" pitchFamily="34" charset="0"/>
              </a:rPr>
              <a:t>Start of frame delimiter (SFD)</a:t>
            </a:r>
            <a:r>
              <a:rPr lang="sk-SK" altLang="sk-SK">
                <a:solidFill>
                  <a:srgbClr val="273239"/>
                </a:solidFill>
                <a:latin typeface="Nunito" panose="020F0502020204030204" pitchFamily="34" charset="0"/>
              </a:rPr>
              <a:t> This is a 1-Byte field that is always set to 10101011.</a:t>
            </a:r>
            <a:endParaRPr lang="sk-SK" altLang="sk-SK"/>
          </a:p>
        </p:txBody>
      </p:sp>
      <p:sp>
        <p:nvSpPr>
          <p:cNvPr id="58372" name="BlokTextu 4">
            <a:extLst>
              <a:ext uri="{FF2B5EF4-FFF2-40B4-BE49-F238E27FC236}">
                <a16:creationId xmlns:a16="http://schemas.microsoft.com/office/drawing/2014/main" id="{B7A14547-2F6B-BA99-180C-6D5511CA553E}"/>
              </a:ext>
            </a:extLst>
          </p:cNvPr>
          <p:cNvSpPr txBox="1">
            <a:spLocks noChangeArrowheads="1"/>
          </p:cNvSpPr>
          <p:nvPr/>
        </p:nvSpPr>
        <p:spPr bwMode="auto">
          <a:xfrm>
            <a:off x="696913" y="4038600"/>
            <a:ext cx="76819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r>
              <a:rPr lang="sk-SK" altLang="sk-SK" b="1">
                <a:solidFill>
                  <a:srgbClr val="273239"/>
                </a:solidFill>
                <a:latin typeface="Nunito" panose="020F0502020204030204" pitchFamily="34" charset="0"/>
              </a:rPr>
              <a:t>PREAMBLE</a:t>
            </a:r>
            <a:r>
              <a:rPr lang="sk-SK" altLang="sk-SK">
                <a:solidFill>
                  <a:srgbClr val="273239"/>
                </a:solidFill>
                <a:latin typeface="Nunito" panose="020F0502020204030204" pitchFamily="34" charset="0"/>
              </a:rPr>
              <a:t> This is a pattern of alternative 0’s and 1’s which indicates starting of the frame and allow sender and receiver to establish bit synchronization</a:t>
            </a:r>
            <a:endParaRPr lang="sk-SK" altLang="sk-SK"/>
          </a:p>
        </p:txBody>
      </p:sp>
      <p:sp>
        <p:nvSpPr>
          <p:cNvPr id="2" name="BlokTextu 1">
            <a:extLst>
              <a:ext uri="{FF2B5EF4-FFF2-40B4-BE49-F238E27FC236}">
                <a16:creationId xmlns:a16="http://schemas.microsoft.com/office/drawing/2014/main" id="{33141743-161D-C335-E88E-0CA350F2D5E1}"/>
              </a:ext>
            </a:extLst>
          </p:cNvPr>
          <p:cNvSpPr txBox="1"/>
          <p:nvPr/>
        </p:nvSpPr>
        <p:spPr>
          <a:xfrm>
            <a:off x="1088334" y="5585791"/>
            <a:ext cx="6967331" cy="1200329"/>
          </a:xfrm>
          <a:prstGeom prst="rect">
            <a:avLst/>
          </a:prstGeom>
          <a:noFill/>
        </p:spPr>
        <p:txBody>
          <a:bodyPr wrap="square" rtlCol="0">
            <a:spAutoFit/>
          </a:bodyPr>
          <a:lstStyle/>
          <a:p>
            <a:r>
              <a:rPr lang="sk-SK" b="0" i="0" dirty="0">
                <a:effectLst/>
                <a:highlight>
                  <a:srgbClr val="F7F7F7"/>
                </a:highlight>
                <a:latin typeface="-apple-system"/>
                <a:hlinkClick r:id="rId4"/>
              </a:rPr>
              <a:t>Maximálna veľkosť rámca na linkovej vrstve v Ethernete je </a:t>
            </a:r>
            <a:r>
              <a:rPr lang="sk-SK" b="1" i="0" dirty="0">
                <a:effectLst/>
                <a:highlight>
                  <a:srgbClr val="F7F7F7"/>
                </a:highlight>
                <a:latin typeface="-apple-system"/>
                <a:hlinkClick r:id="rId4"/>
              </a:rPr>
              <a:t>1518 bajtov</a:t>
            </a:r>
            <a:r>
              <a:rPr lang="sk-SK" b="0" i="0" dirty="0">
                <a:solidFill>
                  <a:srgbClr val="111111"/>
                </a:solidFill>
                <a:effectLst/>
                <a:highlight>
                  <a:srgbClr val="F7F7F7"/>
                </a:highlight>
                <a:latin typeface="-apple-system"/>
              </a:rPr>
              <a:t>. Táto hodnota zahŕňa celý rámec vrátane hlavičky a CRC, ale nezahŕňa preambulu a SFD. </a:t>
            </a:r>
            <a:r>
              <a:rPr lang="sk-SK" b="0" i="0" dirty="0">
                <a:effectLst/>
                <a:highlight>
                  <a:srgbClr val="F7F7F7"/>
                </a:highlight>
                <a:latin typeface="-apple-system"/>
                <a:hlinkClick r:id="rId4"/>
              </a:rPr>
              <a:t>Ak sa používa VLAN tagovanie (IEEE 802.1Q), maximálna veľkosť rámca sa zvyšuje na </a:t>
            </a:r>
            <a:r>
              <a:rPr lang="sk-SK" b="1" i="0" dirty="0">
                <a:effectLst/>
                <a:highlight>
                  <a:srgbClr val="F7F7F7"/>
                </a:highlight>
                <a:latin typeface="-apple-system"/>
                <a:hlinkClick r:id="rId4"/>
              </a:rPr>
              <a:t>1522 bajtov</a:t>
            </a:r>
            <a:endParaRPr lang="sk-SK"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AAB53068-B4C8-5613-0C3E-2411FA6E3CBC}"/>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Robustness</a:t>
            </a:r>
          </a:p>
        </p:txBody>
      </p:sp>
      <p:sp>
        <p:nvSpPr>
          <p:cNvPr id="60418" name="Rectangle 3">
            <a:extLst>
              <a:ext uri="{FF2B5EF4-FFF2-40B4-BE49-F238E27FC236}">
                <a16:creationId xmlns:a16="http://schemas.microsoft.com/office/drawing/2014/main" id="{19C10113-DB5F-F308-6242-88522227EB48}"/>
              </a:ext>
            </a:extLst>
          </p:cNvPr>
          <p:cNvSpPr>
            <a:spLocks noGrp="1" noChangeArrowheads="1"/>
          </p:cNvSpPr>
          <p:nvPr>
            <p:ph type="body" idx="1"/>
          </p:nvPr>
        </p:nvSpPr>
        <p:spPr>
          <a:xfrm>
            <a:off x="839788" y="1290638"/>
            <a:ext cx="7351712" cy="4483100"/>
          </a:xfrm>
        </p:spPr>
        <p:txBody>
          <a:bodyPr/>
          <a:lstStyle/>
          <a:p>
            <a:r>
              <a:rPr lang="en-US" altLang="sk-SK">
                <a:ea typeface="ＭＳ Ｐゴシック" panose="020B0600070205080204" pitchFamily="34" charset="-128"/>
              </a:rPr>
              <a:t>Failure detection</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Reconfiguration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12B18749-BB3D-18C9-CEA5-6C061ED408D1}"/>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Failure Detection</a:t>
            </a:r>
          </a:p>
        </p:txBody>
      </p:sp>
      <p:sp>
        <p:nvSpPr>
          <p:cNvPr id="62466" name="Rectangle 3">
            <a:extLst>
              <a:ext uri="{FF2B5EF4-FFF2-40B4-BE49-F238E27FC236}">
                <a16:creationId xmlns:a16="http://schemas.microsoft.com/office/drawing/2014/main" id="{02E2E97B-CDD1-F04C-A007-939E1CFD59D2}"/>
              </a:ext>
            </a:extLst>
          </p:cNvPr>
          <p:cNvSpPr>
            <a:spLocks noGrp="1" noChangeArrowheads="1"/>
          </p:cNvSpPr>
          <p:nvPr>
            <p:ph type="body" idx="1"/>
          </p:nvPr>
        </p:nvSpPr>
        <p:spPr>
          <a:xfrm>
            <a:off x="839788" y="1290638"/>
            <a:ext cx="7351712" cy="5106987"/>
          </a:xfrm>
        </p:spPr>
        <p:txBody>
          <a:bodyPr/>
          <a:lstStyle/>
          <a:p>
            <a:r>
              <a:rPr lang="en-US" altLang="sk-SK">
                <a:ea typeface="ＭＳ Ｐゴシック" panose="020B0600070205080204" pitchFamily="34" charset="-128"/>
              </a:rPr>
              <a:t>Detecting hardware failure is difficult</a:t>
            </a:r>
          </a:p>
          <a:p>
            <a:endParaRPr lang="en-US" altLang="sk-SK" sz="800">
              <a:ea typeface="ＭＳ Ｐゴシック" panose="020B0600070205080204" pitchFamily="34" charset="-128"/>
            </a:endParaRPr>
          </a:p>
          <a:p>
            <a:r>
              <a:rPr lang="en-US" altLang="sk-SK">
                <a:ea typeface="ＭＳ Ｐゴシック" panose="020B0600070205080204" pitchFamily="34" charset="-128"/>
              </a:rPr>
              <a:t>To detect a link failure, a </a:t>
            </a:r>
            <a:r>
              <a:rPr lang="en-US" altLang="sk-SK" sz="1600" b="1">
                <a:solidFill>
                  <a:srgbClr val="3366FF"/>
                </a:solidFill>
                <a:ea typeface="ＭＳ Ｐゴシック" panose="020B0600070205080204" pitchFamily="34" charset="-128"/>
              </a:rPr>
              <a:t>heartbeat</a:t>
            </a:r>
            <a:r>
              <a:rPr lang="en-US" altLang="sk-SK">
                <a:ea typeface="ＭＳ Ｐゴシック" panose="020B0600070205080204" pitchFamily="34" charset="-128"/>
              </a:rPr>
              <a:t> protocol can be used</a:t>
            </a:r>
          </a:p>
          <a:p>
            <a:endParaRPr lang="en-US" altLang="sk-SK" sz="800">
              <a:ea typeface="ＭＳ Ｐゴシック" panose="020B0600070205080204" pitchFamily="34" charset="-128"/>
            </a:endParaRPr>
          </a:p>
          <a:p>
            <a:r>
              <a:rPr lang="en-US" altLang="sk-SK">
                <a:ea typeface="ＭＳ Ｐゴシック" panose="020B0600070205080204" pitchFamily="34" charset="-128"/>
              </a:rPr>
              <a:t>Assume Site A and Site B have established a link</a:t>
            </a:r>
          </a:p>
          <a:p>
            <a:pPr lvl="1"/>
            <a:r>
              <a:rPr lang="en-US" altLang="sk-SK">
                <a:ea typeface="ＭＳ Ｐゴシック" panose="020B0600070205080204" pitchFamily="34" charset="-128"/>
              </a:rPr>
              <a:t> At fixed intervals, each site will exchange an </a:t>
            </a:r>
            <a:r>
              <a:rPr lang="en-US" altLang="sk-SK" i="1">
                <a:ea typeface="ＭＳ Ｐゴシック" panose="020B0600070205080204" pitchFamily="34" charset="-128"/>
              </a:rPr>
              <a:t>I-am-up</a:t>
            </a:r>
            <a:r>
              <a:rPr lang="en-US" altLang="sk-SK">
                <a:ea typeface="ＭＳ Ｐゴシック" panose="020B0600070205080204" pitchFamily="34" charset="-128"/>
              </a:rPr>
              <a:t> message indicating that they are up and running</a:t>
            </a:r>
          </a:p>
          <a:p>
            <a:pPr lvl="1"/>
            <a:endParaRPr lang="en-US" altLang="sk-SK" sz="800">
              <a:ea typeface="ＭＳ Ｐゴシック" panose="020B0600070205080204" pitchFamily="34" charset="-128"/>
            </a:endParaRPr>
          </a:p>
          <a:p>
            <a:r>
              <a:rPr lang="en-US" altLang="sk-SK">
                <a:ea typeface="ＭＳ Ｐゴシック" panose="020B0600070205080204" pitchFamily="34" charset="-128"/>
              </a:rPr>
              <a:t>If Site A does not receive a message within the fixed interval, it assumes either (a) the other site is not up or (b) the message was lost</a:t>
            </a:r>
          </a:p>
          <a:p>
            <a:endParaRPr lang="en-US" altLang="sk-SK" sz="800">
              <a:ea typeface="ＭＳ Ｐゴシック" panose="020B0600070205080204" pitchFamily="34" charset="-128"/>
            </a:endParaRPr>
          </a:p>
          <a:p>
            <a:r>
              <a:rPr lang="en-US" altLang="sk-SK">
                <a:ea typeface="ＭＳ Ｐゴシック" panose="020B0600070205080204" pitchFamily="34" charset="-128"/>
              </a:rPr>
              <a:t>Site A can now send an </a:t>
            </a:r>
            <a:r>
              <a:rPr lang="en-US" altLang="sk-SK" i="1">
                <a:ea typeface="ＭＳ Ｐゴシック" panose="020B0600070205080204" pitchFamily="34" charset="-128"/>
              </a:rPr>
              <a:t>Are-you-up?</a:t>
            </a:r>
            <a:r>
              <a:rPr lang="en-US" altLang="sk-SK">
                <a:ea typeface="ＭＳ Ｐゴシック" panose="020B0600070205080204" pitchFamily="34" charset="-128"/>
              </a:rPr>
              <a:t> message to Site B</a:t>
            </a:r>
          </a:p>
          <a:p>
            <a:endParaRPr lang="en-US" altLang="sk-SK" sz="800">
              <a:ea typeface="ＭＳ Ｐゴシック" panose="020B0600070205080204" pitchFamily="34" charset="-128"/>
            </a:endParaRPr>
          </a:p>
          <a:p>
            <a:r>
              <a:rPr lang="en-US" altLang="sk-SK">
                <a:ea typeface="ＭＳ Ｐゴシック" panose="020B0600070205080204" pitchFamily="34" charset="-128"/>
              </a:rPr>
              <a:t>If Site A does not receive a reply, it can repeat the message or try an alternate route to Site B</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1026">
            <a:extLst>
              <a:ext uri="{FF2B5EF4-FFF2-40B4-BE49-F238E27FC236}">
                <a16:creationId xmlns:a16="http://schemas.microsoft.com/office/drawing/2014/main" id="{77BA374D-D5BD-FE74-402C-C721FE9F1F21}"/>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Failure Detection (Cont.)</a:t>
            </a:r>
          </a:p>
        </p:txBody>
      </p:sp>
      <p:sp>
        <p:nvSpPr>
          <p:cNvPr id="64514" name="Rectangle 1027">
            <a:extLst>
              <a:ext uri="{FF2B5EF4-FFF2-40B4-BE49-F238E27FC236}">
                <a16:creationId xmlns:a16="http://schemas.microsoft.com/office/drawing/2014/main" id="{6BDB4078-EF25-3A06-48E1-6AAC8EC09AC1}"/>
              </a:ext>
            </a:extLst>
          </p:cNvPr>
          <p:cNvSpPr>
            <a:spLocks noGrp="1" noChangeArrowheads="1"/>
          </p:cNvSpPr>
          <p:nvPr>
            <p:ph type="body" idx="1"/>
          </p:nvPr>
        </p:nvSpPr>
        <p:spPr>
          <a:xfrm>
            <a:off x="806450" y="1233488"/>
            <a:ext cx="7723188" cy="4530725"/>
          </a:xfrm>
        </p:spPr>
        <p:txBody>
          <a:bodyPr/>
          <a:lstStyle/>
          <a:p>
            <a:r>
              <a:rPr lang="en-US" altLang="sk-SK">
                <a:ea typeface="ＭＳ Ｐゴシック" panose="020B0600070205080204" pitchFamily="34" charset="-128"/>
              </a:rPr>
              <a:t>If Site A does not ultimately receive a reply from Site B, it concludes some type of failure has occurred</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Types of failures:</a:t>
            </a:r>
            <a:br>
              <a:rPr lang="en-US" altLang="sk-SK">
                <a:ea typeface="ＭＳ Ｐゴシック" panose="020B0600070205080204" pitchFamily="34" charset="-128"/>
              </a:rPr>
            </a:br>
            <a:r>
              <a:rPr lang="en-US" altLang="sk-SK">
                <a:ea typeface="ＭＳ Ｐゴシック" panose="020B0600070205080204" pitchFamily="34" charset="-128"/>
              </a:rPr>
              <a:t>- Site B is down</a:t>
            </a:r>
            <a:br>
              <a:rPr lang="en-US" altLang="sk-SK">
                <a:ea typeface="ＭＳ Ｐゴシック" panose="020B0600070205080204" pitchFamily="34" charset="-128"/>
              </a:rPr>
            </a:br>
            <a:r>
              <a:rPr lang="en-US" altLang="sk-SK">
                <a:ea typeface="ＭＳ Ｐゴシック" panose="020B0600070205080204" pitchFamily="34" charset="-128"/>
              </a:rPr>
              <a:t>- The direct link between A and B is down</a:t>
            </a:r>
            <a:br>
              <a:rPr lang="en-US" altLang="sk-SK">
                <a:ea typeface="ＭＳ Ｐゴシック" panose="020B0600070205080204" pitchFamily="34" charset="-128"/>
              </a:rPr>
            </a:br>
            <a:r>
              <a:rPr lang="en-US" altLang="sk-SK">
                <a:ea typeface="ＭＳ Ｐゴシック" panose="020B0600070205080204" pitchFamily="34" charset="-128"/>
              </a:rPr>
              <a:t>- The alternate link from A to B is down</a:t>
            </a:r>
            <a:br>
              <a:rPr lang="en-US" altLang="sk-SK">
                <a:ea typeface="ＭＳ Ｐゴシック" panose="020B0600070205080204" pitchFamily="34" charset="-128"/>
              </a:rPr>
            </a:br>
            <a:r>
              <a:rPr lang="en-US" altLang="sk-SK">
                <a:ea typeface="ＭＳ Ｐゴシック" panose="020B0600070205080204" pitchFamily="34" charset="-128"/>
              </a:rPr>
              <a:t>- The message has been lost</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However, Site A cannot determine exactly </a:t>
            </a:r>
            <a:r>
              <a:rPr lang="en-US" altLang="sk-SK" b="1">
                <a:ea typeface="ＭＳ Ｐゴシック" panose="020B0600070205080204" pitchFamily="34" charset="-128"/>
              </a:rPr>
              <a:t>why</a:t>
            </a:r>
            <a:r>
              <a:rPr lang="en-US" altLang="sk-SK">
                <a:ea typeface="ＭＳ Ｐゴシック" panose="020B0600070205080204" pitchFamily="34" charset="-128"/>
              </a:rPr>
              <a:t> the failure has occurred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D1C79D3D-3999-A53B-E232-A887DFCB3035}"/>
              </a:ext>
            </a:extLst>
          </p:cNvPr>
          <p:cNvSpPr>
            <a:spLocks noGrp="1" noChangeArrowheads="1"/>
          </p:cNvSpPr>
          <p:nvPr>
            <p:ph type="title"/>
          </p:nvPr>
        </p:nvSpPr>
        <p:spPr>
          <a:xfrm>
            <a:off x="836613" y="277813"/>
            <a:ext cx="7850187" cy="576262"/>
          </a:xfrm>
        </p:spPr>
        <p:txBody>
          <a:bodyPr/>
          <a:lstStyle/>
          <a:p>
            <a:pPr eaLnBrk="1" hangingPunct="1"/>
            <a:r>
              <a:rPr lang="en-US" altLang="sk-SK">
                <a:ea typeface="ＭＳ Ｐゴシック" panose="020B0600070205080204" pitchFamily="34" charset="-128"/>
              </a:rPr>
              <a:t>Reconfiguration</a:t>
            </a:r>
          </a:p>
        </p:txBody>
      </p:sp>
      <p:sp>
        <p:nvSpPr>
          <p:cNvPr id="66562" name="Rectangle 3">
            <a:extLst>
              <a:ext uri="{FF2B5EF4-FFF2-40B4-BE49-F238E27FC236}">
                <a16:creationId xmlns:a16="http://schemas.microsoft.com/office/drawing/2014/main" id="{0794F2A4-B77C-17F9-5676-2E220E8766B6}"/>
              </a:ext>
            </a:extLst>
          </p:cNvPr>
          <p:cNvSpPr>
            <a:spLocks noGrp="1" noChangeArrowheads="1"/>
          </p:cNvSpPr>
          <p:nvPr>
            <p:ph type="body" idx="1"/>
          </p:nvPr>
        </p:nvSpPr>
        <p:spPr>
          <a:xfrm>
            <a:off x="806450" y="1233488"/>
            <a:ext cx="7704138" cy="5027612"/>
          </a:xfrm>
        </p:spPr>
        <p:txBody>
          <a:bodyPr/>
          <a:lstStyle/>
          <a:p>
            <a:r>
              <a:rPr lang="en-US" altLang="sk-SK">
                <a:ea typeface="ＭＳ Ｐゴシック" panose="020B0600070205080204" pitchFamily="34" charset="-128"/>
              </a:rPr>
              <a:t>When Site A determines a failure has occurred, it must reconfigure the system: </a:t>
            </a:r>
            <a:br>
              <a:rPr lang="en-US" altLang="sk-SK">
                <a:ea typeface="ＭＳ Ｐゴシック" panose="020B0600070205080204" pitchFamily="34" charset="-128"/>
              </a:rPr>
            </a:br>
            <a:endParaRPr lang="en-US" altLang="sk-SK">
              <a:ea typeface="ＭＳ Ｐゴシック" panose="020B0600070205080204" pitchFamily="34" charset="-128"/>
            </a:endParaRPr>
          </a:p>
          <a:p>
            <a:pPr>
              <a:buFont typeface="Monotype Sorts" pitchFamily="2" charset="2"/>
              <a:buNone/>
            </a:pPr>
            <a:r>
              <a:rPr lang="en-US" altLang="sk-SK">
                <a:ea typeface="ＭＳ Ｐゴシック" panose="020B0600070205080204" pitchFamily="34" charset="-128"/>
              </a:rPr>
              <a:t>     1.  If the link from A to B has failed, this must be broadcast to every site in the system</a:t>
            </a:r>
          </a:p>
          <a:p>
            <a:pPr>
              <a:buFont typeface="Monotype Sorts" pitchFamily="2" charset="2"/>
              <a:buNone/>
            </a:pPr>
            <a:endParaRPr lang="en-US" altLang="sk-SK">
              <a:ea typeface="ＭＳ Ｐゴシック" panose="020B0600070205080204" pitchFamily="34" charset="-128"/>
            </a:endParaRPr>
          </a:p>
          <a:p>
            <a:pPr>
              <a:buFont typeface="Monotype Sorts" pitchFamily="2" charset="2"/>
              <a:buNone/>
            </a:pPr>
            <a:r>
              <a:rPr lang="en-US" altLang="sk-SK">
                <a:ea typeface="ＭＳ Ｐゴシック" panose="020B0600070205080204" pitchFamily="34" charset="-128"/>
              </a:rPr>
              <a:t>     2.  If a site has failed, every other site must also be notified indicating that the services offered by the failed site are no longer available</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When the link or the site becomes available again, this information must again be broadcast to all other sites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66DD69A6-E539-3D69-D360-B3DD4D1C86AA}"/>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Design Issues</a:t>
            </a:r>
          </a:p>
        </p:txBody>
      </p:sp>
      <p:sp>
        <p:nvSpPr>
          <p:cNvPr id="68610" name="Rectangle 3">
            <a:extLst>
              <a:ext uri="{FF2B5EF4-FFF2-40B4-BE49-F238E27FC236}">
                <a16:creationId xmlns:a16="http://schemas.microsoft.com/office/drawing/2014/main" id="{49ADE2A3-99E9-0C1F-3BDA-05767192A391}"/>
              </a:ext>
            </a:extLst>
          </p:cNvPr>
          <p:cNvSpPr>
            <a:spLocks noGrp="1" noChangeArrowheads="1"/>
          </p:cNvSpPr>
          <p:nvPr>
            <p:ph type="body" idx="1"/>
          </p:nvPr>
        </p:nvSpPr>
        <p:spPr>
          <a:xfrm>
            <a:off x="806450" y="1233488"/>
            <a:ext cx="7704138" cy="4530725"/>
          </a:xfrm>
        </p:spPr>
        <p:txBody>
          <a:bodyPr/>
          <a:lstStyle/>
          <a:p>
            <a:r>
              <a:rPr lang="en-US" altLang="sk-SK" b="1">
                <a:ea typeface="ＭＳ Ｐゴシック" panose="020B0600070205080204" pitchFamily="34" charset="-128"/>
              </a:rPr>
              <a:t>Transparency</a:t>
            </a:r>
            <a:r>
              <a:rPr lang="en-US" altLang="sk-SK">
                <a:ea typeface="ＭＳ Ｐゴシック" panose="020B0600070205080204" pitchFamily="34" charset="-128"/>
              </a:rPr>
              <a:t> – the distributed system should appear as a conventional, centralized system to the user</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b="1">
                <a:ea typeface="ＭＳ Ｐゴシック" panose="020B0600070205080204" pitchFamily="34" charset="-128"/>
              </a:rPr>
              <a:t>Fault tolerance</a:t>
            </a:r>
            <a:r>
              <a:rPr lang="en-US" altLang="sk-SK">
                <a:ea typeface="ＭＳ Ｐゴシック" panose="020B0600070205080204" pitchFamily="34" charset="-128"/>
              </a:rPr>
              <a:t> – the distributed system should continue to function in the face of failure</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b="1">
                <a:ea typeface="ＭＳ Ｐゴシック" panose="020B0600070205080204" pitchFamily="34" charset="-128"/>
              </a:rPr>
              <a:t>Scalability</a:t>
            </a:r>
            <a:r>
              <a:rPr lang="en-US" altLang="sk-SK">
                <a:ea typeface="ＭＳ Ｐゴシック" panose="020B0600070205080204" pitchFamily="34" charset="-128"/>
              </a:rPr>
              <a:t> – as demands increase, the system should easily accept the addition of new resources to accommodate the increased demand</a:t>
            </a:r>
          </a:p>
          <a:p>
            <a:pPr lvl="1"/>
            <a:r>
              <a:rPr lang="en-US" altLang="sk-SK">
                <a:ea typeface="ＭＳ Ｐゴシック" panose="020B0600070205080204" pitchFamily="34" charset="-128"/>
              </a:rPr>
              <a:t>Consider </a:t>
            </a:r>
            <a:r>
              <a:rPr lang="en-US" altLang="sk-SK" sz="1600" b="1">
                <a:solidFill>
                  <a:srgbClr val="3366FF"/>
                </a:solidFill>
                <a:ea typeface="ＭＳ Ｐゴシック" panose="020B0600070205080204" pitchFamily="34" charset="-128"/>
              </a:rPr>
              <a:t>Hadoop</a:t>
            </a:r>
            <a:r>
              <a:rPr lang="en-US" altLang="sk-SK">
                <a:ea typeface="ＭＳ Ｐゴシック" panose="020B0600070205080204" pitchFamily="34" charset="-128"/>
              </a:rPr>
              <a:t> open source programming framework for processing large datasets in distributed environments (based on Google search indexing)</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b="1">
                <a:ea typeface="ＭＳ Ｐゴシック" panose="020B0600070205080204" pitchFamily="34" charset="-128"/>
              </a:rPr>
              <a:t>Clusters</a:t>
            </a:r>
            <a:r>
              <a:rPr lang="en-US" altLang="sk-SK">
                <a:ea typeface="ＭＳ Ｐゴシック" panose="020B0600070205080204" pitchFamily="34" charset="-128"/>
              </a:rPr>
              <a:t> – a collection of semi-autonomous machines that acts as a single system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45704943-47E9-010D-53FB-DE4822778C1F}"/>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Distributed File System</a:t>
            </a:r>
          </a:p>
        </p:txBody>
      </p:sp>
      <p:sp>
        <p:nvSpPr>
          <p:cNvPr id="70658" name="Rectangle 3">
            <a:extLst>
              <a:ext uri="{FF2B5EF4-FFF2-40B4-BE49-F238E27FC236}">
                <a16:creationId xmlns:a16="http://schemas.microsoft.com/office/drawing/2014/main" id="{B297693D-E8DC-15E8-6720-58EE2198B4B6}"/>
              </a:ext>
            </a:extLst>
          </p:cNvPr>
          <p:cNvSpPr>
            <a:spLocks noGrp="1" noChangeArrowheads="1"/>
          </p:cNvSpPr>
          <p:nvPr>
            <p:ph type="body" idx="1"/>
          </p:nvPr>
        </p:nvSpPr>
        <p:spPr>
          <a:xfrm>
            <a:off x="815975" y="1303338"/>
            <a:ext cx="7693025" cy="4483100"/>
          </a:xfrm>
        </p:spPr>
        <p:txBody>
          <a:bodyPr/>
          <a:lstStyle/>
          <a:p>
            <a:r>
              <a:rPr lang="en-US" altLang="sk-SK" b="1">
                <a:solidFill>
                  <a:srgbClr val="3366FF"/>
                </a:solidFill>
                <a:ea typeface="ＭＳ Ｐゴシック" panose="020B0600070205080204" pitchFamily="34" charset="-128"/>
              </a:rPr>
              <a:t>Distributed file system</a:t>
            </a:r>
            <a:r>
              <a:rPr lang="en-US" altLang="sk-SK">
                <a:ea typeface="ＭＳ Ｐゴシック" panose="020B0600070205080204" pitchFamily="34" charset="-128"/>
              </a:rPr>
              <a:t> (</a:t>
            </a:r>
            <a:r>
              <a:rPr lang="en-US" altLang="sk-SK" b="1">
                <a:solidFill>
                  <a:srgbClr val="3366FF"/>
                </a:solidFill>
                <a:ea typeface="ＭＳ Ｐゴシック" panose="020B0600070205080204" pitchFamily="34" charset="-128"/>
              </a:rPr>
              <a:t>DFS</a:t>
            </a:r>
            <a:r>
              <a:rPr lang="en-US" altLang="sk-SK">
                <a:ea typeface="ＭＳ Ｐゴシック" panose="020B0600070205080204" pitchFamily="34" charset="-128"/>
              </a:rPr>
              <a:t>) – a distributed implementation of the classical time-sharing model of a file system, where multiple users share files and storage resources</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A DFS manages set of dispersed storage devices</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Overall storage space managed by a DFS is composed of different, remotely located, smaller storage spaces</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There is usually a correspondence between constituent storage spaces and sets of files </a:t>
            </a:r>
          </a:p>
          <a:p>
            <a:r>
              <a:rPr lang="en-US" altLang="sk-SK">
                <a:ea typeface="ＭＳ Ｐゴシック" panose="020B0600070205080204" pitchFamily="34" charset="-128"/>
              </a:rPr>
              <a:t>Challenges include:</a:t>
            </a:r>
          </a:p>
          <a:p>
            <a:pPr lvl="1"/>
            <a:r>
              <a:rPr lang="en-US" altLang="sk-SK">
                <a:ea typeface="ＭＳ Ｐゴシック" panose="020B0600070205080204" pitchFamily="34" charset="-128"/>
              </a:rPr>
              <a:t>Naming and Transparency</a:t>
            </a:r>
          </a:p>
          <a:p>
            <a:pPr lvl="1"/>
            <a:r>
              <a:rPr lang="en-US" altLang="sk-SK">
                <a:ea typeface="ＭＳ Ｐゴシック" panose="020B0600070205080204" pitchFamily="34" charset="-128"/>
              </a:rPr>
              <a:t>Remote File Access </a:t>
            </a:r>
          </a:p>
          <a:p>
            <a:endParaRPr lang="en-US" altLang="sk-SK">
              <a:ea typeface="ＭＳ Ｐゴシック" panose="020B0600070205080204" pitchFamily="34" charset="-128"/>
            </a:endParaRPr>
          </a:p>
          <a:p>
            <a:pPr>
              <a:buFont typeface="Monotype Sorts" pitchFamily="2" charset="2"/>
              <a:buNone/>
            </a:pPr>
            <a:endParaRPr lang="en-US" altLang="sk-SK">
              <a:ea typeface="ＭＳ Ｐゴシック" panose="020B0600070205080204" pitchFamily="34" charset="-128"/>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C58CAD3F-63F1-1A36-847E-E92B48D71A04}"/>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DFS Structure</a:t>
            </a:r>
          </a:p>
        </p:txBody>
      </p:sp>
      <p:sp>
        <p:nvSpPr>
          <p:cNvPr id="72706" name="Rectangle 3">
            <a:extLst>
              <a:ext uri="{FF2B5EF4-FFF2-40B4-BE49-F238E27FC236}">
                <a16:creationId xmlns:a16="http://schemas.microsoft.com/office/drawing/2014/main" id="{E910F614-3DE9-80C4-132E-6E7D82A6381B}"/>
              </a:ext>
            </a:extLst>
          </p:cNvPr>
          <p:cNvSpPr>
            <a:spLocks noGrp="1" noChangeArrowheads="1"/>
          </p:cNvSpPr>
          <p:nvPr>
            <p:ph type="body" idx="1"/>
          </p:nvPr>
        </p:nvSpPr>
        <p:spPr>
          <a:xfrm>
            <a:off x="815975" y="1303338"/>
            <a:ext cx="7721600" cy="4483100"/>
          </a:xfrm>
        </p:spPr>
        <p:txBody>
          <a:bodyPr/>
          <a:lstStyle/>
          <a:p>
            <a:r>
              <a:rPr lang="en-US" altLang="sk-SK" b="1">
                <a:solidFill>
                  <a:srgbClr val="3366FF"/>
                </a:solidFill>
                <a:ea typeface="ＭＳ Ｐゴシック" panose="020B0600070205080204" pitchFamily="34" charset="-128"/>
              </a:rPr>
              <a:t>Service</a:t>
            </a:r>
            <a:r>
              <a:rPr lang="en-US" altLang="sk-SK">
                <a:ea typeface="ＭＳ Ｐゴシック" panose="020B0600070205080204" pitchFamily="34" charset="-128"/>
              </a:rPr>
              <a:t> – software entity running on </a:t>
            </a:r>
            <a:r>
              <a:rPr lang="en-US" altLang="sk-SK" b="1">
                <a:ea typeface="ＭＳ Ｐゴシック" panose="020B0600070205080204" pitchFamily="34" charset="-128"/>
              </a:rPr>
              <a:t>one or more machines </a:t>
            </a:r>
            <a:r>
              <a:rPr lang="en-US" altLang="sk-SK">
                <a:ea typeface="ＭＳ Ｐゴシック" panose="020B0600070205080204" pitchFamily="34" charset="-128"/>
              </a:rPr>
              <a:t>and providing a particular type of function to a priori unknown clients</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b="1">
                <a:solidFill>
                  <a:srgbClr val="3366FF"/>
                </a:solidFill>
                <a:ea typeface="ＭＳ Ｐゴシック" panose="020B0600070205080204" pitchFamily="34" charset="-128"/>
              </a:rPr>
              <a:t>Server</a:t>
            </a:r>
            <a:r>
              <a:rPr lang="en-US" altLang="sk-SK">
                <a:ea typeface="ＭＳ Ｐゴシック" panose="020B0600070205080204" pitchFamily="34" charset="-128"/>
              </a:rPr>
              <a:t> – service software running on a single machine</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b="1">
                <a:solidFill>
                  <a:srgbClr val="3366FF"/>
                </a:solidFill>
                <a:ea typeface="ＭＳ Ｐゴシック" panose="020B0600070205080204" pitchFamily="34" charset="-128"/>
              </a:rPr>
              <a:t>Client</a:t>
            </a:r>
            <a:r>
              <a:rPr lang="en-US" altLang="sk-SK">
                <a:ea typeface="ＭＳ Ｐゴシック" panose="020B0600070205080204" pitchFamily="34" charset="-128"/>
              </a:rPr>
              <a:t> –  process that can invoke a service using a set of operations that forms its client interface</a:t>
            </a:r>
            <a:br>
              <a:rPr lang="en-US" altLang="sk-SK" i="1">
                <a:ea typeface="ＭＳ Ｐゴシック" panose="020B0600070205080204" pitchFamily="34" charset="-128"/>
              </a:rPr>
            </a:br>
            <a:endParaRPr lang="en-US" altLang="sk-SK" i="1">
              <a:ea typeface="ＭＳ Ｐゴシック" panose="020B0600070205080204" pitchFamily="34" charset="-128"/>
            </a:endParaRPr>
          </a:p>
          <a:p>
            <a:r>
              <a:rPr lang="en-US" altLang="sk-SK">
                <a:ea typeface="ＭＳ Ｐゴシック" panose="020B0600070205080204" pitchFamily="34" charset="-128"/>
              </a:rPr>
              <a:t>A client interface for a file service is formed by a set of primitive file operations (create, delete, read, write)</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Client interface of a DFS should be transparent, i.e., not distinguish between local and remote files </a:t>
            </a:r>
          </a:p>
          <a:p>
            <a:endParaRPr lang="en-US" altLang="sk-SK">
              <a:ea typeface="ＭＳ Ｐゴシック" panose="020B0600070205080204" pitchFamily="34" charset="-128"/>
            </a:endParaRPr>
          </a:p>
          <a:p>
            <a:r>
              <a:rPr lang="en-US" altLang="sk-SK">
                <a:ea typeface="ＭＳ Ｐゴシック" panose="020B0600070205080204" pitchFamily="34" charset="-128"/>
              </a:rPr>
              <a:t>Sometimes lower level </a:t>
            </a:r>
            <a:r>
              <a:rPr lang="en-US" altLang="sk-SK" b="1">
                <a:solidFill>
                  <a:srgbClr val="3366FF"/>
                </a:solidFill>
                <a:ea typeface="ＭＳ Ｐゴシック" panose="020B0600070205080204" pitchFamily="34" charset="-128"/>
              </a:rPr>
              <a:t>intermachine</a:t>
            </a:r>
            <a:r>
              <a:rPr lang="en-US" altLang="sk-SK">
                <a:ea typeface="ＭＳ Ｐゴシック" panose="020B0600070205080204" pitchFamily="34" charset="-128"/>
              </a:rPr>
              <a:t> interface need for cross-machine interaction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211DA148-8D5B-3C21-96CB-F2620FFAA463}"/>
              </a:ext>
            </a:extLst>
          </p:cNvPr>
          <p:cNvSpPr>
            <a:spLocks noGrp="1" noChangeArrowheads="1"/>
          </p:cNvSpPr>
          <p:nvPr>
            <p:ph type="title"/>
          </p:nvPr>
        </p:nvSpPr>
        <p:spPr>
          <a:xfrm>
            <a:off x="884238" y="277813"/>
            <a:ext cx="7802562" cy="576262"/>
          </a:xfrm>
        </p:spPr>
        <p:txBody>
          <a:bodyPr/>
          <a:lstStyle/>
          <a:p>
            <a:pPr eaLnBrk="1" hangingPunct="1"/>
            <a:r>
              <a:rPr lang="en-US" altLang="sk-SK">
                <a:ea typeface="ＭＳ Ｐゴシック" panose="020B0600070205080204" pitchFamily="34" charset="-128"/>
              </a:rPr>
              <a:t>Naming and Transparency</a:t>
            </a:r>
          </a:p>
        </p:txBody>
      </p:sp>
      <p:sp>
        <p:nvSpPr>
          <p:cNvPr id="74754" name="Rectangle 3">
            <a:extLst>
              <a:ext uri="{FF2B5EF4-FFF2-40B4-BE49-F238E27FC236}">
                <a16:creationId xmlns:a16="http://schemas.microsoft.com/office/drawing/2014/main" id="{491A5EFD-CAEB-12B2-40FC-8328794C0ADA}"/>
              </a:ext>
            </a:extLst>
          </p:cNvPr>
          <p:cNvSpPr>
            <a:spLocks noGrp="1" noChangeArrowheads="1"/>
          </p:cNvSpPr>
          <p:nvPr>
            <p:ph type="body" idx="1"/>
          </p:nvPr>
        </p:nvSpPr>
        <p:spPr>
          <a:xfrm>
            <a:off x="815975" y="1303338"/>
            <a:ext cx="7672388" cy="4483100"/>
          </a:xfrm>
        </p:spPr>
        <p:txBody>
          <a:bodyPr/>
          <a:lstStyle/>
          <a:p>
            <a:r>
              <a:rPr lang="en-US" altLang="sk-SK" b="1">
                <a:solidFill>
                  <a:srgbClr val="3366FF"/>
                </a:solidFill>
                <a:ea typeface="ＭＳ Ｐゴシック" panose="020B0600070205080204" pitchFamily="34" charset="-128"/>
              </a:rPr>
              <a:t>Naming</a:t>
            </a:r>
            <a:r>
              <a:rPr lang="en-US" altLang="sk-SK">
                <a:ea typeface="ＭＳ Ｐゴシック" panose="020B0600070205080204" pitchFamily="34" charset="-128"/>
              </a:rPr>
              <a:t> – mapping between logical and physical objects</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b="1">
                <a:solidFill>
                  <a:srgbClr val="3366FF"/>
                </a:solidFill>
                <a:ea typeface="ＭＳ Ｐゴシック" panose="020B0600070205080204" pitchFamily="34" charset="-128"/>
              </a:rPr>
              <a:t>Multilevel mapping</a:t>
            </a:r>
            <a:r>
              <a:rPr lang="en-US" altLang="sk-SK">
                <a:solidFill>
                  <a:srgbClr val="3366FF"/>
                </a:solidFill>
                <a:ea typeface="ＭＳ Ｐゴシック" panose="020B0600070205080204" pitchFamily="34" charset="-128"/>
              </a:rPr>
              <a:t> </a:t>
            </a:r>
            <a:r>
              <a:rPr lang="en-US" altLang="sk-SK">
                <a:ea typeface="ＭＳ Ｐゴシック" panose="020B0600070205080204" pitchFamily="34" charset="-128"/>
              </a:rPr>
              <a:t>– abstraction of a file that hides the details of how and where on the disk the file is actually stored</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A </a:t>
            </a:r>
            <a:r>
              <a:rPr lang="en-US" altLang="sk-SK" b="1">
                <a:solidFill>
                  <a:srgbClr val="3366FF"/>
                </a:solidFill>
                <a:ea typeface="ＭＳ Ｐゴシック" panose="020B0600070205080204" pitchFamily="34" charset="-128"/>
              </a:rPr>
              <a:t>transparent</a:t>
            </a:r>
            <a:r>
              <a:rPr lang="en-US" altLang="sk-SK">
                <a:ea typeface="ＭＳ Ｐゴシック" panose="020B0600070205080204" pitchFamily="34" charset="-128"/>
              </a:rPr>
              <a:t> DFS hides the location where in the network the file is stored</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a:ea typeface="ＭＳ Ｐゴシック" panose="020B0600070205080204" pitchFamily="34" charset="-128"/>
              </a:rPr>
              <a:t>For a file being </a:t>
            </a:r>
            <a:r>
              <a:rPr lang="en-US" altLang="sk-SK" b="1">
                <a:solidFill>
                  <a:srgbClr val="3366FF"/>
                </a:solidFill>
                <a:ea typeface="ＭＳ Ｐゴシック" panose="020B0600070205080204" pitchFamily="34" charset="-128"/>
              </a:rPr>
              <a:t>replicated</a:t>
            </a:r>
            <a:r>
              <a:rPr lang="en-US" altLang="sk-SK">
                <a:ea typeface="ＭＳ Ｐゴシック" panose="020B0600070205080204" pitchFamily="34" charset="-128"/>
              </a:rPr>
              <a:t> in several sites, the mapping returns a set of the locations of this file</a:t>
            </a:r>
            <a:r>
              <a:rPr lang="en-US" altLang="en-US">
                <a:ea typeface="ＭＳ Ｐゴシック" panose="020B0600070205080204" pitchFamily="34" charset="-128"/>
              </a:rPr>
              <a:t>’</a:t>
            </a:r>
            <a:r>
              <a:rPr lang="en-US" altLang="ja-JP">
                <a:ea typeface="ＭＳ Ｐゴシック" panose="020B0600070205080204" pitchFamily="34" charset="-128"/>
              </a:rPr>
              <a:t>s replicas; </a:t>
            </a:r>
            <a:r>
              <a:rPr lang="en-US" altLang="ja-JP">
                <a:solidFill>
                  <a:schemeClr val="accent1"/>
                </a:solidFill>
                <a:ea typeface="ＭＳ Ｐゴシック" panose="020B0600070205080204" pitchFamily="34" charset="-128"/>
              </a:rPr>
              <a:t>both the existence of multiple copies and their location are hidden</a:t>
            </a:r>
            <a:endParaRPr lang="en-US" altLang="sk-SK">
              <a:solidFill>
                <a:schemeClr val="accent1"/>
              </a:solidFill>
              <a:ea typeface="ＭＳ Ｐゴシック" panose="020B0600070205080204" pitchFamily="34" charset="-128"/>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E4AA7669-45BE-BF8A-AB74-F53986C1BB48}"/>
              </a:ext>
            </a:extLst>
          </p:cNvPr>
          <p:cNvSpPr>
            <a:spLocks noGrp="1" noChangeArrowheads="1"/>
          </p:cNvSpPr>
          <p:nvPr>
            <p:ph type="title"/>
          </p:nvPr>
        </p:nvSpPr>
        <p:spPr/>
        <p:txBody>
          <a:bodyPr/>
          <a:lstStyle/>
          <a:p>
            <a:pPr eaLnBrk="1" hangingPunct="1"/>
            <a:r>
              <a:rPr lang="en-US" altLang="sk-SK" dirty="0">
                <a:ea typeface="ＭＳ Ｐゴシック" panose="020B0600070205080204" pitchFamily="34" charset="-128"/>
              </a:rPr>
              <a:t>Naming Structures </a:t>
            </a:r>
          </a:p>
        </p:txBody>
      </p:sp>
      <p:sp>
        <p:nvSpPr>
          <p:cNvPr id="76802" name="Rectangle 3">
            <a:extLst>
              <a:ext uri="{FF2B5EF4-FFF2-40B4-BE49-F238E27FC236}">
                <a16:creationId xmlns:a16="http://schemas.microsoft.com/office/drawing/2014/main" id="{C2C9858F-C0C0-651C-BF43-343EB6FA32E8}"/>
              </a:ext>
            </a:extLst>
          </p:cNvPr>
          <p:cNvSpPr>
            <a:spLocks noGrp="1" noChangeArrowheads="1"/>
          </p:cNvSpPr>
          <p:nvPr>
            <p:ph type="body" idx="1"/>
          </p:nvPr>
        </p:nvSpPr>
        <p:spPr>
          <a:xfrm>
            <a:off x="819150" y="1246188"/>
            <a:ext cx="7677150" cy="4467225"/>
          </a:xfrm>
        </p:spPr>
        <p:txBody>
          <a:bodyPr/>
          <a:lstStyle/>
          <a:p>
            <a:r>
              <a:rPr lang="en-US" altLang="sk-SK" b="1" dirty="0">
                <a:solidFill>
                  <a:srgbClr val="3366FF"/>
                </a:solidFill>
                <a:ea typeface="ＭＳ Ｐゴシック" panose="020B0600070205080204" pitchFamily="34" charset="-128"/>
              </a:rPr>
              <a:t>Location transparency</a:t>
            </a:r>
            <a:r>
              <a:rPr lang="en-US" altLang="sk-SK" dirty="0">
                <a:solidFill>
                  <a:srgbClr val="3366FF"/>
                </a:solidFill>
                <a:ea typeface="ＭＳ Ｐゴシック" panose="020B0600070205080204" pitchFamily="34" charset="-128"/>
              </a:rPr>
              <a:t> </a:t>
            </a:r>
            <a:r>
              <a:rPr lang="en-US" altLang="sk-SK" dirty="0">
                <a:ea typeface="ＭＳ Ｐゴシック" panose="020B0600070205080204" pitchFamily="34" charset="-128"/>
              </a:rPr>
              <a:t>–  file name does not reveal the file</a:t>
            </a:r>
            <a:r>
              <a:rPr lang="ja-JP" altLang="en-US">
                <a:ea typeface="ＭＳ Ｐゴシック" panose="020B0600070205080204" pitchFamily="34" charset="-128"/>
              </a:rPr>
              <a:t>’</a:t>
            </a:r>
            <a:r>
              <a:rPr lang="en-US" altLang="ja-JP" dirty="0">
                <a:ea typeface="ＭＳ Ｐゴシック" panose="020B0600070205080204" pitchFamily="34" charset="-128"/>
              </a:rPr>
              <a:t>s physical storage location</a:t>
            </a:r>
          </a:p>
          <a:p>
            <a:pPr lvl="1">
              <a:buFont typeface="Monotype Sorts" pitchFamily="2" charset="2"/>
              <a:buNone/>
            </a:pPr>
            <a:endParaRPr lang="en-US" altLang="sk-SK" dirty="0">
              <a:ea typeface="ＭＳ Ｐゴシック" panose="020B0600070205080204" pitchFamily="34" charset="-128"/>
            </a:endParaRPr>
          </a:p>
          <a:p>
            <a:r>
              <a:rPr lang="en-US" altLang="sk-SK" b="1" dirty="0">
                <a:solidFill>
                  <a:srgbClr val="3366FF"/>
                </a:solidFill>
                <a:ea typeface="ＭＳ Ｐゴシック" panose="020B0600070205080204" pitchFamily="34" charset="-128"/>
              </a:rPr>
              <a:t>Location independence</a:t>
            </a:r>
            <a:r>
              <a:rPr lang="en-US" altLang="sk-SK" dirty="0">
                <a:solidFill>
                  <a:srgbClr val="3366FF"/>
                </a:solidFill>
                <a:ea typeface="ＭＳ Ｐゴシック" panose="020B0600070205080204" pitchFamily="34" charset="-128"/>
              </a:rPr>
              <a:t> </a:t>
            </a:r>
            <a:r>
              <a:rPr lang="en-US" altLang="sk-SK" dirty="0">
                <a:ea typeface="ＭＳ Ｐゴシック" panose="020B0600070205080204" pitchFamily="34" charset="-128"/>
              </a:rPr>
              <a:t>– file name does not need to be changed when the file</a:t>
            </a:r>
            <a:r>
              <a:rPr lang="ja-JP" altLang="en-US">
                <a:ea typeface="ＭＳ Ｐゴシック" panose="020B0600070205080204" pitchFamily="34" charset="-128"/>
              </a:rPr>
              <a:t>’</a:t>
            </a:r>
            <a:r>
              <a:rPr lang="en-US" altLang="ja-JP" dirty="0">
                <a:ea typeface="ＭＳ Ｐゴシック" panose="020B0600070205080204" pitchFamily="34" charset="-128"/>
              </a:rPr>
              <a:t>s physical storage location changes </a:t>
            </a:r>
          </a:p>
          <a:p>
            <a:endParaRPr lang="en-US" altLang="sk-SK" dirty="0">
              <a:ea typeface="ＭＳ Ｐゴシック" panose="020B0600070205080204" pitchFamily="34" charset="-128"/>
            </a:endParaRPr>
          </a:p>
          <a:p>
            <a:pPr algn="just"/>
            <a:r>
              <a:rPr lang="sk-SK" b="0" i="0" dirty="0">
                <a:solidFill>
                  <a:srgbClr val="000000"/>
                </a:solidFill>
                <a:effectLst/>
                <a:latin typeface="Verdana" panose="020B0604030504040204" pitchFamily="34" charset="0"/>
              </a:rPr>
              <a:t>Both </a:t>
            </a:r>
            <a:r>
              <a:rPr lang="sk-SK" b="0" i="0" dirty="0" err="1">
                <a:solidFill>
                  <a:srgbClr val="000000"/>
                </a:solidFill>
                <a:effectLst/>
                <a:latin typeface="Verdana" panose="020B0604030504040204" pitchFamily="34" charset="0"/>
              </a:rPr>
              <a:t>definitions</a:t>
            </a:r>
            <a:r>
              <a:rPr lang="sk-SK" b="0" i="0" dirty="0">
                <a:solidFill>
                  <a:srgbClr val="000000"/>
                </a:solidFill>
                <a:effectLst/>
                <a:latin typeface="Verdana" panose="020B0604030504040204" pitchFamily="34" charset="0"/>
              </a:rPr>
              <a:t> are </a:t>
            </a:r>
            <a:r>
              <a:rPr lang="sk-SK" b="0" i="0" dirty="0" err="1">
                <a:solidFill>
                  <a:srgbClr val="000000"/>
                </a:solidFill>
                <a:effectLst/>
                <a:latin typeface="Verdana" panose="020B0604030504040204" pitchFamily="34" charset="0"/>
              </a:rPr>
              <a:t>relative</a:t>
            </a:r>
            <a:r>
              <a:rPr lang="sk-SK" b="0" i="0" dirty="0">
                <a:solidFill>
                  <a:srgbClr val="000000"/>
                </a:solidFill>
                <a:effectLst/>
                <a:latin typeface="Verdana" panose="020B0604030504040204" pitchFamily="34" charset="0"/>
              </a:rPr>
              <a:t> to </a:t>
            </a:r>
            <a:r>
              <a:rPr lang="sk-SK" b="0" i="0" dirty="0" err="1">
                <a:solidFill>
                  <a:srgbClr val="000000"/>
                </a:solidFill>
                <a:effectLst/>
                <a:latin typeface="Verdana" panose="020B0604030504040204" pitchFamily="34" charset="0"/>
              </a:rPr>
              <a:t>the</a:t>
            </a:r>
            <a:r>
              <a:rPr lang="sk-SK" b="0" i="0" dirty="0">
                <a:solidFill>
                  <a:srgbClr val="000000"/>
                </a:solidFill>
                <a:effectLst/>
                <a:latin typeface="Verdana" panose="020B0604030504040204" pitchFamily="34" charset="0"/>
              </a:rPr>
              <a:t> level of </a:t>
            </a:r>
            <a:r>
              <a:rPr lang="sk-SK" b="0" i="0" dirty="0" err="1">
                <a:solidFill>
                  <a:srgbClr val="000000"/>
                </a:solidFill>
                <a:effectLst/>
                <a:latin typeface="Verdana" panose="020B0604030504040204" pitchFamily="34" charset="0"/>
              </a:rPr>
              <a:t>naming</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discussed</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previously</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since</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files</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have</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different</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names</a:t>
            </a:r>
            <a:r>
              <a:rPr lang="sk-SK" b="0" i="0" dirty="0">
                <a:solidFill>
                  <a:srgbClr val="000000"/>
                </a:solidFill>
                <a:effectLst/>
                <a:latin typeface="Verdana" panose="020B0604030504040204" pitchFamily="34" charset="0"/>
              </a:rPr>
              <a:t> at </a:t>
            </a:r>
            <a:r>
              <a:rPr lang="sk-SK" b="0" i="0" dirty="0" err="1">
                <a:solidFill>
                  <a:srgbClr val="000000"/>
                </a:solidFill>
                <a:effectLst/>
                <a:latin typeface="Verdana" panose="020B0604030504040204" pitchFamily="34" charset="0"/>
              </a:rPr>
              <a:t>different</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levels</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that</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is</a:t>
            </a:r>
            <a:r>
              <a:rPr lang="sk-SK" b="0" i="0" dirty="0">
                <a:solidFill>
                  <a:srgbClr val="000000"/>
                </a:solidFill>
                <a:effectLst/>
                <a:latin typeface="Verdana" panose="020B0604030504040204" pitchFamily="34" charset="0"/>
              </a:rPr>
              <a:t>, user-level </a:t>
            </a:r>
            <a:r>
              <a:rPr lang="sk-SK" b="0" i="0" dirty="0" err="1">
                <a:solidFill>
                  <a:srgbClr val="000000"/>
                </a:solidFill>
                <a:effectLst/>
                <a:latin typeface="Verdana" panose="020B0604030504040204" pitchFamily="34" charset="0"/>
              </a:rPr>
              <a:t>textual</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names</a:t>
            </a:r>
            <a:r>
              <a:rPr lang="sk-SK" b="0" i="0" dirty="0">
                <a:solidFill>
                  <a:srgbClr val="000000"/>
                </a:solidFill>
                <a:effectLst/>
                <a:latin typeface="Verdana" panose="020B0604030504040204" pitchFamily="34" charset="0"/>
              </a:rPr>
              <a:t> and </a:t>
            </a:r>
            <a:r>
              <a:rPr lang="sk-SK" b="0" i="0" dirty="0" err="1">
                <a:solidFill>
                  <a:srgbClr val="000000"/>
                </a:solidFill>
                <a:effectLst/>
                <a:latin typeface="Verdana" panose="020B0604030504040204" pitchFamily="34" charset="0"/>
              </a:rPr>
              <a:t>system</a:t>
            </a:r>
            <a:r>
              <a:rPr lang="sk-SK" b="0" i="0" dirty="0">
                <a:solidFill>
                  <a:srgbClr val="000000"/>
                </a:solidFill>
                <a:effectLst/>
                <a:latin typeface="Verdana" panose="020B0604030504040204" pitchFamily="34" charset="0"/>
              </a:rPr>
              <a:t>-level </a:t>
            </a:r>
            <a:r>
              <a:rPr lang="sk-SK" b="0" i="0" dirty="0" err="1">
                <a:solidFill>
                  <a:srgbClr val="000000"/>
                </a:solidFill>
                <a:effectLst/>
                <a:latin typeface="Verdana" panose="020B0604030504040204" pitchFamily="34" charset="0"/>
              </a:rPr>
              <a:t>numerical</a:t>
            </a:r>
            <a:r>
              <a:rPr lang="sk-SK" b="0" i="0" dirty="0">
                <a:solidFill>
                  <a:srgbClr val="000000"/>
                </a:solidFill>
                <a:effectLst/>
                <a:latin typeface="Verdana" panose="020B0604030504040204" pitchFamily="34" charset="0"/>
              </a:rPr>
              <a:t> </a:t>
            </a:r>
            <a:r>
              <a:rPr lang="sk-SK" b="0" i="0" dirty="0" err="1">
                <a:solidFill>
                  <a:srgbClr val="000000"/>
                </a:solidFill>
                <a:effectLst/>
                <a:latin typeface="Verdana" panose="020B0604030504040204" pitchFamily="34" charset="0"/>
              </a:rPr>
              <a:t>identifiers</a:t>
            </a:r>
            <a:r>
              <a:rPr lang="sk-SK" b="0" i="0" dirty="0">
                <a:solidFill>
                  <a:srgbClr val="000000"/>
                </a:solidFill>
                <a:effectLst/>
                <a:latin typeface="Verdana" panose="020B0604030504040204" pitchFamily="34" charset="0"/>
              </a:rPr>
              <a:t>).</a:t>
            </a:r>
          </a:p>
          <a:p>
            <a:endParaRPr lang="en-US" altLang="sk-SK" dirty="0">
              <a:ea typeface="ＭＳ Ｐゴシック" panose="020B0600070205080204" pitchFamily="34" charset="-128"/>
            </a:endParaRPr>
          </a:p>
        </p:txBody>
      </p:sp>
      <p:sp>
        <p:nvSpPr>
          <p:cNvPr id="2" name="Šípka doprava 1">
            <a:extLst>
              <a:ext uri="{FF2B5EF4-FFF2-40B4-BE49-F238E27FC236}">
                <a16:creationId xmlns:a16="http://schemas.microsoft.com/office/drawing/2014/main" id="{03F7D14E-FA6D-E5F1-A306-3C6B202CAD7C}"/>
              </a:ext>
            </a:extLst>
          </p:cNvPr>
          <p:cNvSpPr/>
          <p:nvPr/>
        </p:nvSpPr>
        <p:spPr bwMode="auto">
          <a:xfrm>
            <a:off x="457200" y="1321905"/>
            <a:ext cx="357808" cy="272153"/>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sk-SK" sz="1800" b="0" i="0" u="none" strike="noStrike" cap="none" normalizeH="0" baseline="0">
              <a:ln>
                <a:noFill/>
              </a:ln>
              <a:solidFill>
                <a:schemeClr val="tx1"/>
              </a:solidFill>
              <a:effectLst/>
              <a:latin typeface="Verdana"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8083FAD6-8779-0496-C391-7A2D8060BA61}"/>
              </a:ext>
            </a:extLst>
          </p:cNvPr>
          <p:cNvSpPr>
            <a:spLocks noGrp="1" noChangeArrowheads="1"/>
          </p:cNvSpPr>
          <p:nvPr>
            <p:ph type="title"/>
          </p:nvPr>
        </p:nvSpPr>
        <p:spPr>
          <a:xfrm>
            <a:off x="1184275" y="412750"/>
            <a:ext cx="7924800" cy="457200"/>
          </a:xfrm>
        </p:spPr>
        <p:txBody>
          <a:bodyPr/>
          <a:lstStyle/>
          <a:p>
            <a:pPr eaLnBrk="1" hangingPunct="1"/>
            <a:r>
              <a:rPr lang="en-US" altLang="sk-SK" sz="2800">
                <a:ea typeface="ＭＳ Ｐゴシック" panose="020B0600070205080204" pitchFamily="34" charset="-128"/>
              </a:rPr>
              <a:t>Naming Schemes — Three Main Approaches </a:t>
            </a:r>
          </a:p>
        </p:txBody>
      </p:sp>
      <p:sp>
        <p:nvSpPr>
          <p:cNvPr id="78850" name="Rectangle 3">
            <a:extLst>
              <a:ext uri="{FF2B5EF4-FFF2-40B4-BE49-F238E27FC236}">
                <a16:creationId xmlns:a16="http://schemas.microsoft.com/office/drawing/2014/main" id="{897B2FB6-973D-D715-2259-F7A7DEE58172}"/>
              </a:ext>
            </a:extLst>
          </p:cNvPr>
          <p:cNvSpPr>
            <a:spLocks noGrp="1" noChangeArrowheads="1"/>
          </p:cNvSpPr>
          <p:nvPr>
            <p:ph type="body" idx="1"/>
          </p:nvPr>
        </p:nvSpPr>
        <p:spPr>
          <a:xfrm>
            <a:off x="815975" y="1303338"/>
            <a:ext cx="7700963" cy="4483100"/>
          </a:xfrm>
        </p:spPr>
        <p:txBody>
          <a:bodyPr/>
          <a:lstStyle/>
          <a:p>
            <a:r>
              <a:rPr lang="en-US" altLang="sk-SK" dirty="0">
                <a:ea typeface="ＭＳ Ｐゴシック" panose="020B0600070205080204" pitchFamily="34" charset="-128"/>
              </a:rPr>
              <a:t>Files named by combination of their </a:t>
            </a:r>
            <a:r>
              <a:rPr lang="en-US" altLang="sk-SK" b="1" dirty="0">
                <a:ea typeface="ＭＳ Ｐゴシック" panose="020B0600070205080204" pitchFamily="34" charset="-128"/>
              </a:rPr>
              <a:t>host name </a:t>
            </a:r>
            <a:r>
              <a:rPr lang="en-US" altLang="sk-SK" dirty="0">
                <a:ea typeface="ＭＳ Ｐゴシック" panose="020B0600070205080204" pitchFamily="34" charset="-128"/>
              </a:rPr>
              <a:t>and </a:t>
            </a:r>
            <a:r>
              <a:rPr lang="en-US" altLang="sk-SK" b="1" dirty="0">
                <a:ea typeface="ＭＳ Ｐゴシック" panose="020B0600070205080204" pitchFamily="34" charset="-128"/>
              </a:rPr>
              <a:t>local name</a:t>
            </a:r>
            <a:r>
              <a:rPr lang="en-US" altLang="sk-SK" dirty="0">
                <a:ea typeface="ＭＳ Ｐゴシック" panose="020B0600070205080204" pitchFamily="34" charset="-128"/>
              </a:rPr>
              <a:t>; guarantees a unique system-wide name</a:t>
            </a:r>
          </a:p>
          <a:p>
            <a:r>
              <a:rPr lang="en-US" altLang="sk-SK" b="1" dirty="0">
                <a:ea typeface="ＭＳ Ｐゴシック" panose="020B0600070205080204" pitchFamily="34" charset="-128"/>
              </a:rPr>
              <a:t>Attach remote directories to local directories</a:t>
            </a:r>
            <a:r>
              <a:rPr lang="en-US" altLang="sk-SK" dirty="0">
                <a:ea typeface="ＭＳ Ｐゴシック" panose="020B0600070205080204" pitchFamily="34" charset="-128"/>
              </a:rPr>
              <a:t>, giving the appearance of a coherent directory tree; only previously mounted remote directories can be accessed transparently</a:t>
            </a:r>
          </a:p>
          <a:p>
            <a:r>
              <a:rPr lang="en-US" altLang="sk-SK" dirty="0">
                <a:ea typeface="ＭＳ Ｐゴシック" panose="020B0600070205080204" pitchFamily="34" charset="-128"/>
              </a:rPr>
              <a:t>Total integration of the component file systems</a:t>
            </a:r>
          </a:p>
          <a:p>
            <a:pPr lvl="1"/>
            <a:r>
              <a:rPr lang="en-US" altLang="sk-SK" b="1" dirty="0">
                <a:ea typeface="ＭＳ Ｐゴシック" panose="020B0600070205080204" pitchFamily="34" charset="-128"/>
              </a:rPr>
              <a:t>A single global name </a:t>
            </a:r>
            <a:r>
              <a:rPr lang="en-US" altLang="sk-SK" dirty="0">
                <a:ea typeface="ＭＳ Ｐゴシック" panose="020B0600070205080204" pitchFamily="34" charset="-128"/>
              </a:rPr>
              <a:t>structure spans all the files in the system</a:t>
            </a:r>
          </a:p>
          <a:p>
            <a:pPr lvl="1"/>
            <a:r>
              <a:rPr lang="en-US" altLang="sk-SK" dirty="0">
                <a:ea typeface="ＭＳ Ｐゴシック" panose="020B0600070205080204" pitchFamily="34" charset="-128"/>
              </a:rPr>
              <a:t>If a server is unavailable, some arbitrary set of directories on different machines also becomes unavailable </a:t>
            </a:r>
          </a:p>
          <a:p>
            <a:r>
              <a:rPr lang="en-US" altLang="sk-SK" dirty="0">
                <a:ea typeface="ＭＳ Ｐゴシック" panose="020B0600070205080204" pitchFamily="34" charset="-128"/>
              </a:rPr>
              <a:t>In practice most DFSs use static, location-transparent mapping for user-level names</a:t>
            </a:r>
          </a:p>
          <a:p>
            <a:pPr lvl="1"/>
            <a:r>
              <a:rPr lang="en-US" altLang="sk-SK" dirty="0">
                <a:ea typeface="ＭＳ Ｐゴシック" panose="020B0600070205080204" pitchFamily="34" charset="-128"/>
              </a:rPr>
              <a:t>Some support file migration</a:t>
            </a:r>
          </a:p>
          <a:p>
            <a:pPr lvl="1"/>
            <a:r>
              <a:rPr lang="en-US" altLang="sk-SK" dirty="0">
                <a:ea typeface="ＭＳ Ｐゴシック" panose="020B0600070205080204" pitchFamily="34" charset="-128"/>
              </a:rPr>
              <a:t>Hadoop supports file migration but without following POSIX standards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95749887-A761-F374-ACC5-FA43CCEDAD06}"/>
              </a:ext>
            </a:extLst>
          </p:cNvPr>
          <p:cNvSpPr>
            <a:spLocks noGrp="1" noChangeArrowheads="1"/>
          </p:cNvSpPr>
          <p:nvPr>
            <p:ph type="title"/>
          </p:nvPr>
        </p:nvSpPr>
        <p:spPr>
          <a:xfrm>
            <a:off x="787400" y="277813"/>
            <a:ext cx="7899400" cy="576262"/>
          </a:xfrm>
        </p:spPr>
        <p:txBody>
          <a:bodyPr/>
          <a:lstStyle/>
          <a:p>
            <a:pPr eaLnBrk="1" hangingPunct="1"/>
            <a:r>
              <a:rPr lang="en-US" altLang="sk-SK">
                <a:ea typeface="ＭＳ Ｐゴシック" panose="020B0600070205080204" pitchFamily="34" charset="-128"/>
              </a:rPr>
              <a:t>Remote File Access </a:t>
            </a:r>
          </a:p>
        </p:txBody>
      </p:sp>
      <p:sp>
        <p:nvSpPr>
          <p:cNvPr id="80898" name="Rectangle 3">
            <a:extLst>
              <a:ext uri="{FF2B5EF4-FFF2-40B4-BE49-F238E27FC236}">
                <a16:creationId xmlns:a16="http://schemas.microsoft.com/office/drawing/2014/main" id="{C2B602AC-5B70-157B-4C30-7313702D2A9B}"/>
              </a:ext>
            </a:extLst>
          </p:cNvPr>
          <p:cNvSpPr>
            <a:spLocks noGrp="1" noChangeArrowheads="1"/>
          </p:cNvSpPr>
          <p:nvPr>
            <p:ph type="body" idx="1"/>
          </p:nvPr>
        </p:nvSpPr>
        <p:spPr>
          <a:xfrm>
            <a:off x="815975" y="1303338"/>
            <a:ext cx="7712075" cy="4846637"/>
          </a:xfrm>
        </p:spPr>
        <p:txBody>
          <a:bodyPr/>
          <a:lstStyle/>
          <a:p>
            <a:r>
              <a:rPr lang="en-US" altLang="sk-SK" b="1">
                <a:solidFill>
                  <a:srgbClr val="3366FF"/>
                </a:solidFill>
                <a:ea typeface="ＭＳ Ｐゴシック" panose="020B0600070205080204" pitchFamily="34" charset="-128"/>
              </a:rPr>
              <a:t>Remote-service mechanism</a:t>
            </a:r>
            <a:r>
              <a:rPr lang="en-US" altLang="sk-SK">
                <a:solidFill>
                  <a:srgbClr val="3366FF"/>
                </a:solidFill>
                <a:ea typeface="ＭＳ Ｐゴシック" panose="020B0600070205080204" pitchFamily="34" charset="-128"/>
              </a:rPr>
              <a:t> </a:t>
            </a:r>
            <a:r>
              <a:rPr lang="en-US" altLang="sk-SK">
                <a:ea typeface="ＭＳ Ｐゴシック" panose="020B0600070205080204" pitchFamily="34" charset="-128"/>
              </a:rPr>
              <a:t>is one transfer approach</a:t>
            </a:r>
          </a:p>
          <a:p>
            <a:endParaRPr lang="en-US" altLang="sk-SK">
              <a:ea typeface="ＭＳ Ｐゴシック" panose="020B0600070205080204" pitchFamily="34" charset="-128"/>
            </a:endParaRPr>
          </a:p>
          <a:p>
            <a:r>
              <a:rPr lang="en-US" altLang="sk-SK">
                <a:ea typeface="ＭＳ Ｐゴシック" panose="020B0600070205080204" pitchFamily="34" charset="-128"/>
              </a:rPr>
              <a:t>Reduce network traffic by retaining recently accessed disk blocks in a cache, so that repeated accesses to the same information can be handled locally</a:t>
            </a:r>
          </a:p>
          <a:p>
            <a:pPr lvl="1"/>
            <a:r>
              <a:rPr lang="en-US" altLang="sk-SK">
                <a:ea typeface="ＭＳ Ｐゴシック" panose="020B0600070205080204" pitchFamily="34" charset="-128"/>
              </a:rPr>
              <a:t>If needed data not already cached, a copy of data is brought from the server to the user</a:t>
            </a:r>
          </a:p>
          <a:p>
            <a:pPr lvl="1"/>
            <a:r>
              <a:rPr lang="en-US" altLang="sk-SK">
                <a:ea typeface="ＭＳ Ｐゴシック" panose="020B0600070205080204" pitchFamily="34" charset="-128"/>
              </a:rPr>
              <a:t>Accesses are performed on the cached copy</a:t>
            </a:r>
          </a:p>
          <a:p>
            <a:pPr lvl="1"/>
            <a:r>
              <a:rPr lang="en-US" altLang="sk-SK">
                <a:ea typeface="ＭＳ Ｐゴシック" panose="020B0600070205080204" pitchFamily="34" charset="-128"/>
              </a:rPr>
              <a:t>Files identified with one master copy residing at the server machine, but copies of (parts of) the file are scattered in different caches</a:t>
            </a:r>
          </a:p>
          <a:p>
            <a:pPr lvl="1"/>
            <a:r>
              <a:rPr lang="en-US" altLang="sk-SK" b="1">
                <a:solidFill>
                  <a:srgbClr val="3366FF"/>
                </a:solidFill>
                <a:ea typeface="ＭＳ Ｐゴシック" panose="020B0600070205080204" pitchFamily="34" charset="-128"/>
              </a:rPr>
              <a:t>Cache-consistency problem</a:t>
            </a:r>
            <a:r>
              <a:rPr lang="en-US" altLang="sk-SK">
                <a:solidFill>
                  <a:srgbClr val="3366FF"/>
                </a:solidFill>
                <a:ea typeface="ＭＳ Ｐゴシック" panose="020B0600070205080204" pitchFamily="34" charset="-128"/>
              </a:rPr>
              <a:t> </a:t>
            </a:r>
            <a:r>
              <a:rPr lang="en-US" altLang="sk-SK">
                <a:ea typeface="ＭＳ Ｐゴシック" panose="020B0600070205080204" pitchFamily="34" charset="-128"/>
              </a:rPr>
              <a:t>– keeping the cached copies consistent with the master file</a:t>
            </a:r>
          </a:p>
          <a:p>
            <a:pPr lvl="2"/>
            <a:r>
              <a:rPr lang="en-US" altLang="sk-SK">
                <a:ea typeface="ＭＳ Ｐゴシック" panose="020B0600070205080204" pitchFamily="34" charset="-128"/>
              </a:rPr>
              <a:t>Could be called </a:t>
            </a:r>
            <a:r>
              <a:rPr lang="en-US" altLang="sk-SK" b="1">
                <a:solidFill>
                  <a:srgbClr val="3366FF"/>
                </a:solidFill>
                <a:ea typeface="ＭＳ Ｐゴシック" panose="020B0600070205080204" pitchFamily="34" charset="-128"/>
              </a:rPr>
              <a:t>network virtual memory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D88AA096-A8FE-5819-9645-951A820A434F}"/>
              </a:ext>
            </a:extLst>
          </p:cNvPr>
          <p:cNvSpPr>
            <a:spLocks noGrp="1" noChangeArrowheads="1"/>
          </p:cNvSpPr>
          <p:nvPr>
            <p:ph type="title"/>
          </p:nvPr>
        </p:nvSpPr>
        <p:spPr>
          <a:xfrm>
            <a:off x="846138" y="277813"/>
            <a:ext cx="7958137" cy="571500"/>
          </a:xfrm>
        </p:spPr>
        <p:txBody>
          <a:bodyPr/>
          <a:lstStyle/>
          <a:p>
            <a:pPr eaLnBrk="1" hangingPunct="1"/>
            <a:r>
              <a:rPr lang="en-US" altLang="sk-SK" sz="3000">
                <a:ea typeface="ＭＳ Ｐゴシック" panose="020B0600070205080204" pitchFamily="34" charset="-128"/>
              </a:rPr>
              <a:t>Cache Location – Disk vs. Main Memory</a:t>
            </a:r>
          </a:p>
        </p:txBody>
      </p:sp>
      <p:sp>
        <p:nvSpPr>
          <p:cNvPr id="82946" name="Rectangle 3">
            <a:extLst>
              <a:ext uri="{FF2B5EF4-FFF2-40B4-BE49-F238E27FC236}">
                <a16:creationId xmlns:a16="http://schemas.microsoft.com/office/drawing/2014/main" id="{80969DDD-263C-5ADE-AE88-200EF20A3D90}"/>
              </a:ext>
            </a:extLst>
          </p:cNvPr>
          <p:cNvSpPr>
            <a:spLocks noGrp="1" noChangeArrowheads="1"/>
          </p:cNvSpPr>
          <p:nvPr>
            <p:ph type="body" idx="1"/>
          </p:nvPr>
        </p:nvSpPr>
        <p:spPr>
          <a:xfrm>
            <a:off x="815975" y="1303338"/>
            <a:ext cx="7351713" cy="4483100"/>
          </a:xfrm>
        </p:spPr>
        <p:txBody>
          <a:bodyPr/>
          <a:lstStyle/>
          <a:p>
            <a:r>
              <a:rPr lang="en-US" altLang="sk-SK">
                <a:ea typeface="ＭＳ Ｐゴシック" panose="020B0600070205080204" pitchFamily="34" charset="-128"/>
              </a:rPr>
              <a:t>Advantages of disk caches</a:t>
            </a:r>
          </a:p>
          <a:p>
            <a:pPr lvl="1"/>
            <a:r>
              <a:rPr lang="en-US" altLang="sk-SK">
                <a:ea typeface="ＭＳ Ｐゴシック" panose="020B0600070205080204" pitchFamily="34" charset="-128"/>
              </a:rPr>
              <a:t>More reliable</a:t>
            </a:r>
          </a:p>
          <a:p>
            <a:pPr lvl="1"/>
            <a:r>
              <a:rPr lang="en-US" altLang="sk-SK">
                <a:ea typeface="ＭＳ Ｐゴシック" panose="020B0600070205080204" pitchFamily="34" charset="-128"/>
              </a:rPr>
              <a:t>Cached data kept on disk are still there during recovery and don</a:t>
            </a:r>
            <a:r>
              <a:rPr lang="ja-JP" altLang="en-US">
                <a:ea typeface="ＭＳ Ｐゴシック" panose="020B0600070205080204" pitchFamily="34" charset="-128"/>
              </a:rPr>
              <a:t>’</a:t>
            </a:r>
            <a:r>
              <a:rPr lang="en-US" altLang="ja-JP">
                <a:ea typeface="ＭＳ Ｐゴシック" panose="020B0600070205080204" pitchFamily="34" charset="-128"/>
              </a:rPr>
              <a:t>t need to be fetched again</a:t>
            </a:r>
            <a:br>
              <a:rPr lang="en-US" altLang="ja-JP">
                <a:ea typeface="ＭＳ Ｐゴシック" panose="020B0600070205080204" pitchFamily="34" charset="-128"/>
              </a:rPr>
            </a:br>
            <a:endParaRPr lang="en-US" altLang="ja-JP">
              <a:ea typeface="ＭＳ Ｐゴシック" panose="020B0600070205080204" pitchFamily="34" charset="-128"/>
            </a:endParaRPr>
          </a:p>
          <a:p>
            <a:r>
              <a:rPr lang="en-US" altLang="sk-SK">
                <a:ea typeface="ＭＳ Ｐゴシック" panose="020B0600070205080204" pitchFamily="34" charset="-128"/>
              </a:rPr>
              <a:t>Advantages of main-memory caches:</a:t>
            </a:r>
          </a:p>
          <a:p>
            <a:pPr lvl="1"/>
            <a:r>
              <a:rPr lang="en-US" altLang="sk-SK">
                <a:ea typeface="ＭＳ Ｐゴシック" panose="020B0600070205080204" pitchFamily="34" charset="-128"/>
              </a:rPr>
              <a:t>Permit workstations to be diskless</a:t>
            </a:r>
          </a:p>
          <a:p>
            <a:pPr lvl="1"/>
            <a:r>
              <a:rPr lang="en-US" altLang="sk-SK">
                <a:ea typeface="ＭＳ Ｐゴシック" panose="020B0600070205080204" pitchFamily="34" charset="-128"/>
              </a:rPr>
              <a:t>Data can be accessed more quickly</a:t>
            </a:r>
          </a:p>
          <a:p>
            <a:pPr lvl="1"/>
            <a:r>
              <a:rPr lang="en-US" altLang="sk-SK">
                <a:ea typeface="ＭＳ Ｐゴシック" panose="020B0600070205080204" pitchFamily="34" charset="-128"/>
              </a:rPr>
              <a:t>Performance speedup in bigger memories</a:t>
            </a:r>
          </a:p>
          <a:p>
            <a:pPr lvl="1"/>
            <a:r>
              <a:rPr lang="en-US" altLang="sk-SK">
                <a:ea typeface="ＭＳ Ｐゴシック" panose="020B0600070205080204" pitchFamily="34" charset="-128"/>
              </a:rPr>
              <a:t>Server caches (used to speed up disk I/O) are in main memory regardless of where user caches are located; using main-memory caches on the user machine permits a single caching mechanism for servers and users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16874274-A345-A060-45F6-3B4D19C3CE76}"/>
              </a:ext>
            </a:extLst>
          </p:cNvPr>
          <p:cNvSpPr>
            <a:spLocks noGrp="1" noChangeArrowheads="1"/>
          </p:cNvSpPr>
          <p:nvPr>
            <p:ph type="title"/>
          </p:nvPr>
        </p:nvSpPr>
        <p:spPr>
          <a:xfrm>
            <a:off x="612775" y="277813"/>
            <a:ext cx="8074025" cy="576262"/>
          </a:xfrm>
        </p:spPr>
        <p:txBody>
          <a:bodyPr/>
          <a:lstStyle/>
          <a:p>
            <a:pPr eaLnBrk="1" hangingPunct="1"/>
            <a:r>
              <a:rPr lang="en-US" altLang="sk-SK">
                <a:ea typeface="ＭＳ Ｐゴシック" panose="020B0600070205080204" pitchFamily="34" charset="-128"/>
              </a:rPr>
              <a:t>Cache Update Policy</a:t>
            </a:r>
          </a:p>
        </p:txBody>
      </p:sp>
      <p:sp>
        <p:nvSpPr>
          <p:cNvPr id="84994" name="Rectangle 3">
            <a:extLst>
              <a:ext uri="{FF2B5EF4-FFF2-40B4-BE49-F238E27FC236}">
                <a16:creationId xmlns:a16="http://schemas.microsoft.com/office/drawing/2014/main" id="{441423F4-B3A5-C708-2551-89CA5C4A9534}"/>
              </a:ext>
            </a:extLst>
          </p:cNvPr>
          <p:cNvSpPr>
            <a:spLocks noGrp="1" noChangeArrowheads="1"/>
          </p:cNvSpPr>
          <p:nvPr>
            <p:ph type="body" idx="1"/>
          </p:nvPr>
        </p:nvSpPr>
        <p:spPr>
          <a:xfrm>
            <a:off x="815975" y="1303338"/>
            <a:ext cx="7721600" cy="5143500"/>
          </a:xfrm>
        </p:spPr>
        <p:txBody>
          <a:bodyPr/>
          <a:lstStyle/>
          <a:p>
            <a:r>
              <a:rPr lang="en-US" altLang="sk-SK" b="1">
                <a:solidFill>
                  <a:srgbClr val="3366FF"/>
                </a:solidFill>
                <a:ea typeface="ＭＳ Ｐゴシック" panose="020B0600070205080204" pitchFamily="34" charset="-128"/>
              </a:rPr>
              <a:t>Write-through</a:t>
            </a:r>
            <a:r>
              <a:rPr lang="en-US" altLang="sk-SK">
                <a:solidFill>
                  <a:srgbClr val="3366FF"/>
                </a:solidFill>
                <a:ea typeface="ＭＳ Ｐゴシック" panose="020B0600070205080204" pitchFamily="34" charset="-128"/>
              </a:rPr>
              <a:t> </a:t>
            </a:r>
            <a:r>
              <a:rPr lang="en-US" altLang="sk-SK">
                <a:ea typeface="ＭＳ Ｐゴシック" panose="020B0600070205080204" pitchFamily="34" charset="-128"/>
              </a:rPr>
              <a:t>– write data through to disk as soon as they are placed on any cache</a:t>
            </a:r>
          </a:p>
          <a:p>
            <a:pPr lvl="1"/>
            <a:r>
              <a:rPr lang="en-US" altLang="sk-SK">
                <a:ea typeface="ＭＳ Ｐゴシック" panose="020B0600070205080204" pitchFamily="34" charset="-128"/>
              </a:rPr>
              <a:t>Reliable, but poor performance</a:t>
            </a:r>
            <a:br>
              <a:rPr lang="en-US" altLang="sk-SK">
                <a:ea typeface="ＭＳ Ｐゴシック" panose="020B0600070205080204" pitchFamily="34" charset="-128"/>
              </a:rPr>
            </a:br>
            <a:endParaRPr lang="en-US" altLang="sk-SK" sz="800">
              <a:ea typeface="ＭＳ Ｐゴシック" panose="020B0600070205080204" pitchFamily="34" charset="-128"/>
            </a:endParaRPr>
          </a:p>
          <a:p>
            <a:r>
              <a:rPr lang="en-US" altLang="sk-SK" b="1">
                <a:solidFill>
                  <a:srgbClr val="3366FF"/>
                </a:solidFill>
                <a:ea typeface="ＭＳ Ｐゴシック" panose="020B0600070205080204" pitchFamily="34" charset="-128"/>
              </a:rPr>
              <a:t>Delayed-write</a:t>
            </a:r>
            <a:r>
              <a:rPr lang="en-US" altLang="sk-SK">
                <a:solidFill>
                  <a:srgbClr val="3366FF"/>
                </a:solidFill>
                <a:ea typeface="ＭＳ Ｐゴシック" panose="020B0600070205080204" pitchFamily="34" charset="-128"/>
              </a:rPr>
              <a:t> </a:t>
            </a:r>
            <a:r>
              <a:rPr lang="en-US" altLang="sk-SK">
                <a:ea typeface="ＭＳ Ｐゴシック" panose="020B0600070205080204" pitchFamily="34" charset="-128"/>
              </a:rPr>
              <a:t>(</a:t>
            </a:r>
            <a:r>
              <a:rPr lang="en-US" altLang="sk-SK" b="1">
                <a:solidFill>
                  <a:srgbClr val="3366FF"/>
                </a:solidFill>
                <a:ea typeface="ＭＳ Ｐゴシック" panose="020B0600070205080204" pitchFamily="34" charset="-128"/>
              </a:rPr>
              <a:t>write-back</a:t>
            </a:r>
            <a:r>
              <a:rPr lang="en-US" altLang="sk-SK">
                <a:ea typeface="ＭＳ Ｐゴシック" panose="020B0600070205080204" pitchFamily="34" charset="-128"/>
              </a:rPr>
              <a:t>)</a:t>
            </a:r>
            <a:r>
              <a:rPr lang="en-US" altLang="sk-SK">
                <a:solidFill>
                  <a:srgbClr val="3366FF"/>
                </a:solidFill>
                <a:ea typeface="ＭＳ Ｐゴシック" panose="020B0600070205080204" pitchFamily="34" charset="-128"/>
              </a:rPr>
              <a:t> </a:t>
            </a:r>
            <a:r>
              <a:rPr lang="en-US" altLang="sk-SK">
                <a:ea typeface="ＭＳ Ｐゴシック" panose="020B0600070205080204" pitchFamily="34" charset="-128"/>
              </a:rPr>
              <a:t>– modifications written to the cache and then written through to the server later</a:t>
            </a:r>
          </a:p>
          <a:p>
            <a:pPr lvl="1"/>
            <a:r>
              <a:rPr lang="en-US" altLang="sk-SK">
                <a:ea typeface="ＭＳ Ｐゴシック" panose="020B0600070205080204" pitchFamily="34" charset="-128"/>
              </a:rPr>
              <a:t>Write accesses complete quickly; some data may be overwritten before they are written back, and so need never be written at all</a:t>
            </a:r>
          </a:p>
          <a:p>
            <a:pPr lvl="1"/>
            <a:r>
              <a:rPr lang="en-US" altLang="sk-SK">
                <a:ea typeface="ＭＳ Ｐゴシック" panose="020B0600070205080204" pitchFamily="34" charset="-128"/>
              </a:rPr>
              <a:t>Poor reliability; unwritten data will be lost whenever a user machine crashes</a:t>
            </a:r>
          </a:p>
          <a:p>
            <a:pPr lvl="1"/>
            <a:r>
              <a:rPr lang="en-US" altLang="sk-SK">
                <a:ea typeface="ＭＳ Ｐゴシック" panose="020B0600070205080204" pitchFamily="34" charset="-128"/>
              </a:rPr>
              <a:t>Variation – scan cache at regular intervals and flush blocks that have been modified since the last scan</a:t>
            </a:r>
          </a:p>
          <a:p>
            <a:pPr lvl="1"/>
            <a:r>
              <a:rPr lang="en-US" altLang="sk-SK">
                <a:ea typeface="ＭＳ Ｐゴシック" panose="020B0600070205080204" pitchFamily="34" charset="-128"/>
              </a:rPr>
              <a:t>Variation –</a:t>
            </a:r>
            <a:r>
              <a:rPr lang="en-US" altLang="sk-SK" b="1">
                <a:ea typeface="ＭＳ Ｐゴシック" panose="020B0600070205080204" pitchFamily="34" charset="-128"/>
              </a:rPr>
              <a:t> </a:t>
            </a:r>
            <a:r>
              <a:rPr lang="en-US" altLang="sk-SK" b="1">
                <a:solidFill>
                  <a:srgbClr val="3366FF"/>
                </a:solidFill>
                <a:ea typeface="ＭＳ Ｐゴシック" panose="020B0600070205080204" pitchFamily="34" charset="-128"/>
              </a:rPr>
              <a:t>write-on-close</a:t>
            </a:r>
            <a:r>
              <a:rPr lang="en-US" altLang="sk-SK">
                <a:ea typeface="ＭＳ Ｐゴシック" panose="020B0600070205080204" pitchFamily="34" charset="-128"/>
              </a:rPr>
              <a:t>, writes data back to the server when the file is closed</a:t>
            </a:r>
          </a:p>
          <a:p>
            <a:pPr lvl="2"/>
            <a:r>
              <a:rPr lang="en-US" altLang="sk-SK">
                <a:ea typeface="ＭＳ Ｐゴシック" panose="020B0600070205080204" pitchFamily="34" charset="-128"/>
              </a:rPr>
              <a:t>Best for files that are open for long periods and frequently modified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A4F0870B-B57B-239C-F4C0-02A49474D927}"/>
              </a:ext>
            </a:extLst>
          </p:cNvPr>
          <p:cNvSpPr>
            <a:spLocks noGrp="1" noChangeArrowheads="1"/>
          </p:cNvSpPr>
          <p:nvPr>
            <p:ph type="title"/>
          </p:nvPr>
        </p:nvSpPr>
        <p:spPr/>
        <p:txBody>
          <a:bodyPr/>
          <a:lstStyle/>
          <a:p>
            <a:pPr eaLnBrk="1" hangingPunct="1"/>
            <a:r>
              <a:rPr lang="en-US" altLang="sk-SK">
                <a:ea typeface="ＭＳ Ｐゴシック" panose="020B0600070205080204" pitchFamily="34" charset="-128"/>
              </a:rPr>
              <a:t>Consistency</a:t>
            </a:r>
          </a:p>
        </p:txBody>
      </p:sp>
      <p:sp>
        <p:nvSpPr>
          <p:cNvPr id="87042" name="Rectangle 3">
            <a:extLst>
              <a:ext uri="{FF2B5EF4-FFF2-40B4-BE49-F238E27FC236}">
                <a16:creationId xmlns:a16="http://schemas.microsoft.com/office/drawing/2014/main" id="{39F16A73-CCA4-477D-0F0A-9A12166D5395}"/>
              </a:ext>
            </a:extLst>
          </p:cNvPr>
          <p:cNvSpPr>
            <a:spLocks noGrp="1" noChangeArrowheads="1"/>
          </p:cNvSpPr>
          <p:nvPr>
            <p:ph type="body" idx="1"/>
          </p:nvPr>
        </p:nvSpPr>
        <p:spPr>
          <a:xfrm>
            <a:off x="815975" y="1303338"/>
            <a:ext cx="7693025" cy="4483100"/>
          </a:xfrm>
        </p:spPr>
        <p:txBody>
          <a:bodyPr/>
          <a:lstStyle/>
          <a:p>
            <a:r>
              <a:rPr lang="en-US" altLang="sk-SK">
                <a:ea typeface="ＭＳ Ｐゴシック" panose="020B0600070205080204" pitchFamily="34" charset="-128"/>
              </a:rPr>
              <a:t>Is locally cached copy of the data consistent with the master copy?</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b="1">
                <a:solidFill>
                  <a:srgbClr val="3366FF"/>
                </a:solidFill>
                <a:ea typeface="ＭＳ Ｐゴシック" panose="020B0600070205080204" pitchFamily="34" charset="-128"/>
              </a:rPr>
              <a:t>Client-initiated approach</a:t>
            </a:r>
          </a:p>
          <a:p>
            <a:pPr lvl="1"/>
            <a:r>
              <a:rPr lang="en-US" altLang="sk-SK">
                <a:ea typeface="ＭＳ Ｐゴシック" panose="020B0600070205080204" pitchFamily="34" charset="-128"/>
              </a:rPr>
              <a:t>Client initiates a validity check</a:t>
            </a:r>
          </a:p>
          <a:p>
            <a:pPr lvl="1"/>
            <a:r>
              <a:rPr lang="en-US" altLang="sk-SK">
                <a:ea typeface="ＭＳ Ｐゴシック" panose="020B0600070205080204" pitchFamily="34" charset="-128"/>
              </a:rPr>
              <a:t>Server checks whether the local data are consistent with the master copy</a:t>
            </a:r>
            <a:br>
              <a:rPr lang="en-US" altLang="sk-SK">
                <a:ea typeface="ＭＳ Ｐゴシック" panose="020B0600070205080204" pitchFamily="34" charset="-128"/>
              </a:rPr>
            </a:br>
            <a:endParaRPr lang="en-US" altLang="sk-SK">
              <a:ea typeface="ＭＳ Ｐゴシック" panose="020B0600070205080204" pitchFamily="34" charset="-128"/>
            </a:endParaRPr>
          </a:p>
          <a:p>
            <a:r>
              <a:rPr lang="en-US" altLang="sk-SK" b="1">
                <a:solidFill>
                  <a:srgbClr val="3366FF"/>
                </a:solidFill>
                <a:ea typeface="ＭＳ Ｐゴシック" panose="020B0600070205080204" pitchFamily="34" charset="-128"/>
              </a:rPr>
              <a:t>Server-initiated approach</a:t>
            </a:r>
          </a:p>
          <a:p>
            <a:pPr lvl="1"/>
            <a:r>
              <a:rPr lang="en-US" altLang="sk-SK">
                <a:ea typeface="ＭＳ Ｐゴシック" panose="020B0600070205080204" pitchFamily="34" charset="-128"/>
              </a:rPr>
              <a:t>Server records, for each client, the (parts of) files it caches </a:t>
            </a:r>
          </a:p>
          <a:p>
            <a:pPr lvl="1"/>
            <a:r>
              <a:rPr lang="en-US" altLang="sk-SK">
                <a:ea typeface="ＭＳ Ｐゴシック" panose="020B0600070205080204" pitchFamily="34" charset="-128"/>
              </a:rPr>
              <a:t>When server detects a potential inconsistency, it must react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76EB5D95-428E-6BA7-F9DC-14DAD52112B2}"/>
              </a:ext>
            </a:extLst>
          </p:cNvPr>
          <p:cNvSpPr>
            <a:spLocks noGrp="1" noChangeArrowheads="1"/>
          </p:cNvSpPr>
          <p:nvPr>
            <p:ph type="ctrTitle"/>
          </p:nvPr>
        </p:nvSpPr>
        <p:spPr/>
        <p:txBody>
          <a:bodyPr/>
          <a:lstStyle/>
          <a:p>
            <a:pPr eaLnBrk="1" hangingPunct="1"/>
            <a:r>
              <a:rPr lang="en-US" altLang="sk-SK">
                <a:ea typeface="ＭＳ Ｐゴシック" panose="020B0600070205080204" pitchFamily="34" charset="-128"/>
              </a:rPr>
              <a:t>End of Chapter 17</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2928</TotalTime>
  <Words>3045</Words>
  <Application>Microsoft Macintosh PowerPoint</Application>
  <PresentationFormat>Prezentácia na obrazovke (4:3)</PresentationFormat>
  <Paragraphs>335</Paragraphs>
  <Slides>42</Slides>
  <Notes>42</Notes>
  <HiddenSlides>0</HiddenSlides>
  <MMClips>0</MMClips>
  <ScaleCrop>false</ScaleCrop>
  <HeadingPairs>
    <vt:vector size="6" baseType="variant">
      <vt:variant>
        <vt:lpstr>Použité písma</vt:lpstr>
      </vt:variant>
      <vt:variant>
        <vt:i4>9</vt:i4>
      </vt:variant>
      <vt:variant>
        <vt:lpstr>Motív</vt:lpstr>
      </vt:variant>
      <vt:variant>
        <vt:i4>1</vt:i4>
      </vt:variant>
      <vt:variant>
        <vt:lpstr>Nadpisy snímok</vt:lpstr>
      </vt:variant>
      <vt:variant>
        <vt:i4>42</vt:i4>
      </vt:variant>
    </vt:vector>
  </HeadingPairs>
  <TitlesOfParts>
    <vt:vector size="52" baseType="lpstr">
      <vt:lpstr>ＭＳ Ｐゴシック</vt:lpstr>
      <vt:lpstr>-apple-system</vt:lpstr>
      <vt:lpstr>Arial</vt:lpstr>
      <vt:lpstr>Helvetica</vt:lpstr>
      <vt:lpstr>Monotype Sorts</vt:lpstr>
      <vt:lpstr>Nunito</vt:lpstr>
      <vt:lpstr>Times New Roman</vt:lpstr>
      <vt:lpstr>Verdana</vt:lpstr>
      <vt:lpstr>Webdings</vt:lpstr>
      <vt:lpstr>os-8</vt:lpstr>
      <vt:lpstr>Chapter 17:  Distributed Systems</vt:lpstr>
      <vt:lpstr>Chapter 17: Distributed Systems</vt:lpstr>
      <vt:lpstr>Chapter Objectives</vt:lpstr>
      <vt:lpstr>Advantages of Distributed Systems</vt:lpstr>
      <vt:lpstr>Advantages of Distributed Systems</vt:lpstr>
      <vt:lpstr>Types of Distributed Operating Systems</vt:lpstr>
      <vt:lpstr>Network-Operating Systems</vt:lpstr>
      <vt:lpstr>Distributed-Operating Systems</vt:lpstr>
      <vt:lpstr>Distributed-Operating Systems (Cont.)</vt:lpstr>
      <vt:lpstr>Network Structure</vt:lpstr>
      <vt:lpstr>Local-area Network</vt:lpstr>
      <vt:lpstr>Network Types (Cont.)</vt:lpstr>
      <vt:lpstr>Communication Processors in a Wide-Area Network</vt:lpstr>
      <vt:lpstr>Communication Structure</vt:lpstr>
      <vt:lpstr>Naming and Name Resolution</vt:lpstr>
      <vt:lpstr>Routing Strategies</vt:lpstr>
      <vt:lpstr>Routing Strategies (Cont.)</vt:lpstr>
      <vt:lpstr>Routing Strategies (Cont.)</vt:lpstr>
      <vt:lpstr>Connection Strategies</vt:lpstr>
      <vt:lpstr>Communication Protocol</vt:lpstr>
      <vt:lpstr>Communication Protocol (Cont.)</vt:lpstr>
      <vt:lpstr>Communication Via ISO Network Model</vt:lpstr>
      <vt:lpstr>The ISO Protocol Layer</vt:lpstr>
      <vt:lpstr>The ISO Network Message</vt:lpstr>
      <vt:lpstr>The TCP/IP Protocol Layers</vt:lpstr>
      <vt:lpstr>Example: TCP/IP</vt:lpstr>
      <vt:lpstr>An Ethernet Frame</vt:lpstr>
      <vt:lpstr>Robustness</vt:lpstr>
      <vt:lpstr>Failure Detection</vt:lpstr>
      <vt:lpstr>Failure Detection (Cont.)</vt:lpstr>
      <vt:lpstr>Reconfiguration</vt:lpstr>
      <vt:lpstr>Design Issues</vt:lpstr>
      <vt:lpstr>Distributed File System</vt:lpstr>
      <vt:lpstr>DFS Structure</vt:lpstr>
      <vt:lpstr>Naming and Transparency</vt:lpstr>
      <vt:lpstr>Naming Structures </vt:lpstr>
      <vt:lpstr>Naming Schemes — Three Main Approaches </vt:lpstr>
      <vt:lpstr>Remote File Access </vt:lpstr>
      <vt:lpstr>Cache Location – Disk vs. Main Memory</vt:lpstr>
      <vt:lpstr>Cache Update Policy</vt:lpstr>
      <vt:lpstr>Consistency</vt:lpstr>
      <vt:lpstr>End of Chapter 17</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Baráth, Július</cp:lastModifiedBy>
  <cp:revision>168</cp:revision>
  <cp:lastPrinted>2001-07-05T20:31:09Z</cp:lastPrinted>
  <dcterms:created xsi:type="dcterms:W3CDTF">1999-08-24T14:34:23Z</dcterms:created>
  <dcterms:modified xsi:type="dcterms:W3CDTF">2024-04-25T05:36:28Z</dcterms:modified>
</cp:coreProperties>
</file>